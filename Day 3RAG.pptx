
<file path=[Content_Types].xml><?xml version="1.0" encoding="utf-8"?>
<Types xmlns="http://schemas.openxmlformats.org/package/2006/content-types">
  <Default Extension="bin" ContentType="image/unknown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9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317.xml" ContentType="application/inkml+xml"/>
  <Override PartName="/ppt/ink/ink318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5"/>
  </p:notesMasterIdLst>
  <p:sldIdLst>
    <p:sldId id="2147475860" r:id="rId5"/>
    <p:sldId id="2147475877" r:id="rId6"/>
    <p:sldId id="2147475879" r:id="rId7"/>
    <p:sldId id="2147475880" r:id="rId8"/>
    <p:sldId id="2147475881" r:id="rId9"/>
    <p:sldId id="2147475882" r:id="rId10"/>
    <p:sldId id="2147475883" r:id="rId11"/>
    <p:sldId id="2147475909" r:id="rId12"/>
    <p:sldId id="2147475884" r:id="rId13"/>
    <p:sldId id="2147475885" r:id="rId14"/>
    <p:sldId id="2147475886" r:id="rId15"/>
    <p:sldId id="2147475911" r:id="rId16"/>
    <p:sldId id="2147475912" r:id="rId17"/>
    <p:sldId id="2147475887" r:id="rId18"/>
    <p:sldId id="2147475888" r:id="rId19"/>
    <p:sldId id="2147475889" r:id="rId20"/>
    <p:sldId id="2147475891" r:id="rId21"/>
    <p:sldId id="2147475894" r:id="rId22"/>
    <p:sldId id="2147475896" r:id="rId23"/>
    <p:sldId id="2147475904" r:id="rId24"/>
    <p:sldId id="2147475905" r:id="rId25"/>
    <p:sldId id="2147475906" r:id="rId26"/>
    <p:sldId id="2147475907" r:id="rId27"/>
    <p:sldId id="2147475908" r:id="rId28"/>
    <p:sldId id="2147475916" r:id="rId29"/>
    <p:sldId id="2147475913" r:id="rId30"/>
    <p:sldId id="2147475914" r:id="rId31"/>
    <p:sldId id="2147475915" r:id="rId32"/>
    <p:sldId id="2147475895" r:id="rId33"/>
    <p:sldId id="2147475910" r:id="rId34"/>
    <p:sldId id="2147475903" r:id="rId35"/>
    <p:sldId id="2147475921" r:id="rId36"/>
    <p:sldId id="2147475917" r:id="rId37"/>
    <p:sldId id="2147475918" r:id="rId38"/>
    <p:sldId id="259" r:id="rId39"/>
    <p:sldId id="260" r:id="rId40"/>
    <p:sldId id="261" r:id="rId41"/>
    <p:sldId id="262" r:id="rId42"/>
    <p:sldId id="263" r:id="rId43"/>
    <p:sldId id="26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7" autoAdjust="0"/>
  </p:normalViewPr>
  <p:slideViewPr>
    <p:cSldViewPr snapToGrid="0">
      <p:cViewPr varScale="1">
        <p:scale>
          <a:sx n="91" d="100"/>
          <a:sy n="91" d="100"/>
        </p:scale>
        <p:origin x="195" y="273"/>
      </p:cViewPr>
      <p:guideLst>
        <p:guide orient="horz" pos="111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318F5D-D9A2-46B4-A674-EC5FD5C50F5B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DA70E8A-0DCF-4843-B18A-19058FEC70A6}">
      <dgm:prSet custT="1"/>
      <dgm:spPr/>
      <dgm:t>
        <a:bodyPr/>
        <a:lstStyle/>
        <a:p>
          <a:pPr algn="l"/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In machine learning, particularly in areas like natural language processing (NLP) and computer vision, data is often transformed into vectors using models like word embeddings or image embeddings.</a:t>
          </a:r>
          <a:endParaRPr lang="en-IN" sz="14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5320B3A0-7628-452B-AE4F-1CA581F79E2C}" type="parTrans" cxnId="{DD409476-0E43-4F0B-9A42-9A00887FFC19}">
      <dgm:prSet/>
      <dgm:spPr/>
      <dgm:t>
        <a:bodyPr/>
        <a:lstStyle/>
        <a:p>
          <a:endParaRPr lang="en-IN"/>
        </a:p>
      </dgm:t>
    </dgm:pt>
    <dgm:pt modelId="{B98BCFAC-CC0E-443F-8570-BC805E88E1AB}" type="sibTrans" cxnId="{DD409476-0E43-4F0B-9A42-9A00887FFC19}">
      <dgm:prSet/>
      <dgm:spPr/>
      <dgm:t>
        <a:bodyPr/>
        <a:lstStyle/>
        <a:p>
          <a:endParaRPr lang="en-IN"/>
        </a:p>
      </dgm:t>
    </dgm:pt>
    <dgm:pt modelId="{5BF2BECD-DD58-41E0-97CB-2219E0C43539}" type="pres">
      <dgm:prSet presAssocID="{D2318F5D-D9A2-46B4-A674-EC5FD5C50F5B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8C46A01-C989-448B-8663-BF46F1B89F42}" type="pres">
      <dgm:prSet presAssocID="{4DA70E8A-0DCF-4843-B18A-19058FEC70A6}" presName="circle1" presStyleLbl="node1" presStyleIdx="0" presStyleCnt="1"/>
      <dgm:spPr/>
    </dgm:pt>
    <dgm:pt modelId="{9FB47C9F-0541-455A-BC72-CD3C40DCD6CA}" type="pres">
      <dgm:prSet presAssocID="{4DA70E8A-0DCF-4843-B18A-19058FEC70A6}" presName="space" presStyleCnt="0"/>
      <dgm:spPr/>
    </dgm:pt>
    <dgm:pt modelId="{CEA434E2-7771-4B9D-8C95-F431A051FA81}" type="pres">
      <dgm:prSet presAssocID="{4DA70E8A-0DCF-4843-B18A-19058FEC70A6}" presName="rect1" presStyleLbl="alignAcc1" presStyleIdx="0" presStyleCnt="1"/>
      <dgm:spPr/>
    </dgm:pt>
    <dgm:pt modelId="{B188C800-5A3A-40EE-B9CA-C7543EBE0328}" type="pres">
      <dgm:prSet presAssocID="{4DA70E8A-0DCF-4843-B18A-19058FEC70A6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76CAB470-95EF-48AE-B6B2-FF121C4191B5}" type="presOf" srcId="{4DA70E8A-0DCF-4843-B18A-19058FEC70A6}" destId="{B188C800-5A3A-40EE-B9CA-C7543EBE0328}" srcOrd="1" destOrd="0" presId="urn:microsoft.com/office/officeart/2005/8/layout/target3"/>
    <dgm:cxn modelId="{DD409476-0E43-4F0B-9A42-9A00887FFC19}" srcId="{D2318F5D-D9A2-46B4-A674-EC5FD5C50F5B}" destId="{4DA70E8A-0DCF-4843-B18A-19058FEC70A6}" srcOrd="0" destOrd="0" parTransId="{5320B3A0-7628-452B-AE4F-1CA581F79E2C}" sibTransId="{B98BCFAC-CC0E-443F-8570-BC805E88E1AB}"/>
    <dgm:cxn modelId="{B59FDE7C-8927-40E8-8146-0082D7F54691}" type="presOf" srcId="{4DA70E8A-0DCF-4843-B18A-19058FEC70A6}" destId="{CEA434E2-7771-4B9D-8C95-F431A051FA81}" srcOrd="0" destOrd="0" presId="urn:microsoft.com/office/officeart/2005/8/layout/target3"/>
    <dgm:cxn modelId="{C8E184F9-08F9-43AD-BFE9-FAF74DD7E9A5}" type="presOf" srcId="{D2318F5D-D9A2-46B4-A674-EC5FD5C50F5B}" destId="{5BF2BECD-DD58-41E0-97CB-2219E0C43539}" srcOrd="0" destOrd="0" presId="urn:microsoft.com/office/officeart/2005/8/layout/target3"/>
    <dgm:cxn modelId="{B866A291-87CE-4886-A3EB-28DC05DB6240}" type="presParOf" srcId="{5BF2BECD-DD58-41E0-97CB-2219E0C43539}" destId="{D8C46A01-C989-448B-8663-BF46F1B89F42}" srcOrd="0" destOrd="0" presId="urn:microsoft.com/office/officeart/2005/8/layout/target3"/>
    <dgm:cxn modelId="{A6175B73-D39C-4F02-A7DB-3280F5634D42}" type="presParOf" srcId="{5BF2BECD-DD58-41E0-97CB-2219E0C43539}" destId="{9FB47C9F-0541-455A-BC72-CD3C40DCD6CA}" srcOrd="1" destOrd="0" presId="urn:microsoft.com/office/officeart/2005/8/layout/target3"/>
    <dgm:cxn modelId="{AF3CC918-9F15-4B82-85E0-21807EBFF6B2}" type="presParOf" srcId="{5BF2BECD-DD58-41E0-97CB-2219E0C43539}" destId="{CEA434E2-7771-4B9D-8C95-F431A051FA81}" srcOrd="2" destOrd="0" presId="urn:microsoft.com/office/officeart/2005/8/layout/target3"/>
    <dgm:cxn modelId="{9F8F746D-0119-4830-87D4-AEA1A88E7299}" type="presParOf" srcId="{5BF2BECD-DD58-41E0-97CB-2219E0C43539}" destId="{B188C800-5A3A-40EE-B9CA-C7543EBE0328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6A9BBA-BB12-439B-8D24-13AA26E6278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37BB3B7-C7B9-4B7B-AB59-730B1E37ED56}">
      <dgm:prSet custT="1"/>
      <dgm:spPr/>
      <dgm:t>
        <a:bodyPr/>
        <a:lstStyle/>
        <a:p>
          <a:pPr algn="l"/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Vector databases allow for efficient storage and retrieval of these embeddings, enabling features like similarity search, where you can query database with a vector and find other vectors that are similar to it.</a:t>
          </a:r>
          <a:endParaRPr lang="en-IN" sz="14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79A74EF5-A425-48CF-B40F-A94704BD6256}" type="parTrans" cxnId="{8D3556BE-6481-4C19-B8A9-5C38F3DF20E0}">
      <dgm:prSet/>
      <dgm:spPr/>
      <dgm:t>
        <a:bodyPr/>
        <a:lstStyle/>
        <a:p>
          <a:endParaRPr lang="en-IN"/>
        </a:p>
      </dgm:t>
    </dgm:pt>
    <dgm:pt modelId="{D3B4E858-E925-412C-9894-6414BCC59E29}" type="sibTrans" cxnId="{8D3556BE-6481-4C19-B8A9-5C38F3DF20E0}">
      <dgm:prSet/>
      <dgm:spPr/>
      <dgm:t>
        <a:bodyPr/>
        <a:lstStyle/>
        <a:p>
          <a:endParaRPr lang="en-IN"/>
        </a:p>
      </dgm:t>
    </dgm:pt>
    <dgm:pt modelId="{D684FEF1-6B59-4550-91B8-D72733AD47E5}" type="pres">
      <dgm:prSet presAssocID="{446A9BBA-BB12-439B-8D24-13AA26E6278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BA798BD7-590D-4C93-A993-5889BA54E5EA}" type="pres">
      <dgm:prSet presAssocID="{C37BB3B7-C7B9-4B7B-AB59-730B1E37ED56}" presName="circle1" presStyleLbl="node1" presStyleIdx="0" presStyleCnt="1"/>
      <dgm:spPr/>
    </dgm:pt>
    <dgm:pt modelId="{817802CE-267C-42B4-B999-7835880D7AA6}" type="pres">
      <dgm:prSet presAssocID="{C37BB3B7-C7B9-4B7B-AB59-730B1E37ED56}" presName="space" presStyleCnt="0"/>
      <dgm:spPr/>
    </dgm:pt>
    <dgm:pt modelId="{6FBC0844-982F-49F7-80BE-23421B5FFE91}" type="pres">
      <dgm:prSet presAssocID="{C37BB3B7-C7B9-4B7B-AB59-730B1E37ED56}" presName="rect1" presStyleLbl="alignAcc1" presStyleIdx="0" presStyleCnt="1"/>
      <dgm:spPr/>
    </dgm:pt>
    <dgm:pt modelId="{689E1DB2-0B3A-4895-9E3F-D107225F5CAC}" type="pres">
      <dgm:prSet presAssocID="{C37BB3B7-C7B9-4B7B-AB59-730B1E37ED56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DAA7FF16-0F7F-4795-94C8-D98D77340C39}" type="presOf" srcId="{C37BB3B7-C7B9-4B7B-AB59-730B1E37ED56}" destId="{6FBC0844-982F-49F7-80BE-23421B5FFE91}" srcOrd="0" destOrd="0" presId="urn:microsoft.com/office/officeart/2005/8/layout/target3"/>
    <dgm:cxn modelId="{D139E154-77FD-4F6B-9B67-CC0AB32F0E36}" type="presOf" srcId="{446A9BBA-BB12-439B-8D24-13AA26E62780}" destId="{D684FEF1-6B59-4550-91B8-D72733AD47E5}" srcOrd="0" destOrd="0" presId="urn:microsoft.com/office/officeart/2005/8/layout/target3"/>
    <dgm:cxn modelId="{C5647992-9118-4CC7-BE3C-A0C022B5981D}" type="presOf" srcId="{C37BB3B7-C7B9-4B7B-AB59-730B1E37ED56}" destId="{689E1DB2-0B3A-4895-9E3F-D107225F5CAC}" srcOrd="1" destOrd="0" presId="urn:microsoft.com/office/officeart/2005/8/layout/target3"/>
    <dgm:cxn modelId="{8D3556BE-6481-4C19-B8A9-5C38F3DF20E0}" srcId="{446A9BBA-BB12-439B-8D24-13AA26E62780}" destId="{C37BB3B7-C7B9-4B7B-AB59-730B1E37ED56}" srcOrd="0" destOrd="0" parTransId="{79A74EF5-A425-48CF-B40F-A94704BD6256}" sibTransId="{D3B4E858-E925-412C-9894-6414BCC59E29}"/>
    <dgm:cxn modelId="{2664C210-881B-40E1-83AD-579CBDD7F72C}" type="presParOf" srcId="{D684FEF1-6B59-4550-91B8-D72733AD47E5}" destId="{BA798BD7-590D-4C93-A993-5889BA54E5EA}" srcOrd="0" destOrd="0" presId="urn:microsoft.com/office/officeart/2005/8/layout/target3"/>
    <dgm:cxn modelId="{930F5CB8-502C-4AE9-B58F-201640932037}" type="presParOf" srcId="{D684FEF1-6B59-4550-91B8-D72733AD47E5}" destId="{817802CE-267C-42B4-B999-7835880D7AA6}" srcOrd="1" destOrd="0" presId="urn:microsoft.com/office/officeart/2005/8/layout/target3"/>
    <dgm:cxn modelId="{8745260D-929F-46CD-84CF-202222C3AC08}" type="presParOf" srcId="{D684FEF1-6B59-4550-91B8-D72733AD47E5}" destId="{6FBC0844-982F-49F7-80BE-23421B5FFE91}" srcOrd="2" destOrd="0" presId="urn:microsoft.com/office/officeart/2005/8/layout/target3"/>
    <dgm:cxn modelId="{2021B221-0A3B-4C98-BFF2-D3BDAD9EE281}" type="presParOf" srcId="{D684FEF1-6B59-4550-91B8-D72733AD47E5}" destId="{689E1DB2-0B3A-4895-9E3F-D107225F5CAC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A640C3-FC2C-4B9B-9F49-605C0A275E88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1A010B9-037C-4FC5-95C3-8D173BEFFB23}">
      <dgm:prSet custT="1"/>
      <dgm:spPr/>
      <dgm:t>
        <a:bodyPr/>
        <a:lstStyle/>
        <a:p>
          <a:pPr algn="l"/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Vector databases are optimized for vector-specific operations, such as cosine similarity, Euclidean distance, and nearest neighbor search.</a:t>
          </a:r>
          <a:endParaRPr lang="en-IN" sz="14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E1181B77-3D10-4E19-876B-C8068BE4EF6E}" type="parTrans" cxnId="{17DFFEA4-F72B-43A5-ADF6-B43A03027B75}">
      <dgm:prSet/>
      <dgm:spPr/>
      <dgm:t>
        <a:bodyPr/>
        <a:lstStyle/>
        <a:p>
          <a:endParaRPr lang="en-IN"/>
        </a:p>
      </dgm:t>
    </dgm:pt>
    <dgm:pt modelId="{36A210F0-ED11-4D58-B4B3-7984F85F0B8E}" type="sibTrans" cxnId="{17DFFEA4-F72B-43A5-ADF6-B43A03027B75}">
      <dgm:prSet/>
      <dgm:spPr/>
      <dgm:t>
        <a:bodyPr/>
        <a:lstStyle/>
        <a:p>
          <a:endParaRPr lang="en-IN"/>
        </a:p>
      </dgm:t>
    </dgm:pt>
    <dgm:pt modelId="{5984440D-BDB4-4C3C-A2FA-0779B60E71A4}" type="pres">
      <dgm:prSet presAssocID="{D7A640C3-FC2C-4B9B-9F49-605C0A275E88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85E20781-D8B1-471A-98FB-EC1FF77EEA4C}" type="pres">
      <dgm:prSet presAssocID="{81A010B9-037C-4FC5-95C3-8D173BEFFB23}" presName="circle1" presStyleLbl="node1" presStyleIdx="0" presStyleCnt="1"/>
      <dgm:spPr/>
    </dgm:pt>
    <dgm:pt modelId="{95815749-3245-481E-BD71-75DDD60971F6}" type="pres">
      <dgm:prSet presAssocID="{81A010B9-037C-4FC5-95C3-8D173BEFFB23}" presName="space" presStyleCnt="0"/>
      <dgm:spPr/>
    </dgm:pt>
    <dgm:pt modelId="{2E169B76-4F53-4B81-91CE-EE42C9A7A6E5}" type="pres">
      <dgm:prSet presAssocID="{81A010B9-037C-4FC5-95C3-8D173BEFFB23}" presName="rect1" presStyleLbl="alignAcc1" presStyleIdx="0" presStyleCnt="1"/>
      <dgm:spPr/>
    </dgm:pt>
    <dgm:pt modelId="{9C00EAFA-6331-4935-A62F-52192A83B3DE}" type="pres">
      <dgm:prSet presAssocID="{81A010B9-037C-4FC5-95C3-8D173BEFFB23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1B7F424E-C483-408A-83D8-E0A524C186DD}" type="presOf" srcId="{81A010B9-037C-4FC5-95C3-8D173BEFFB23}" destId="{2E169B76-4F53-4B81-91CE-EE42C9A7A6E5}" srcOrd="0" destOrd="0" presId="urn:microsoft.com/office/officeart/2005/8/layout/target3"/>
    <dgm:cxn modelId="{17DFFEA4-F72B-43A5-ADF6-B43A03027B75}" srcId="{D7A640C3-FC2C-4B9B-9F49-605C0A275E88}" destId="{81A010B9-037C-4FC5-95C3-8D173BEFFB23}" srcOrd="0" destOrd="0" parTransId="{E1181B77-3D10-4E19-876B-C8068BE4EF6E}" sibTransId="{36A210F0-ED11-4D58-B4B3-7984F85F0B8E}"/>
    <dgm:cxn modelId="{8BEB53CE-B3C3-45B0-B61D-001E211407B8}" type="presOf" srcId="{D7A640C3-FC2C-4B9B-9F49-605C0A275E88}" destId="{5984440D-BDB4-4C3C-A2FA-0779B60E71A4}" srcOrd="0" destOrd="0" presId="urn:microsoft.com/office/officeart/2005/8/layout/target3"/>
    <dgm:cxn modelId="{9E25B3D9-B3D7-4111-A6A1-4F9220D9332E}" type="presOf" srcId="{81A010B9-037C-4FC5-95C3-8D173BEFFB23}" destId="{9C00EAFA-6331-4935-A62F-52192A83B3DE}" srcOrd="1" destOrd="0" presId="urn:microsoft.com/office/officeart/2005/8/layout/target3"/>
    <dgm:cxn modelId="{CD883A46-BD29-470B-9236-45B23CD8CAF0}" type="presParOf" srcId="{5984440D-BDB4-4C3C-A2FA-0779B60E71A4}" destId="{85E20781-D8B1-471A-98FB-EC1FF77EEA4C}" srcOrd="0" destOrd="0" presId="urn:microsoft.com/office/officeart/2005/8/layout/target3"/>
    <dgm:cxn modelId="{C62509D1-7DE9-4AAC-83DA-761197DB1F65}" type="presParOf" srcId="{5984440D-BDB4-4C3C-A2FA-0779B60E71A4}" destId="{95815749-3245-481E-BD71-75DDD60971F6}" srcOrd="1" destOrd="0" presId="urn:microsoft.com/office/officeart/2005/8/layout/target3"/>
    <dgm:cxn modelId="{6E9D8C99-AEC9-4032-806D-E76B1C847D49}" type="presParOf" srcId="{5984440D-BDB4-4C3C-A2FA-0779B60E71A4}" destId="{2E169B76-4F53-4B81-91CE-EE42C9A7A6E5}" srcOrd="2" destOrd="0" presId="urn:microsoft.com/office/officeart/2005/8/layout/target3"/>
    <dgm:cxn modelId="{5C217DBF-E455-4D8A-906A-A7052B25F8BF}" type="presParOf" srcId="{5984440D-BDB4-4C3C-A2FA-0779B60E71A4}" destId="{9C00EAFA-6331-4935-A62F-52192A83B3DE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DC87A2-16D9-426B-B619-31FEAE97D2A5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62C78A6-F681-4979-81AA-E7E5DD496D56}">
      <dgm:prSet custT="1"/>
      <dgm:spPr/>
      <dgm:t>
        <a:bodyPr/>
        <a:lstStyle/>
        <a:p>
          <a:pPr algn="l"/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This all makes them suitable for applications like recommendation systems, image recognition, and semantic text search.</a:t>
          </a:r>
          <a:endParaRPr lang="en-IN" sz="14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5070D36-C8AB-472A-8433-019BB357154B}" type="parTrans" cxnId="{E01CCCE0-72D8-4EC6-8CAE-AD929E90AB78}">
      <dgm:prSet/>
      <dgm:spPr/>
      <dgm:t>
        <a:bodyPr/>
        <a:lstStyle/>
        <a:p>
          <a:endParaRPr lang="en-IN"/>
        </a:p>
      </dgm:t>
    </dgm:pt>
    <dgm:pt modelId="{4D814919-1EDA-48B9-BDD2-6F127407C134}" type="sibTrans" cxnId="{E01CCCE0-72D8-4EC6-8CAE-AD929E90AB78}">
      <dgm:prSet/>
      <dgm:spPr/>
      <dgm:t>
        <a:bodyPr/>
        <a:lstStyle/>
        <a:p>
          <a:endParaRPr lang="en-IN"/>
        </a:p>
      </dgm:t>
    </dgm:pt>
    <dgm:pt modelId="{73233435-C9CB-4E2D-B2E6-B716CEF0C44A}" type="pres">
      <dgm:prSet presAssocID="{93DC87A2-16D9-426B-B619-31FEAE97D2A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CC42B06A-F0BC-4F00-A4A2-2AD3C34392A9}" type="pres">
      <dgm:prSet presAssocID="{E62C78A6-F681-4979-81AA-E7E5DD496D56}" presName="circle1" presStyleLbl="node1" presStyleIdx="0" presStyleCnt="1"/>
      <dgm:spPr/>
    </dgm:pt>
    <dgm:pt modelId="{6C83E759-81D4-4A36-A301-2AFBABF583DB}" type="pres">
      <dgm:prSet presAssocID="{E62C78A6-F681-4979-81AA-E7E5DD496D56}" presName="space" presStyleCnt="0"/>
      <dgm:spPr/>
    </dgm:pt>
    <dgm:pt modelId="{4A6A51A5-B046-4E0D-8EAF-A6B9922A621C}" type="pres">
      <dgm:prSet presAssocID="{E62C78A6-F681-4979-81AA-E7E5DD496D56}" presName="rect1" presStyleLbl="alignAcc1" presStyleIdx="0" presStyleCnt="1"/>
      <dgm:spPr/>
    </dgm:pt>
    <dgm:pt modelId="{2A35E712-7CB0-4633-BDBB-597E1A585B27}" type="pres">
      <dgm:prSet presAssocID="{E62C78A6-F681-4979-81AA-E7E5DD496D56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B0B7315E-E96D-4211-B546-0E080E318800}" type="presOf" srcId="{E62C78A6-F681-4979-81AA-E7E5DD496D56}" destId="{2A35E712-7CB0-4633-BDBB-597E1A585B27}" srcOrd="1" destOrd="0" presId="urn:microsoft.com/office/officeart/2005/8/layout/target3"/>
    <dgm:cxn modelId="{916A1AD1-5596-4489-8764-75ED9D9A4349}" type="presOf" srcId="{93DC87A2-16D9-426B-B619-31FEAE97D2A5}" destId="{73233435-C9CB-4E2D-B2E6-B716CEF0C44A}" srcOrd="0" destOrd="0" presId="urn:microsoft.com/office/officeart/2005/8/layout/target3"/>
    <dgm:cxn modelId="{6C971DDE-342C-46D0-9B66-4E6C864B5CEB}" type="presOf" srcId="{E62C78A6-F681-4979-81AA-E7E5DD496D56}" destId="{4A6A51A5-B046-4E0D-8EAF-A6B9922A621C}" srcOrd="0" destOrd="0" presId="urn:microsoft.com/office/officeart/2005/8/layout/target3"/>
    <dgm:cxn modelId="{E01CCCE0-72D8-4EC6-8CAE-AD929E90AB78}" srcId="{93DC87A2-16D9-426B-B619-31FEAE97D2A5}" destId="{E62C78A6-F681-4979-81AA-E7E5DD496D56}" srcOrd="0" destOrd="0" parTransId="{45070D36-C8AB-472A-8433-019BB357154B}" sibTransId="{4D814919-1EDA-48B9-BDD2-6F127407C134}"/>
    <dgm:cxn modelId="{801D0DAA-68E7-4A3B-85A1-9C6F4FAFD92B}" type="presParOf" srcId="{73233435-C9CB-4E2D-B2E6-B716CEF0C44A}" destId="{CC42B06A-F0BC-4F00-A4A2-2AD3C34392A9}" srcOrd="0" destOrd="0" presId="urn:microsoft.com/office/officeart/2005/8/layout/target3"/>
    <dgm:cxn modelId="{FAA55CBC-87BC-4367-B6FD-8D94095D4337}" type="presParOf" srcId="{73233435-C9CB-4E2D-B2E6-B716CEF0C44A}" destId="{6C83E759-81D4-4A36-A301-2AFBABF583DB}" srcOrd="1" destOrd="0" presId="urn:microsoft.com/office/officeart/2005/8/layout/target3"/>
    <dgm:cxn modelId="{D9487B91-F885-45A1-93E3-9ED3AD7608C0}" type="presParOf" srcId="{73233435-C9CB-4E2D-B2E6-B716CEF0C44A}" destId="{4A6A51A5-B046-4E0D-8EAF-A6B9922A621C}" srcOrd="2" destOrd="0" presId="urn:microsoft.com/office/officeart/2005/8/layout/target3"/>
    <dgm:cxn modelId="{CEA3A1B4-422C-4BBC-866B-86A574C9DB0D}" type="presParOf" srcId="{73233435-C9CB-4E2D-B2E6-B716CEF0C44A}" destId="{2A35E712-7CB0-4633-BDBB-597E1A585B27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4CCDF2-EB6B-4947-A5C9-FA159E0D14C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B424171-5761-4875-8F46-94E0FEA45CDE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sz="1400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Pinecone  is a vector database specifically designed for machine learning applications.</a:t>
          </a:r>
          <a:endParaRPr lang="en-IN" sz="1400" dirty="0">
            <a:solidFill>
              <a:sysClr val="windowText" lastClr="000000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74504142-8209-403B-BC1A-B7631924685D}" type="parTrans" cxnId="{13C9C06E-2073-4883-ABE9-F6DA1AFEDAE0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5C1ED96-2FCC-4799-9C74-DAA652BA3B7A}" type="sibTrans" cxnId="{13C9C06E-2073-4883-ABE9-F6DA1AFEDAE0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D28F8AE5-0BDA-4392-94AE-3F793FFE04A6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sz="1400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It's built to handle the complexities of vector search at scale, enabling efficient management and retrieval of high-dimensional data.</a:t>
          </a:r>
          <a:endParaRPr lang="en-IN" sz="1400" dirty="0">
            <a:solidFill>
              <a:sysClr val="windowText" lastClr="000000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033E9289-2240-4239-AA25-43F0CC45E550}" type="parTrans" cxnId="{ED0CBB9D-3964-461A-8C50-1B9C07B4EBF6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961A933F-90B7-47D2-B25F-2FFEC6D01676}" type="sibTrans" cxnId="{ED0CBB9D-3964-461A-8C50-1B9C07B4EBF6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E55E3785-3C8A-4E7C-ACDE-F6BB45A304C8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sz="1400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Pinecone is often used in scenarios where similarity search is essential, such as recommendation systems, image and text retrieval, and anomaly detection.</a:t>
          </a:r>
          <a:endParaRPr lang="en-IN" sz="1400" dirty="0">
            <a:solidFill>
              <a:sysClr val="windowText" lastClr="000000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E07BFFE0-AA5D-4532-A178-F0BED0445704}" type="parTrans" cxnId="{7CA5DEDE-26E8-42B9-BBA2-8AB558E0DFE8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F89E036-3E30-4B07-BBF1-DB161C1E1F28}" type="sibTrans" cxnId="{7CA5DEDE-26E8-42B9-BBA2-8AB558E0DFE8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16794F3D-007A-49E4-97F2-0961E81F040B}" type="pres">
      <dgm:prSet presAssocID="{2D4CCDF2-EB6B-4947-A5C9-FA159E0D14CB}" presName="linear" presStyleCnt="0">
        <dgm:presLayoutVars>
          <dgm:animLvl val="lvl"/>
          <dgm:resizeHandles val="exact"/>
        </dgm:presLayoutVars>
      </dgm:prSet>
      <dgm:spPr/>
    </dgm:pt>
    <dgm:pt modelId="{986467AA-5714-4C6D-BE67-CFEEDF4C34D6}" type="pres">
      <dgm:prSet presAssocID="{7B424171-5761-4875-8F46-94E0FEA45CD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F0597E0-14C1-4AFB-9CEC-AA1D0D75990C}" type="pres">
      <dgm:prSet presAssocID="{65C1ED96-2FCC-4799-9C74-DAA652BA3B7A}" presName="spacer" presStyleCnt="0"/>
      <dgm:spPr/>
    </dgm:pt>
    <dgm:pt modelId="{C79BBF9A-F13A-4C71-8747-754786FD124A}" type="pres">
      <dgm:prSet presAssocID="{D28F8AE5-0BDA-4392-94AE-3F793FFE04A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EE422B3-E49B-41DE-AC00-C634FD0F8D35}" type="pres">
      <dgm:prSet presAssocID="{961A933F-90B7-47D2-B25F-2FFEC6D01676}" presName="spacer" presStyleCnt="0"/>
      <dgm:spPr/>
    </dgm:pt>
    <dgm:pt modelId="{8CF17AF5-395A-4CD5-B357-C7A5C6E50D9A}" type="pres">
      <dgm:prSet presAssocID="{E55E3785-3C8A-4E7C-ACDE-F6BB45A304C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C9C06E-2073-4883-ABE9-F6DA1AFEDAE0}" srcId="{2D4CCDF2-EB6B-4947-A5C9-FA159E0D14CB}" destId="{7B424171-5761-4875-8F46-94E0FEA45CDE}" srcOrd="0" destOrd="0" parTransId="{74504142-8209-403B-BC1A-B7631924685D}" sibTransId="{65C1ED96-2FCC-4799-9C74-DAA652BA3B7A}"/>
    <dgm:cxn modelId="{EF0D2678-27FD-4C34-974B-322D1EF6FB21}" type="presOf" srcId="{D28F8AE5-0BDA-4392-94AE-3F793FFE04A6}" destId="{C79BBF9A-F13A-4C71-8747-754786FD124A}" srcOrd="0" destOrd="0" presId="urn:microsoft.com/office/officeart/2005/8/layout/vList2"/>
    <dgm:cxn modelId="{41873F7B-E965-4B5A-8908-255295A5BD7A}" type="presOf" srcId="{7B424171-5761-4875-8F46-94E0FEA45CDE}" destId="{986467AA-5714-4C6D-BE67-CFEEDF4C34D6}" srcOrd="0" destOrd="0" presId="urn:microsoft.com/office/officeart/2005/8/layout/vList2"/>
    <dgm:cxn modelId="{ED0CBB9D-3964-461A-8C50-1B9C07B4EBF6}" srcId="{2D4CCDF2-EB6B-4947-A5C9-FA159E0D14CB}" destId="{D28F8AE5-0BDA-4392-94AE-3F793FFE04A6}" srcOrd="1" destOrd="0" parTransId="{033E9289-2240-4239-AA25-43F0CC45E550}" sibTransId="{961A933F-90B7-47D2-B25F-2FFEC6D01676}"/>
    <dgm:cxn modelId="{55CA49C9-8E71-4188-B84A-53A3CFD2BEF1}" type="presOf" srcId="{2D4CCDF2-EB6B-4947-A5C9-FA159E0D14CB}" destId="{16794F3D-007A-49E4-97F2-0961E81F040B}" srcOrd="0" destOrd="0" presId="urn:microsoft.com/office/officeart/2005/8/layout/vList2"/>
    <dgm:cxn modelId="{7CA5DEDE-26E8-42B9-BBA2-8AB558E0DFE8}" srcId="{2D4CCDF2-EB6B-4947-A5C9-FA159E0D14CB}" destId="{E55E3785-3C8A-4E7C-ACDE-F6BB45A304C8}" srcOrd="2" destOrd="0" parTransId="{E07BFFE0-AA5D-4532-A178-F0BED0445704}" sibTransId="{FF89E036-3E30-4B07-BBF1-DB161C1E1F28}"/>
    <dgm:cxn modelId="{F74B5AF2-F048-40B3-B415-4281A439509C}" type="presOf" srcId="{E55E3785-3C8A-4E7C-ACDE-F6BB45A304C8}" destId="{8CF17AF5-395A-4CD5-B357-C7A5C6E50D9A}" srcOrd="0" destOrd="0" presId="urn:microsoft.com/office/officeart/2005/8/layout/vList2"/>
    <dgm:cxn modelId="{76BFF1FC-6FE1-4C41-8663-D6096FBDBB82}" type="presParOf" srcId="{16794F3D-007A-49E4-97F2-0961E81F040B}" destId="{986467AA-5714-4C6D-BE67-CFEEDF4C34D6}" srcOrd="0" destOrd="0" presId="urn:microsoft.com/office/officeart/2005/8/layout/vList2"/>
    <dgm:cxn modelId="{8B760092-AEAE-496F-8599-5CB84DE8CE77}" type="presParOf" srcId="{16794F3D-007A-49E4-97F2-0961E81F040B}" destId="{9F0597E0-14C1-4AFB-9CEC-AA1D0D75990C}" srcOrd="1" destOrd="0" presId="urn:microsoft.com/office/officeart/2005/8/layout/vList2"/>
    <dgm:cxn modelId="{ADC4C973-A16A-4811-9955-13967516C54E}" type="presParOf" srcId="{16794F3D-007A-49E4-97F2-0961E81F040B}" destId="{C79BBF9A-F13A-4C71-8747-754786FD124A}" srcOrd="2" destOrd="0" presId="urn:microsoft.com/office/officeart/2005/8/layout/vList2"/>
    <dgm:cxn modelId="{C7C17430-EA68-4293-AC3B-37EE53C31371}" type="presParOf" srcId="{16794F3D-007A-49E4-97F2-0961E81F040B}" destId="{1EE422B3-E49B-41DE-AC00-C634FD0F8D35}" srcOrd="3" destOrd="0" presId="urn:microsoft.com/office/officeart/2005/8/layout/vList2"/>
    <dgm:cxn modelId="{AE4815A1-6B10-4036-AA38-1BF16085A0FD}" type="presParOf" srcId="{16794F3D-007A-49E4-97F2-0961E81F040B}" destId="{8CF17AF5-395A-4CD5-B357-C7A5C6E50D9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B88235B-5552-4778-9EF3-1447854EED5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51E03B-B900-4A50-AB98-DD6CE35CAF42}">
      <dgm:prSet custT="1"/>
      <dgm:spPr/>
      <dgm:t>
        <a:bodyPr/>
        <a:lstStyle/>
        <a:p>
          <a:r>
            <a:rPr lang="en-US" sz="12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Open Source</a:t>
          </a:r>
          <a:endParaRPr lang="en-US" sz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631F7F7-02D9-4597-ADC5-920BC8A0648A}" type="parTrans" cxnId="{5198AD5E-8964-4A3B-9209-9DDB5A82E337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EC652B2-4B9D-475C-B904-4CC4A261AF22}" type="sibTrans" cxnId="{5198AD5E-8964-4A3B-9209-9DDB5A82E337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69EA39D-EC82-4A73-AE68-14A1C5397BFB}">
      <dgm:prSet custT="1"/>
      <dgm:spPr/>
      <dgm:t>
        <a:bodyPr/>
        <a:lstStyle/>
        <a:p>
          <a:r>
            <a:rPr lang="en-US" sz="1200" b="1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GraphQL</a:t>
          </a:r>
          <a:r>
            <a:rPr lang="en-US" sz="12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Integration</a:t>
          </a:r>
          <a:endParaRPr lang="en-US" sz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9784E914-EFED-4046-B0D1-898EF2ADE404}" type="parTrans" cxnId="{09E6DFCF-17E3-4C43-BC81-7B93A142CE7F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68D0F04-6C71-41E7-8048-8BF1E95B0A88}" type="sibTrans" cxnId="{09E6DFCF-17E3-4C43-BC81-7B93A142CE7F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D8C1BBC-ADEF-4696-A2B6-151692EBF9BE}">
      <dgm:prSet custT="1"/>
      <dgm:spPr/>
      <dgm:t>
        <a:bodyPr/>
        <a:lstStyle/>
        <a:p>
          <a:r>
            <a:rPr lang="en-US" sz="12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Multi-modal Capabilities</a:t>
          </a:r>
          <a:endParaRPr lang="en-US" sz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D9FF1BEA-23FC-40DE-AD19-213611A46518}" type="parTrans" cxnId="{8F1E1E1B-3FA1-42D7-B6D2-1409D159E0F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30BB1EE-49D8-458D-9B26-8A5CCC0B0237}" type="sibTrans" cxnId="{8F1E1E1B-3FA1-42D7-B6D2-1409D159E0F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0C6FB5DF-849D-400D-9771-F31E3B148F73}">
      <dgm:prSet custT="1"/>
      <dgm:spPr/>
      <dgm:t>
        <a:bodyPr/>
        <a:lstStyle/>
        <a:p>
          <a:r>
            <a:rPr lang="en-US" sz="12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Semantic Understanding</a:t>
          </a:r>
          <a:endParaRPr lang="en-US" sz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C5D4C8C3-5E84-4041-BCA9-0191E0627E03}" type="parTrans" cxnId="{04066DC3-10D7-4C03-8EDF-EF10916A9444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105E22A-28BC-42E8-80A0-782232F34020}" type="sibTrans" cxnId="{04066DC3-10D7-4C03-8EDF-EF10916A9444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E7866E8-587A-4B14-A2EE-96A17779F064}">
      <dgm:prSet custT="1"/>
      <dgm:spPr/>
      <dgm:t>
        <a:bodyPr/>
        <a:lstStyle/>
        <a:p>
          <a:r>
            <a:rPr lang="en-US" sz="12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Hybrid Search</a:t>
          </a:r>
          <a:endParaRPr lang="en-US" sz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5060B19-0D73-4FE2-9BEF-29509D102F48}" type="parTrans" cxnId="{388042BF-A30F-4EEF-9FEC-C357AC40614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CF144E19-450E-405C-BFAE-3C50BC740D10}" type="sibTrans" cxnId="{388042BF-A30F-4EEF-9FEC-C357AC40614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8B4D06D4-764A-40C2-818E-29255764012C}">
      <dgm:prSet custT="1"/>
      <dgm:spPr/>
      <dgm:t>
        <a:bodyPr/>
        <a:lstStyle/>
        <a:p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Unlike Pinecone's managed service approach, </a:t>
          </a:r>
          <a:r>
            <a:rPr lang="en-US" sz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Weaviate</a:t>
          </a:r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is fully open-source and can be self-hosted or used via </a:t>
          </a:r>
          <a:r>
            <a:rPr lang="en-US" sz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Weaviate</a:t>
          </a:r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Cloud Services.</a:t>
          </a:r>
        </a:p>
      </dgm:t>
    </dgm:pt>
    <dgm:pt modelId="{4FBB6382-A44A-4348-8DF3-130116C71A1E}" type="parTrans" cxnId="{B64E3EC5-3988-4B38-80E1-61104BBB9550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882D7FB2-0F83-492A-81CA-41D2F1866FFA}" type="sibTrans" cxnId="{B64E3EC5-3988-4B38-80E1-61104BBB9550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19B4BEFD-16A1-49A6-AE23-7D16FD4CD4D5}">
      <dgm:prSet custT="1"/>
      <dgm:spPr/>
      <dgm:t>
        <a:bodyPr/>
        <a:lstStyle/>
        <a:p>
          <a:r>
            <a:rPr lang="en-US" sz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Weaviate</a:t>
          </a:r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natively supports </a:t>
          </a:r>
          <a:r>
            <a:rPr lang="en-US" sz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GraphQL</a:t>
          </a:r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queries, making it developer-friendly for complex data relationships and filtering.</a:t>
          </a:r>
        </a:p>
      </dgm:t>
    </dgm:pt>
    <dgm:pt modelId="{7A8A1319-4F97-4595-ACE0-6C538C91A799}" type="parTrans" cxnId="{EA7E9A45-6F75-4832-AEFC-54B6C37B7F5E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98D66E7-393A-41E8-8687-FA07BD1C1F73}" type="sibTrans" cxnId="{EA7E9A45-6F75-4832-AEFC-54B6C37B7F5E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74895A15-F4E3-4983-9D1E-691FC7866D47}">
      <dgm:prSet custT="1"/>
      <dgm:spPr/>
      <dgm:t>
        <a:bodyPr/>
        <a:lstStyle/>
        <a:p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It can handle different data types (text, images, audio) in the same database with built-in vectorization modules.
</a:t>
          </a:r>
        </a:p>
      </dgm:t>
    </dgm:pt>
    <dgm:pt modelId="{17827D73-8A33-4A5D-B381-BA0C877B9424}" type="parTrans" cxnId="{115225EF-C74B-4E02-AE4F-C10972B1729D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1FEEB16-A923-4CDF-BC1A-25A0812BD44E}" type="sibTrans" cxnId="{115225EF-C74B-4E02-AE4F-C10972B1729D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C6930CB-F82C-4277-B149-738D82FF8669}">
      <dgm:prSet custT="1"/>
      <dgm:spPr/>
      <dgm:t>
        <a:bodyPr/>
        <a:lstStyle/>
        <a:p>
          <a:r>
            <a:rPr lang="en-US" sz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Weaviate</a:t>
          </a:r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focuses heavily on semantic search and understanding context, not just similarity matching.</a:t>
          </a:r>
        </a:p>
      </dgm:t>
    </dgm:pt>
    <dgm:pt modelId="{ACEB5328-3E27-4FAE-ADD3-B6B7A08820F2}" type="parTrans" cxnId="{04607560-9505-46AF-A7FE-E600DF2534D9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51B10C04-7A9A-431F-AE24-919741F154FD}" type="sibTrans" cxnId="{04607560-9505-46AF-A7FE-E600DF2534D9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15C5FC84-6DE5-445A-AC04-BA2EF758F005}">
      <dgm:prSet custT="1"/>
      <dgm:spPr/>
      <dgm:t>
        <a:bodyPr/>
        <a:lstStyle/>
        <a:p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Combines vector search with traditional keyword search and filtering for more precise results.</a:t>
          </a:r>
        </a:p>
      </dgm:t>
    </dgm:pt>
    <dgm:pt modelId="{8A8B07A3-840B-4DBF-B20F-536408217EC7}" type="parTrans" cxnId="{191454ED-5BB0-48CB-93A7-D1FFE659608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2B84D7EB-C7C1-4509-8CF6-C9872ED67D1C}" type="sibTrans" cxnId="{191454ED-5BB0-48CB-93A7-D1FFE659608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0FC96DB2-514C-4939-80A9-ECF45667E1DC}" type="pres">
      <dgm:prSet presAssocID="{0B88235B-5552-4778-9EF3-1447854EED59}" presName="vert0" presStyleCnt="0">
        <dgm:presLayoutVars>
          <dgm:dir/>
          <dgm:animOne val="branch"/>
          <dgm:animLvl val="lvl"/>
        </dgm:presLayoutVars>
      </dgm:prSet>
      <dgm:spPr/>
    </dgm:pt>
    <dgm:pt modelId="{B4C03008-5168-4257-A9FB-B3A036A745C3}" type="pres">
      <dgm:prSet presAssocID="{8B51E03B-B900-4A50-AB98-DD6CE35CAF42}" presName="thickLine" presStyleLbl="alignNode1" presStyleIdx="0" presStyleCnt="5"/>
      <dgm:spPr/>
    </dgm:pt>
    <dgm:pt modelId="{CB0BD4DE-5D31-4DC8-A45E-1682BA8701FE}" type="pres">
      <dgm:prSet presAssocID="{8B51E03B-B900-4A50-AB98-DD6CE35CAF42}" presName="horz1" presStyleCnt="0"/>
      <dgm:spPr/>
    </dgm:pt>
    <dgm:pt modelId="{575270CC-507C-4561-9833-00BBC54DC56B}" type="pres">
      <dgm:prSet presAssocID="{8B51E03B-B900-4A50-AB98-DD6CE35CAF42}" presName="tx1" presStyleLbl="revTx" presStyleIdx="0" presStyleCnt="10"/>
      <dgm:spPr/>
    </dgm:pt>
    <dgm:pt modelId="{0DBA2D9B-0010-44DE-8289-0AA63A797513}" type="pres">
      <dgm:prSet presAssocID="{8B51E03B-B900-4A50-AB98-DD6CE35CAF42}" presName="vert1" presStyleCnt="0"/>
      <dgm:spPr/>
    </dgm:pt>
    <dgm:pt modelId="{19CF50D6-0CFC-4DE2-93DD-7560993ABF9F}" type="pres">
      <dgm:prSet presAssocID="{8B4D06D4-764A-40C2-818E-29255764012C}" presName="vertSpace2a" presStyleCnt="0"/>
      <dgm:spPr/>
    </dgm:pt>
    <dgm:pt modelId="{22CBC98C-2847-4BA0-B166-8C989D83B343}" type="pres">
      <dgm:prSet presAssocID="{8B4D06D4-764A-40C2-818E-29255764012C}" presName="horz2" presStyleCnt="0"/>
      <dgm:spPr/>
    </dgm:pt>
    <dgm:pt modelId="{AE819423-DCCA-4BFF-A709-05C76350FE6B}" type="pres">
      <dgm:prSet presAssocID="{8B4D06D4-764A-40C2-818E-29255764012C}" presName="horzSpace2" presStyleCnt="0"/>
      <dgm:spPr/>
    </dgm:pt>
    <dgm:pt modelId="{244C36B5-A64B-4D32-A885-2DC74923820C}" type="pres">
      <dgm:prSet presAssocID="{8B4D06D4-764A-40C2-818E-29255764012C}" presName="tx2" presStyleLbl="revTx" presStyleIdx="1" presStyleCnt="10"/>
      <dgm:spPr/>
    </dgm:pt>
    <dgm:pt modelId="{031C9B3F-FF27-4BF6-BB34-1DCA07898F6B}" type="pres">
      <dgm:prSet presAssocID="{8B4D06D4-764A-40C2-818E-29255764012C}" presName="vert2" presStyleCnt="0"/>
      <dgm:spPr/>
    </dgm:pt>
    <dgm:pt modelId="{11FBBBC7-9264-4117-BF6A-7E2BE2F4F0E4}" type="pres">
      <dgm:prSet presAssocID="{8B4D06D4-764A-40C2-818E-29255764012C}" presName="thinLine2b" presStyleLbl="callout" presStyleIdx="0" presStyleCnt="5"/>
      <dgm:spPr/>
    </dgm:pt>
    <dgm:pt modelId="{392845DD-4398-4D48-B92E-BF7BEFF6EB3B}" type="pres">
      <dgm:prSet presAssocID="{8B4D06D4-764A-40C2-818E-29255764012C}" presName="vertSpace2b" presStyleCnt="0"/>
      <dgm:spPr/>
    </dgm:pt>
    <dgm:pt modelId="{306C111A-920C-4482-A748-C4440A257E00}" type="pres">
      <dgm:prSet presAssocID="{469EA39D-EC82-4A73-AE68-14A1C5397BFB}" presName="thickLine" presStyleLbl="alignNode1" presStyleIdx="1" presStyleCnt="5"/>
      <dgm:spPr/>
    </dgm:pt>
    <dgm:pt modelId="{0283E963-73C7-4213-BA74-3B37D22B9CEC}" type="pres">
      <dgm:prSet presAssocID="{469EA39D-EC82-4A73-AE68-14A1C5397BFB}" presName="horz1" presStyleCnt="0"/>
      <dgm:spPr/>
    </dgm:pt>
    <dgm:pt modelId="{40205B7F-ACF7-4E50-814D-74591916E5C4}" type="pres">
      <dgm:prSet presAssocID="{469EA39D-EC82-4A73-AE68-14A1C5397BFB}" presName="tx1" presStyleLbl="revTx" presStyleIdx="2" presStyleCnt="10"/>
      <dgm:spPr/>
    </dgm:pt>
    <dgm:pt modelId="{69642BBF-8889-4036-8613-793DFB54867C}" type="pres">
      <dgm:prSet presAssocID="{469EA39D-EC82-4A73-AE68-14A1C5397BFB}" presName="vert1" presStyleCnt="0"/>
      <dgm:spPr/>
    </dgm:pt>
    <dgm:pt modelId="{E5B96268-0B9D-465D-8439-4F10FC30F99B}" type="pres">
      <dgm:prSet presAssocID="{19B4BEFD-16A1-49A6-AE23-7D16FD4CD4D5}" presName="vertSpace2a" presStyleCnt="0"/>
      <dgm:spPr/>
    </dgm:pt>
    <dgm:pt modelId="{B6F5DA28-6950-4F69-865A-AD3A9B16BF75}" type="pres">
      <dgm:prSet presAssocID="{19B4BEFD-16A1-49A6-AE23-7D16FD4CD4D5}" presName="horz2" presStyleCnt="0"/>
      <dgm:spPr/>
    </dgm:pt>
    <dgm:pt modelId="{43CBC16F-5B59-4662-BF23-90AA004F858F}" type="pres">
      <dgm:prSet presAssocID="{19B4BEFD-16A1-49A6-AE23-7D16FD4CD4D5}" presName="horzSpace2" presStyleCnt="0"/>
      <dgm:spPr/>
    </dgm:pt>
    <dgm:pt modelId="{02B4D495-314A-4DA6-A099-9EA1CB41A044}" type="pres">
      <dgm:prSet presAssocID="{19B4BEFD-16A1-49A6-AE23-7D16FD4CD4D5}" presName="tx2" presStyleLbl="revTx" presStyleIdx="3" presStyleCnt="10"/>
      <dgm:spPr/>
    </dgm:pt>
    <dgm:pt modelId="{506B2FE4-674A-49B6-BA83-575F45B8AB7D}" type="pres">
      <dgm:prSet presAssocID="{19B4BEFD-16A1-49A6-AE23-7D16FD4CD4D5}" presName="vert2" presStyleCnt="0"/>
      <dgm:spPr/>
    </dgm:pt>
    <dgm:pt modelId="{C4C9DD8F-7801-44E2-898D-49006537700B}" type="pres">
      <dgm:prSet presAssocID="{19B4BEFD-16A1-49A6-AE23-7D16FD4CD4D5}" presName="thinLine2b" presStyleLbl="callout" presStyleIdx="1" presStyleCnt="5"/>
      <dgm:spPr/>
    </dgm:pt>
    <dgm:pt modelId="{C31551A2-E1F1-4686-B62F-3360F974254E}" type="pres">
      <dgm:prSet presAssocID="{19B4BEFD-16A1-49A6-AE23-7D16FD4CD4D5}" presName="vertSpace2b" presStyleCnt="0"/>
      <dgm:spPr/>
    </dgm:pt>
    <dgm:pt modelId="{12579616-97F2-4BE1-9616-F08B955379F4}" type="pres">
      <dgm:prSet presAssocID="{FD8C1BBC-ADEF-4696-A2B6-151692EBF9BE}" presName="thickLine" presStyleLbl="alignNode1" presStyleIdx="2" presStyleCnt="5"/>
      <dgm:spPr/>
    </dgm:pt>
    <dgm:pt modelId="{1F0DB71D-0A19-4411-BD6D-AAEA0D17943E}" type="pres">
      <dgm:prSet presAssocID="{FD8C1BBC-ADEF-4696-A2B6-151692EBF9BE}" presName="horz1" presStyleCnt="0"/>
      <dgm:spPr/>
    </dgm:pt>
    <dgm:pt modelId="{EEB09B83-9896-4159-8AA3-E57E8A554001}" type="pres">
      <dgm:prSet presAssocID="{FD8C1BBC-ADEF-4696-A2B6-151692EBF9BE}" presName="tx1" presStyleLbl="revTx" presStyleIdx="4" presStyleCnt="10"/>
      <dgm:spPr/>
    </dgm:pt>
    <dgm:pt modelId="{75F174C4-A506-4C5D-B353-ED0CDE7E78DA}" type="pres">
      <dgm:prSet presAssocID="{FD8C1BBC-ADEF-4696-A2B6-151692EBF9BE}" presName="vert1" presStyleCnt="0"/>
      <dgm:spPr/>
    </dgm:pt>
    <dgm:pt modelId="{1D4E6B03-4506-4D7E-BA13-2A3A13CDFCDA}" type="pres">
      <dgm:prSet presAssocID="{74895A15-F4E3-4983-9D1E-691FC7866D47}" presName="vertSpace2a" presStyleCnt="0"/>
      <dgm:spPr/>
    </dgm:pt>
    <dgm:pt modelId="{F28541A2-B772-4FC0-A7A0-8642E3C38E3E}" type="pres">
      <dgm:prSet presAssocID="{74895A15-F4E3-4983-9D1E-691FC7866D47}" presName="horz2" presStyleCnt="0"/>
      <dgm:spPr/>
    </dgm:pt>
    <dgm:pt modelId="{12437EE2-7A6B-47F2-B765-3B5FB9F5498E}" type="pres">
      <dgm:prSet presAssocID="{74895A15-F4E3-4983-9D1E-691FC7866D47}" presName="horzSpace2" presStyleCnt="0"/>
      <dgm:spPr/>
    </dgm:pt>
    <dgm:pt modelId="{48A869A8-ADD9-4B71-89E6-A3AB214C9A46}" type="pres">
      <dgm:prSet presAssocID="{74895A15-F4E3-4983-9D1E-691FC7866D47}" presName="tx2" presStyleLbl="revTx" presStyleIdx="5" presStyleCnt="10"/>
      <dgm:spPr/>
    </dgm:pt>
    <dgm:pt modelId="{F3AEFC75-DA0F-4964-A0F1-C3DD2189CCA5}" type="pres">
      <dgm:prSet presAssocID="{74895A15-F4E3-4983-9D1E-691FC7866D47}" presName="vert2" presStyleCnt="0"/>
      <dgm:spPr/>
    </dgm:pt>
    <dgm:pt modelId="{26D28C03-FA57-495D-9215-722FB772B83B}" type="pres">
      <dgm:prSet presAssocID="{74895A15-F4E3-4983-9D1E-691FC7866D47}" presName="thinLine2b" presStyleLbl="callout" presStyleIdx="2" presStyleCnt="5"/>
      <dgm:spPr/>
    </dgm:pt>
    <dgm:pt modelId="{3DBB21C2-5F33-46C8-8B8D-372A389094FD}" type="pres">
      <dgm:prSet presAssocID="{74895A15-F4E3-4983-9D1E-691FC7866D47}" presName="vertSpace2b" presStyleCnt="0"/>
      <dgm:spPr/>
    </dgm:pt>
    <dgm:pt modelId="{6E84F4EE-5CAE-4912-A5DB-3C96B4BBB89D}" type="pres">
      <dgm:prSet presAssocID="{0C6FB5DF-849D-400D-9771-F31E3B148F73}" presName="thickLine" presStyleLbl="alignNode1" presStyleIdx="3" presStyleCnt="5"/>
      <dgm:spPr/>
    </dgm:pt>
    <dgm:pt modelId="{79F433E3-52FA-4195-9ECE-03E8884EBA3B}" type="pres">
      <dgm:prSet presAssocID="{0C6FB5DF-849D-400D-9771-F31E3B148F73}" presName="horz1" presStyleCnt="0"/>
      <dgm:spPr/>
    </dgm:pt>
    <dgm:pt modelId="{E4E3D8C5-ADAF-4617-9A6B-0EA105DA481F}" type="pres">
      <dgm:prSet presAssocID="{0C6FB5DF-849D-400D-9771-F31E3B148F73}" presName="tx1" presStyleLbl="revTx" presStyleIdx="6" presStyleCnt="10"/>
      <dgm:spPr/>
    </dgm:pt>
    <dgm:pt modelId="{C9AA84EF-549A-43A5-9976-A04AD1C1E90D}" type="pres">
      <dgm:prSet presAssocID="{0C6FB5DF-849D-400D-9771-F31E3B148F73}" presName="vert1" presStyleCnt="0"/>
      <dgm:spPr/>
    </dgm:pt>
    <dgm:pt modelId="{2CD7D430-42D6-46B8-A62C-B0CCA9CC670E}" type="pres">
      <dgm:prSet presAssocID="{3C6930CB-F82C-4277-B149-738D82FF8669}" presName="vertSpace2a" presStyleCnt="0"/>
      <dgm:spPr/>
    </dgm:pt>
    <dgm:pt modelId="{75AE3DE1-1E32-4AB2-87E8-23118527B00F}" type="pres">
      <dgm:prSet presAssocID="{3C6930CB-F82C-4277-B149-738D82FF8669}" presName="horz2" presStyleCnt="0"/>
      <dgm:spPr/>
    </dgm:pt>
    <dgm:pt modelId="{C720DE21-BA37-466A-A67A-D047B6665335}" type="pres">
      <dgm:prSet presAssocID="{3C6930CB-F82C-4277-B149-738D82FF8669}" presName="horzSpace2" presStyleCnt="0"/>
      <dgm:spPr/>
    </dgm:pt>
    <dgm:pt modelId="{95C92B5E-ECAD-4345-9DD1-E4C0D9EEE40B}" type="pres">
      <dgm:prSet presAssocID="{3C6930CB-F82C-4277-B149-738D82FF8669}" presName="tx2" presStyleLbl="revTx" presStyleIdx="7" presStyleCnt="10"/>
      <dgm:spPr/>
    </dgm:pt>
    <dgm:pt modelId="{2A404248-3F75-4AA2-B666-14797CA11A6C}" type="pres">
      <dgm:prSet presAssocID="{3C6930CB-F82C-4277-B149-738D82FF8669}" presName="vert2" presStyleCnt="0"/>
      <dgm:spPr/>
    </dgm:pt>
    <dgm:pt modelId="{2DBF60FD-D165-4DD6-BDD1-AD876109E27D}" type="pres">
      <dgm:prSet presAssocID="{3C6930CB-F82C-4277-B149-738D82FF8669}" presName="thinLine2b" presStyleLbl="callout" presStyleIdx="3" presStyleCnt="5"/>
      <dgm:spPr/>
    </dgm:pt>
    <dgm:pt modelId="{492126A9-7240-4B5A-B185-30977D393BD2}" type="pres">
      <dgm:prSet presAssocID="{3C6930CB-F82C-4277-B149-738D82FF8669}" presName="vertSpace2b" presStyleCnt="0"/>
      <dgm:spPr/>
    </dgm:pt>
    <dgm:pt modelId="{F865F023-DBBE-4373-97F5-D62C4235ADC2}" type="pres">
      <dgm:prSet presAssocID="{6E7866E8-587A-4B14-A2EE-96A17779F064}" presName="thickLine" presStyleLbl="alignNode1" presStyleIdx="4" presStyleCnt="5"/>
      <dgm:spPr/>
    </dgm:pt>
    <dgm:pt modelId="{36A1BBAC-CDDB-4906-BDEF-73170A73057E}" type="pres">
      <dgm:prSet presAssocID="{6E7866E8-587A-4B14-A2EE-96A17779F064}" presName="horz1" presStyleCnt="0"/>
      <dgm:spPr/>
    </dgm:pt>
    <dgm:pt modelId="{DB52B3AD-98C3-4349-BF82-3E6932F5D6C9}" type="pres">
      <dgm:prSet presAssocID="{6E7866E8-587A-4B14-A2EE-96A17779F064}" presName="tx1" presStyleLbl="revTx" presStyleIdx="8" presStyleCnt="10"/>
      <dgm:spPr/>
    </dgm:pt>
    <dgm:pt modelId="{403204CB-C1CE-4E45-AB2C-19025C20176A}" type="pres">
      <dgm:prSet presAssocID="{6E7866E8-587A-4B14-A2EE-96A17779F064}" presName="vert1" presStyleCnt="0"/>
      <dgm:spPr/>
    </dgm:pt>
    <dgm:pt modelId="{5DEBE116-350B-4DB5-A844-54E15050CE58}" type="pres">
      <dgm:prSet presAssocID="{15C5FC84-6DE5-445A-AC04-BA2EF758F005}" presName="vertSpace2a" presStyleCnt="0"/>
      <dgm:spPr/>
    </dgm:pt>
    <dgm:pt modelId="{440C4098-58AB-4031-8287-9E507DF27405}" type="pres">
      <dgm:prSet presAssocID="{15C5FC84-6DE5-445A-AC04-BA2EF758F005}" presName="horz2" presStyleCnt="0"/>
      <dgm:spPr/>
    </dgm:pt>
    <dgm:pt modelId="{BC092D7F-0C4C-4AFE-8D50-56B8034EF618}" type="pres">
      <dgm:prSet presAssocID="{15C5FC84-6DE5-445A-AC04-BA2EF758F005}" presName="horzSpace2" presStyleCnt="0"/>
      <dgm:spPr/>
    </dgm:pt>
    <dgm:pt modelId="{CEB6C81D-C8BC-4F27-8917-2825B67887D9}" type="pres">
      <dgm:prSet presAssocID="{15C5FC84-6DE5-445A-AC04-BA2EF758F005}" presName="tx2" presStyleLbl="revTx" presStyleIdx="9" presStyleCnt="10"/>
      <dgm:spPr/>
    </dgm:pt>
    <dgm:pt modelId="{C1EF68B3-9F27-4F5C-BCF8-8F35C6E95CE0}" type="pres">
      <dgm:prSet presAssocID="{15C5FC84-6DE5-445A-AC04-BA2EF758F005}" presName="vert2" presStyleCnt="0"/>
      <dgm:spPr/>
    </dgm:pt>
    <dgm:pt modelId="{3D156F64-4C89-4C75-B68B-B1CD4F829FF9}" type="pres">
      <dgm:prSet presAssocID="{15C5FC84-6DE5-445A-AC04-BA2EF758F005}" presName="thinLine2b" presStyleLbl="callout" presStyleIdx="4" presStyleCnt="5"/>
      <dgm:spPr/>
    </dgm:pt>
    <dgm:pt modelId="{3F81C8B7-9BCD-4654-A1F6-DD47208BCBAA}" type="pres">
      <dgm:prSet presAssocID="{15C5FC84-6DE5-445A-AC04-BA2EF758F005}" presName="vertSpace2b" presStyleCnt="0"/>
      <dgm:spPr/>
    </dgm:pt>
  </dgm:ptLst>
  <dgm:cxnLst>
    <dgm:cxn modelId="{0C41C90E-5A74-47E9-B521-C1C7F02DE5AF}" type="presOf" srcId="{3C6930CB-F82C-4277-B149-738D82FF8669}" destId="{95C92B5E-ECAD-4345-9DD1-E4C0D9EEE40B}" srcOrd="0" destOrd="0" presId="urn:microsoft.com/office/officeart/2008/layout/LinedList"/>
    <dgm:cxn modelId="{8F1E1E1B-3FA1-42D7-B6D2-1409D159E0FB}" srcId="{0B88235B-5552-4778-9EF3-1447854EED59}" destId="{FD8C1BBC-ADEF-4696-A2B6-151692EBF9BE}" srcOrd="2" destOrd="0" parTransId="{D9FF1BEA-23FC-40DE-AD19-213611A46518}" sibTransId="{330BB1EE-49D8-458D-9B26-8A5CCC0B0237}"/>
    <dgm:cxn modelId="{D714D71B-4649-42BF-81FE-418050C363E5}" type="presOf" srcId="{74895A15-F4E3-4983-9D1E-691FC7866D47}" destId="{48A869A8-ADD9-4B71-89E6-A3AB214C9A46}" srcOrd="0" destOrd="0" presId="urn:microsoft.com/office/officeart/2008/layout/LinedList"/>
    <dgm:cxn modelId="{0152961D-865F-4D2B-918D-AEFF350944D9}" type="presOf" srcId="{0C6FB5DF-849D-400D-9771-F31E3B148F73}" destId="{E4E3D8C5-ADAF-4617-9A6B-0EA105DA481F}" srcOrd="0" destOrd="0" presId="urn:microsoft.com/office/officeart/2008/layout/LinedList"/>
    <dgm:cxn modelId="{81A0B232-2000-4391-B38A-48013CFAE695}" type="presOf" srcId="{FD8C1BBC-ADEF-4696-A2B6-151692EBF9BE}" destId="{EEB09B83-9896-4159-8AA3-E57E8A554001}" srcOrd="0" destOrd="0" presId="urn:microsoft.com/office/officeart/2008/layout/LinedList"/>
    <dgm:cxn modelId="{5198AD5E-8964-4A3B-9209-9DDB5A82E337}" srcId="{0B88235B-5552-4778-9EF3-1447854EED59}" destId="{8B51E03B-B900-4A50-AB98-DD6CE35CAF42}" srcOrd="0" destOrd="0" parTransId="{F631F7F7-02D9-4597-ADC5-920BC8A0648A}" sibTransId="{BEC652B2-4B9D-475C-B904-4CC4A261AF22}"/>
    <dgm:cxn modelId="{04607560-9505-46AF-A7FE-E600DF2534D9}" srcId="{0C6FB5DF-849D-400D-9771-F31E3B148F73}" destId="{3C6930CB-F82C-4277-B149-738D82FF8669}" srcOrd="0" destOrd="0" parTransId="{ACEB5328-3E27-4FAE-ADD3-B6B7A08820F2}" sibTransId="{51B10C04-7A9A-431F-AE24-919741F154FD}"/>
    <dgm:cxn modelId="{EA7E9A45-6F75-4832-AEFC-54B6C37B7F5E}" srcId="{469EA39D-EC82-4A73-AE68-14A1C5397BFB}" destId="{19B4BEFD-16A1-49A6-AE23-7D16FD4CD4D5}" srcOrd="0" destOrd="0" parTransId="{7A8A1319-4F97-4595-ACE0-6C538C91A799}" sibTransId="{F98D66E7-393A-41E8-8687-FA07BD1C1F73}"/>
    <dgm:cxn modelId="{879D6848-EA07-45BB-A734-89DC97360C20}" type="presOf" srcId="{0B88235B-5552-4778-9EF3-1447854EED59}" destId="{0FC96DB2-514C-4939-80A9-ECF45667E1DC}" srcOrd="0" destOrd="0" presId="urn:microsoft.com/office/officeart/2008/layout/LinedList"/>
    <dgm:cxn modelId="{3771904D-6963-4E2B-BEE3-EE61C9DCC573}" type="presOf" srcId="{19B4BEFD-16A1-49A6-AE23-7D16FD4CD4D5}" destId="{02B4D495-314A-4DA6-A099-9EA1CB41A044}" srcOrd="0" destOrd="0" presId="urn:microsoft.com/office/officeart/2008/layout/LinedList"/>
    <dgm:cxn modelId="{ADF30756-F4C4-4847-8221-13BFD92A9431}" type="presOf" srcId="{8B4D06D4-764A-40C2-818E-29255764012C}" destId="{244C36B5-A64B-4D32-A885-2DC74923820C}" srcOrd="0" destOrd="0" presId="urn:microsoft.com/office/officeart/2008/layout/LinedList"/>
    <dgm:cxn modelId="{73092D7D-11C0-49EA-B440-E61C96579DC6}" type="presOf" srcId="{8B51E03B-B900-4A50-AB98-DD6CE35CAF42}" destId="{575270CC-507C-4561-9833-00BBC54DC56B}" srcOrd="0" destOrd="0" presId="urn:microsoft.com/office/officeart/2008/layout/LinedList"/>
    <dgm:cxn modelId="{388042BF-A30F-4EEF-9FEC-C357AC40614B}" srcId="{0B88235B-5552-4778-9EF3-1447854EED59}" destId="{6E7866E8-587A-4B14-A2EE-96A17779F064}" srcOrd="4" destOrd="0" parTransId="{35060B19-0D73-4FE2-9BEF-29509D102F48}" sibTransId="{CF144E19-450E-405C-BFAE-3C50BC740D10}"/>
    <dgm:cxn modelId="{04066DC3-10D7-4C03-8EDF-EF10916A9444}" srcId="{0B88235B-5552-4778-9EF3-1447854EED59}" destId="{0C6FB5DF-849D-400D-9771-F31E3B148F73}" srcOrd="3" destOrd="0" parTransId="{C5D4C8C3-5E84-4041-BCA9-0191E0627E03}" sibTransId="{4105E22A-28BC-42E8-80A0-782232F34020}"/>
    <dgm:cxn modelId="{B64E3EC5-3988-4B38-80E1-61104BBB9550}" srcId="{8B51E03B-B900-4A50-AB98-DD6CE35CAF42}" destId="{8B4D06D4-764A-40C2-818E-29255764012C}" srcOrd="0" destOrd="0" parTransId="{4FBB6382-A44A-4348-8DF3-130116C71A1E}" sibTransId="{882D7FB2-0F83-492A-81CA-41D2F1866FFA}"/>
    <dgm:cxn modelId="{09E6DFCF-17E3-4C43-BC81-7B93A142CE7F}" srcId="{0B88235B-5552-4778-9EF3-1447854EED59}" destId="{469EA39D-EC82-4A73-AE68-14A1C5397BFB}" srcOrd="1" destOrd="0" parTransId="{9784E914-EFED-4046-B0D1-898EF2ADE404}" sibTransId="{F68D0F04-6C71-41E7-8048-8BF1E95B0A88}"/>
    <dgm:cxn modelId="{2D1AB2D6-E16F-4782-8C17-894BC095CB29}" type="presOf" srcId="{15C5FC84-6DE5-445A-AC04-BA2EF758F005}" destId="{CEB6C81D-C8BC-4F27-8917-2825B67887D9}" srcOrd="0" destOrd="0" presId="urn:microsoft.com/office/officeart/2008/layout/LinedList"/>
    <dgm:cxn modelId="{191454ED-5BB0-48CB-93A7-D1FFE659608B}" srcId="{6E7866E8-587A-4B14-A2EE-96A17779F064}" destId="{15C5FC84-6DE5-445A-AC04-BA2EF758F005}" srcOrd="0" destOrd="0" parTransId="{8A8B07A3-840B-4DBF-B20F-536408217EC7}" sibTransId="{2B84D7EB-C7C1-4509-8CF6-C9872ED67D1C}"/>
    <dgm:cxn modelId="{115225EF-C74B-4E02-AE4F-C10972B1729D}" srcId="{FD8C1BBC-ADEF-4696-A2B6-151692EBF9BE}" destId="{74895A15-F4E3-4983-9D1E-691FC7866D47}" srcOrd="0" destOrd="0" parTransId="{17827D73-8A33-4A5D-B381-BA0C877B9424}" sibTransId="{B1FEEB16-A923-4CDF-BC1A-25A0812BD44E}"/>
    <dgm:cxn modelId="{E1C4E0F1-0FA2-4A26-A824-BE025B84AC91}" type="presOf" srcId="{6E7866E8-587A-4B14-A2EE-96A17779F064}" destId="{DB52B3AD-98C3-4349-BF82-3E6932F5D6C9}" srcOrd="0" destOrd="0" presId="urn:microsoft.com/office/officeart/2008/layout/LinedList"/>
    <dgm:cxn modelId="{00B50BF9-05F3-40C5-8198-703D27A5D9F8}" type="presOf" srcId="{469EA39D-EC82-4A73-AE68-14A1C5397BFB}" destId="{40205B7F-ACF7-4E50-814D-74591916E5C4}" srcOrd="0" destOrd="0" presId="urn:microsoft.com/office/officeart/2008/layout/LinedList"/>
    <dgm:cxn modelId="{6CC9F515-1017-43BE-9C1B-6F6D710916B5}" type="presParOf" srcId="{0FC96DB2-514C-4939-80A9-ECF45667E1DC}" destId="{B4C03008-5168-4257-A9FB-B3A036A745C3}" srcOrd="0" destOrd="0" presId="urn:microsoft.com/office/officeart/2008/layout/LinedList"/>
    <dgm:cxn modelId="{A7095738-5FFB-4CC9-8C04-2D9D1CB4076B}" type="presParOf" srcId="{0FC96DB2-514C-4939-80A9-ECF45667E1DC}" destId="{CB0BD4DE-5D31-4DC8-A45E-1682BA8701FE}" srcOrd="1" destOrd="0" presId="urn:microsoft.com/office/officeart/2008/layout/LinedList"/>
    <dgm:cxn modelId="{5A40988E-5B54-4D93-947A-90E2426D6DF2}" type="presParOf" srcId="{CB0BD4DE-5D31-4DC8-A45E-1682BA8701FE}" destId="{575270CC-507C-4561-9833-00BBC54DC56B}" srcOrd="0" destOrd="0" presId="urn:microsoft.com/office/officeart/2008/layout/LinedList"/>
    <dgm:cxn modelId="{C3AB9188-833A-4A0D-B411-B5E1F6F94B1B}" type="presParOf" srcId="{CB0BD4DE-5D31-4DC8-A45E-1682BA8701FE}" destId="{0DBA2D9B-0010-44DE-8289-0AA63A797513}" srcOrd="1" destOrd="0" presId="urn:microsoft.com/office/officeart/2008/layout/LinedList"/>
    <dgm:cxn modelId="{1D81D5CF-24B3-47C3-BC33-55308E555AD2}" type="presParOf" srcId="{0DBA2D9B-0010-44DE-8289-0AA63A797513}" destId="{19CF50D6-0CFC-4DE2-93DD-7560993ABF9F}" srcOrd="0" destOrd="0" presId="urn:microsoft.com/office/officeart/2008/layout/LinedList"/>
    <dgm:cxn modelId="{D9B749ED-2821-4DBF-B7F7-8CFF6454B2F3}" type="presParOf" srcId="{0DBA2D9B-0010-44DE-8289-0AA63A797513}" destId="{22CBC98C-2847-4BA0-B166-8C989D83B343}" srcOrd="1" destOrd="0" presId="urn:microsoft.com/office/officeart/2008/layout/LinedList"/>
    <dgm:cxn modelId="{C9F7D20B-6733-4042-9EF4-7759FEB65192}" type="presParOf" srcId="{22CBC98C-2847-4BA0-B166-8C989D83B343}" destId="{AE819423-DCCA-4BFF-A709-05C76350FE6B}" srcOrd="0" destOrd="0" presId="urn:microsoft.com/office/officeart/2008/layout/LinedList"/>
    <dgm:cxn modelId="{D6C707A8-2FCB-46D5-9779-3BFB4D9C05EF}" type="presParOf" srcId="{22CBC98C-2847-4BA0-B166-8C989D83B343}" destId="{244C36B5-A64B-4D32-A885-2DC74923820C}" srcOrd="1" destOrd="0" presId="urn:microsoft.com/office/officeart/2008/layout/LinedList"/>
    <dgm:cxn modelId="{AE8C39BC-0E3E-42A7-9982-7267EC832D41}" type="presParOf" srcId="{22CBC98C-2847-4BA0-B166-8C989D83B343}" destId="{031C9B3F-FF27-4BF6-BB34-1DCA07898F6B}" srcOrd="2" destOrd="0" presId="urn:microsoft.com/office/officeart/2008/layout/LinedList"/>
    <dgm:cxn modelId="{7C11D65D-C51B-4851-9365-9D423AED9F77}" type="presParOf" srcId="{0DBA2D9B-0010-44DE-8289-0AA63A797513}" destId="{11FBBBC7-9264-4117-BF6A-7E2BE2F4F0E4}" srcOrd="2" destOrd="0" presId="urn:microsoft.com/office/officeart/2008/layout/LinedList"/>
    <dgm:cxn modelId="{EA97FA86-EB00-488F-A544-BF4061BAD780}" type="presParOf" srcId="{0DBA2D9B-0010-44DE-8289-0AA63A797513}" destId="{392845DD-4398-4D48-B92E-BF7BEFF6EB3B}" srcOrd="3" destOrd="0" presId="urn:microsoft.com/office/officeart/2008/layout/LinedList"/>
    <dgm:cxn modelId="{C5B7C149-8231-4CAB-815E-4F14D2366F99}" type="presParOf" srcId="{0FC96DB2-514C-4939-80A9-ECF45667E1DC}" destId="{306C111A-920C-4482-A748-C4440A257E00}" srcOrd="2" destOrd="0" presId="urn:microsoft.com/office/officeart/2008/layout/LinedList"/>
    <dgm:cxn modelId="{1DFF9C6C-7F98-4379-A39C-107E30F34E76}" type="presParOf" srcId="{0FC96DB2-514C-4939-80A9-ECF45667E1DC}" destId="{0283E963-73C7-4213-BA74-3B37D22B9CEC}" srcOrd="3" destOrd="0" presId="urn:microsoft.com/office/officeart/2008/layout/LinedList"/>
    <dgm:cxn modelId="{0E534F73-32F2-4E6C-9B1D-9AD865B74DC7}" type="presParOf" srcId="{0283E963-73C7-4213-BA74-3B37D22B9CEC}" destId="{40205B7F-ACF7-4E50-814D-74591916E5C4}" srcOrd="0" destOrd="0" presId="urn:microsoft.com/office/officeart/2008/layout/LinedList"/>
    <dgm:cxn modelId="{B4BD4DF0-AE62-48DB-8578-E45AAC0624DD}" type="presParOf" srcId="{0283E963-73C7-4213-BA74-3B37D22B9CEC}" destId="{69642BBF-8889-4036-8613-793DFB54867C}" srcOrd="1" destOrd="0" presId="urn:microsoft.com/office/officeart/2008/layout/LinedList"/>
    <dgm:cxn modelId="{958DC9A8-0ED8-4F0E-BD6A-7F5133E48599}" type="presParOf" srcId="{69642BBF-8889-4036-8613-793DFB54867C}" destId="{E5B96268-0B9D-465D-8439-4F10FC30F99B}" srcOrd="0" destOrd="0" presId="urn:microsoft.com/office/officeart/2008/layout/LinedList"/>
    <dgm:cxn modelId="{B115604F-0930-4CD3-A91B-404F152666BE}" type="presParOf" srcId="{69642BBF-8889-4036-8613-793DFB54867C}" destId="{B6F5DA28-6950-4F69-865A-AD3A9B16BF75}" srcOrd="1" destOrd="0" presId="urn:microsoft.com/office/officeart/2008/layout/LinedList"/>
    <dgm:cxn modelId="{981CC46B-93A9-401A-B904-1140F655BECA}" type="presParOf" srcId="{B6F5DA28-6950-4F69-865A-AD3A9B16BF75}" destId="{43CBC16F-5B59-4662-BF23-90AA004F858F}" srcOrd="0" destOrd="0" presId="urn:microsoft.com/office/officeart/2008/layout/LinedList"/>
    <dgm:cxn modelId="{EC51FB42-5E3C-4B27-9192-277A42C99EA7}" type="presParOf" srcId="{B6F5DA28-6950-4F69-865A-AD3A9B16BF75}" destId="{02B4D495-314A-4DA6-A099-9EA1CB41A044}" srcOrd="1" destOrd="0" presId="urn:microsoft.com/office/officeart/2008/layout/LinedList"/>
    <dgm:cxn modelId="{C33849CC-EA19-4F82-A66F-333C1D0461FB}" type="presParOf" srcId="{B6F5DA28-6950-4F69-865A-AD3A9B16BF75}" destId="{506B2FE4-674A-49B6-BA83-575F45B8AB7D}" srcOrd="2" destOrd="0" presId="urn:microsoft.com/office/officeart/2008/layout/LinedList"/>
    <dgm:cxn modelId="{B722F8F5-5860-4583-BA16-78E20D3CEB86}" type="presParOf" srcId="{69642BBF-8889-4036-8613-793DFB54867C}" destId="{C4C9DD8F-7801-44E2-898D-49006537700B}" srcOrd="2" destOrd="0" presId="urn:microsoft.com/office/officeart/2008/layout/LinedList"/>
    <dgm:cxn modelId="{5109F810-F5B0-494D-9677-E57972AF52CA}" type="presParOf" srcId="{69642BBF-8889-4036-8613-793DFB54867C}" destId="{C31551A2-E1F1-4686-B62F-3360F974254E}" srcOrd="3" destOrd="0" presId="urn:microsoft.com/office/officeart/2008/layout/LinedList"/>
    <dgm:cxn modelId="{341E9048-28B1-4ED0-9EC6-FE9A5877F4EC}" type="presParOf" srcId="{0FC96DB2-514C-4939-80A9-ECF45667E1DC}" destId="{12579616-97F2-4BE1-9616-F08B955379F4}" srcOrd="4" destOrd="0" presId="urn:microsoft.com/office/officeart/2008/layout/LinedList"/>
    <dgm:cxn modelId="{B9F7B14C-13A6-4FDA-A76F-69639861E3B6}" type="presParOf" srcId="{0FC96DB2-514C-4939-80A9-ECF45667E1DC}" destId="{1F0DB71D-0A19-4411-BD6D-AAEA0D17943E}" srcOrd="5" destOrd="0" presId="urn:microsoft.com/office/officeart/2008/layout/LinedList"/>
    <dgm:cxn modelId="{FA739746-D36F-49FA-BCB6-0255133A3A80}" type="presParOf" srcId="{1F0DB71D-0A19-4411-BD6D-AAEA0D17943E}" destId="{EEB09B83-9896-4159-8AA3-E57E8A554001}" srcOrd="0" destOrd="0" presId="urn:microsoft.com/office/officeart/2008/layout/LinedList"/>
    <dgm:cxn modelId="{2C11C3D9-C440-4820-91EC-5D55EE2163E7}" type="presParOf" srcId="{1F0DB71D-0A19-4411-BD6D-AAEA0D17943E}" destId="{75F174C4-A506-4C5D-B353-ED0CDE7E78DA}" srcOrd="1" destOrd="0" presId="urn:microsoft.com/office/officeart/2008/layout/LinedList"/>
    <dgm:cxn modelId="{14B286CA-8C4F-4032-86E4-DC7FEACF0CEB}" type="presParOf" srcId="{75F174C4-A506-4C5D-B353-ED0CDE7E78DA}" destId="{1D4E6B03-4506-4D7E-BA13-2A3A13CDFCDA}" srcOrd="0" destOrd="0" presId="urn:microsoft.com/office/officeart/2008/layout/LinedList"/>
    <dgm:cxn modelId="{205ADC7C-FFF0-4A30-9E2F-3F6D666AD26D}" type="presParOf" srcId="{75F174C4-A506-4C5D-B353-ED0CDE7E78DA}" destId="{F28541A2-B772-4FC0-A7A0-8642E3C38E3E}" srcOrd="1" destOrd="0" presId="urn:microsoft.com/office/officeart/2008/layout/LinedList"/>
    <dgm:cxn modelId="{58F6900B-B34D-4AA4-B0D0-E91E067D9773}" type="presParOf" srcId="{F28541A2-B772-4FC0-A7A0-8642E3C38E3E}" destId="{12437EE2-7A6B-47F2-B765-3B5FB9F5498E}" srcOrd="0" destOrd="0" presId="urn:microsoft.com/office/officeart/2008/layout/LinedList"/>
    <dgm:cxn modelId="{95F7AEB7-F5FC-4E06-B68B-5453A7EF98F3}" type="presParOf" srcId="{F28541A2-B772-4FC0-A7A0-8642E3C38E3E}" destId="{48A869A8-ADD9-4B71-89E6-A3AB214C9A46}" srcOrd="1" destOrd="0" presId="urn:microsoft.com/office/officeart/2008/layout/LinedList"/>
    <dgm:cxn modelId="{3E7BB8D5-5A26-454A-8F34-4606439BB547}" type="presParOf" srcId="{F28541A2-B772-4FC0-A7A0-8642E3C38E3E}" destId="{F3AEFC75-DA0F-4964-A0F1-C3DD2189CCA5}" srcOrd="2" destOrd="0" presId="urn:microsoft.com/office/officeart/2008/layout/LinedList"/>
    <dgm:cxn modelId="{4196BAB2-37D6-4A45-B052-4B7D709AD3AF}" type="presParOf" srcId="{75F174C4-A506-4C5D-B353-ED0CDE7E78DA}" destId="{26D28C03-FA57-495D-9215-722FB772B83B}" srcOrd="2" destOrd="0" presId="urn:microsoft.com/office/officeart/2008/layout/LinedList"/>
    <dgm:cxn modelId="{B908533F-C7E0-4D73-B318-17AE13BCFCED}" type="presParOf" srcId="{75F174C4-A506-4C5D-B353-ED0CDE7E78DA}" destId="{3DBB21C2-5F33-46C8-8B8D-372A389094FD}" srcOrd="3" destOrd="0" presId="urn:microsoft.com/office/officeart/2008/layout/LinedList"/>
    <dgm:cxn modelId="{967458DB-A6E0-4C53-94D7-3809845169F8}" type="presParOf" srcId="{0FC96DB2-514C-4939-80A9-ECF45667E1DC}" destId="{6E84F4EE-5CAE-4912-A5DB-3C96B4BBB89D}" srcOrd="6" destOrd="0" presId="urn:microsoft.com/office/officeart/2008/layout/LinedList"/>
    <dgm:cxn modelId="{2FD3222E-3F25-4114-8E00-FC9A3FA137CB}" type="presParOf" srcId="{0FC96DB2-514C-4939-80A9-ECF45667E1DC}" destId="{79F433E3-52FA-4195-9ECE-03E8884EBA3B}" srcOrd="7" destOrd="0" presId="urn:microsoft.com/office/officeart/2008/layout/LinedList"/>
    <dgm:cxn modelId="{99753064-3A77-44AB-9504-841303756B45}" type="presParOf" srcId="{79F433E3-52FA-4195-9ECE-03E8884EBA3B}" destId="{E4E3D8C5-ADAF-4617-9A6B-0EA105DA481F}" srcOrd="0" destOrd="0" presId="urn:microsoft.com/office/officeart/2008/layout/LinedList"/>
    <dgm:cxn modelId="{9C91AC7F-1B82-4934-9D65-C55CB9379518}" type="presParOf" srcId="{79F433E3-52FA-4195-9ECE-03E8884EBA3B}" destId="{C9AA84EF-549A-43A5-9976-A04AD1C1E90D}" srcOrd="1" destOrd="0" presId="urn:microsoft.com/office/officeart/2008/layout/LinedList"/>
    <dgm:cxn modelId="{8648F3A9-FD38-4A7D-A9B8-9EF4C55A9060}" type="presParOf" srcId="{C9AA84EF-549A-43A5-9976-A04AD1C1E90D}" destId="{2CD7D430-42D6-46B8-A62C-B0CCA9CC670E}" srcOrd="0" destOrd="0" presId="urn:microsoft.com/office/officeart/2008/layout/LinedList"/>
    <dgm:cxn modelId="{8B7C44C6-2B65-463E-B18A-59B28285B107}" type="presParOf" srcId="{C9AA84EF-549A-43A5-9976-A04AD1C1E90D}" destId="{75AE3DE1-1E32-4AB2-87E8-23118527B00F}" srcOrd="1" destOrd="0" presId="urn:microsoft.com/office/officeart/2008/layout/LinedList"/>
    <dgm:cxn modelId="{6BACA4EC-1B4D-4DE4-8175-20C9FBE9427B}" type="presParOf" srcId="{75AE3DE1-1E32-4AB2-87E8-23118527B00F}" destId="{C720DE21-BA37-466A-A67A-D047B6665335}" srcOrd="0" destOrd="0" presId="urn:microsoft.com/office/officeart/2008/layout/LinedList"/>
    <dgm:cxn modelId="{4B22B515-B3FC-4A77-AF52-A124CFEC6576}" type="presParOf" srcId="{75AE3DE1-1E32-4AB2-87E8-23118527B00F}" destId="{95C92B5E-ECAD-4345-9DD1-E4C0D9EEE40B}" srcOrd="1" destOrd="0" presId="urn:microsoft.com/office/officeart/2008/layout/LinedList"/>
    <dgm:cxn modelId="{3D1B5F6E-8ACC-44CC-89EC-A8B0EF452F37}" type="presParOf" srcId="{75AE3DE1-1E32-4AB2-87E8-23118527B00F}" destId="{2A404248-3F75-4AA2-B666-14797CA11A6C}" srcOrd="2" destOrd="0" presId="urn:microsoft.com/office/officeart/2008/layout/LinedList"/>
    <dgm:cxn modelId="{69C24947-9CE4-4A82-B586-4F0DE0B8CF55}" type="presParOf" srcId="{C9AA84EF-549A-43A5-9976-A04AD1C1E90D}" destId="{2DBF60FD-D165-4DD6-BDD1-AD876109E27D}" srcOrd="2" destOrd="0" presId="urn:microsoft.com/office/officeart/2008/layout/LinedList"/>
    <dgm:cxn modelId="{AEBF3869-56FA-497D-8271-43B178214C19}" type="presParOf" srcId="{C9AA84EF-549A-43A5-9976-A04AD1C1E90D}" destId="{492126A9-7240-4B5A-B185-30977D393BD2}" srcOrd="3" destOrd="0" presId="urn:microsoft.com/office/officeart/2008/layout/LinedList"/>
    <dgm:cxn modelId="{736838A5-10F1-4314-8E09-11EC83908684}" type="presParOf" srcId="{0FC96DB2-514C-4939-80A9-ECF45667E1DC}" destId="{F865F023-DBBE-4373-97F5-D62C4235ADC2}" srcOrd="8" destOrd="0" presId="urn:microsoft.com/office/officeart/2008/layout/LinedList"/>
    <dgm:cxn modelId="{DF91C6A7-0A76-4769-A7DA-C6A6C42A513B}" type="presParOf" srcId="{0FC96DB2-514C-4939-80A9-ECF45667E1DC}" destId="{36A1BBAC-CDDB-4906-BDEF-73170A73057E}" srcOrd="9" destOrd="0" presId="urn:microsoft.com/office/officeart/2008/layout/LinedList"/>
    <dgm:cxn modelId="{7C68C0CC-4E76-4095-8AE9-8FE3D4FC91E3}" type="presParOf" srcId="{36A1BBAC-CDDB-4906-BDEF-73170A73057E}" destId="{DB52B3AD-98C3-4349-BF82-3E6932F5D6C9}" srcOrd="0" destOrd="0" presId="urn:microsoft.com/office/officeart/2008/layout/LinedList"/>
    <dgm:cxn modelId="{88C0D050-3D3A-4859-988F-8E94B9D63133}" type="presParOf" srcId="{36A1BBAC-CDDB-4906-BDEF-73170A73057E}" destId="{403204CB-C1CE-4E45-AB2C-19025C20176A}" srcOrd="1" destOrd="0" presId="urn:microsoft.com/office/officeart/2008/layout/LinedList"/>
    <dgm:cxn modelId="{6218B2EE-56F4-48BB-9D87-F4F669465F45}" type="presParOf" srcId="{403204CB-C1CE-4E45-AB2C-19025C20176A}" destId="{5DEBE116-350B-4DB5-A844-54E15050CE58}" srcOrd="0" destOrd="0" presId="urn:microsoft.com/office/officeart/2008/layout/LinedList"/>
    <dgm:cxn modelId="{2CD8B505-8474-4B22-8B98-04CBAF24435C}" type="presParOf" srcId="{403204CB-C1CE-4E45-AB2C-19025C20176A}" destId="{440C4098-58AB-4031-8287-9E507DF27405}" srcOrd="1" destOrd="0" presId="urn:microsoft.com/office/officeart/2008/layout/LinedList"/>
    <dgm:cxn modelId="{97A6815F-EA5A-45AA-BE72-33C077B53C98}" type="presParOf" srcId="{440C4098-58AB-4031-8287-9E507DF27405}" destId="{BC092D7F-0C4C-4AFE-8D50-56B8034EF618}" srcOrd="0" destOrd="0" presId="urn:microsoft.com/office/officeart/2008/layout/LinedList"/>
    <dgm:cxn modelId="{FC0FB67F-EE1D-45A3-A7D5-210D21960889}" type="presParOf" srcId="{440C4098-58AB-4031-8287-9E507DF27405}" destId="{CEB6C81D-C8BC-4F27-8917-2825B67887D9}" srcOrd="1" destOrd="0" presId="urn:microsoft.com/office/officeart/2008/layout/LinedList"/>
    <dgm:cxn modelId="{9BEA61BE-8B7E-478F-97AA-EB782607DB5C}" type="presParOf" srcId="{440C4098-58AB-4031-8287-9E507DF27405}" destId="{C1EF68B3-9F27-4F5C-BCF8-8F35C6E95CE0}" srcOrd="2" destOrd="0" presId="urn:microsoft.com/office/officeart/2008/layout/LinedList"/>
    <dgm:cxn modelId="{98092C4D-1766-4D45-8FA6-A2E7D114959E}" type="presParOf" srcId="{403204CB-C1CE-4E45-AB2C-19025C20176A}" destId="{3D156F64-4C89-4C75-B68B-B1CD4F829FF9}" srcOrd="2" destOrd="0" presId="urn:microsoft.com/office/officeart/2008/layout/LinedList"/>
    <dgm:cxn modelId="{38FC1F41-F2DC-42A6-BA00-B07BC9191AB7}" type="presParOf" srcId="{403204CB-C1CE-4E45-AB2C-19025C20176A}" destId="{3F81C8B7-9BCD-4654-A1F6-DD47208BCBAA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B88235B-5552-4778-9EF3-1447854EED5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51E03B-B900-4A50-AB98-DD6CE35CAF42}">
      <dgm:prSet custT="1"/>
      <dgm:spPr/>
      <dgm:t>
        <a:bodyPr/>
        <a:lstStyle/>
        <a:p>
          <a:r>
            <a:rPr lang="en-US" sz="12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Open-source and Free</a:t>
          </a:r>
          <a:endParaRPr lang="en-US" sz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631F7F7-02D9-4597-ADC5-920BC8A0648A}" type="parTrans" cxnId="{5198AD5E-8964-4A3B-9209-9DDB5A82E337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EC652B2-4B9D-475C-B904-4CC4A261AF22}" type="sibTrans" cxnId="{5198AD5E-8964-4A3B-9209-9DDB5A82E337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69EA39D-EC82-4A73-AE68-14A1C5397BFB}">
      <dgm:prSet custT="1"/>
      <dgm:spPr/>
      <dgm:t>
        <a:bodyPr/>
        <a:lstStyle/>
        <a:p>
          <a:r>
            <a:rPr lang="en-US" sz="12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Scalability and Performance</a:t>
          </a:r>
          <a:endParaRPr lang="en-US" sz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9784E914-EFED-4046-B0D1-898EF2ADE404}" type="parTrans" cxnId="{09E6DFCF-17E3-4C43-BC81-7B93A142CE7F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68D0F04-6C71-41E7-8048-8BF1E95B0A88}" type="sibTrans" cxnId="{09E6DFCF-17E3-4C43-BC81-7B93A142CE7F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D8C1BBC-ADEF-4696-A2B6-151692EBF9BE}">
      <dgm:prSet custT="1"/>
      <dgm:spPr/>
      <dgm:t>
        <a:bodyPr/>
        <a:lstStyle/>
        <a:p>
          <a:r>
            <a:rPr lang="en-US" sz="12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Flexibility</a:t>
          </a:r>
          <a:endParaRPr lang="en-US" sz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D9FF1BEA-23FC-40DE-AD19-213611A46518}" type="parTrans" cxnId="{8F1E1E1B-3FA1-42D7-B6D2-1409D159E0F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30BB1EE-49D8-458D-9B26-8A5CCC0B0237}" type="sibTrans" cxnId="{8F1E1E1B-3FA1-42D7-B6D2-1409D159E0F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0C6FB5DF-849D-400D-9771-F31E3B148F73}">
      <dgm:prSet custT="1"/>
      <dgm:spPr/>
      <dgm:t>
        <a:bodyPr/>
        <a:lstStyle/>
        <a:p>
          <a:r>
            <a:rPr lang="en-US" sz="12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Simplicity and Analysis</a:t>
          </a:r>
          <a:endParaRPr lang="en-US" sz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C5D4C8C3-5E84-4041-BCA9-0191E0627E03}" type="parTrans" cxnId="{04066DC3-10D7-4C03-8EDF-EF10916A9444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105E22A-28BC-42E8-80A0-782232F34020}" type="sibTrans" cxnId="{04066DC3-10D7-4C03-8EDF-EF10916A9444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E7866E8-587A-4B14-A2EE-96A17779F064}">
      <dgm:prSet custT="1"/>
      <dgm:spPr/>
      <dgm:t>
        <a:bodyPr/>
        <a:lstStyle/>
        <a:p>
          <a:r>
            <a:rPr lang="en-US" sz="12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Cross-Platform Support</a:t>
          </a:r>
          <a:endParaRPr lang="en-US" sz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5060B19-0D73-4FE2-9BEF-29509D102F48}" type="parTrans" cxnId="{388042BF-A30F-4EEF-9FEC-C357AC40614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CF144E19-450E-405C-BFAE-3C50BC740D10}" type="sibTrans" cxnId="{388042BF-A30F-4EEF-9FEC-C357AC40614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8B4D06D4-764A-40C2-818E-29255764012C}">
      <dgm:prSet custT="1"/>
      <dgm:spPr/>
      <dgm:t>
        <a:bodyPr/>
        <a:lstStyle/>
        <a:p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Chroma is free to use and modify, allowing for customization and community-driven improvements.</a:t>
          </a:r>
        </a:p>
      </dgm:t>
    </dgm:pt>
    <dgm:pt modelId="{4FBB6382-A44A-4348-8DF3-130116C71A1E}" type="parTrans" cxnId="{B64E3EC5-3988-4B38-80E1-61104BBB9550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882D7FB2-0F83-492A-81CA-41D2F1866FFA}" type="sibTrans" cxnId="{B64E3EC5-3988-4B38-80E1-61104BBB9550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19B4BEFD-16A1-49A6-AE23-7D16FD4CD4D5}">
      <dgm:prSet custT="1"/>
      <dgm:spPr/>
      <dgm:t>
        <a:bodyPr/>
        <a:lstStyle/>
        <a:p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Chroma handles large datasets efficiently and offers fast retrieval times for nearest neighbor searches.</a:t>
          </a:r>
        </a:p>
      </dgm:t>
    </dgm:pt>
    <dgm:pt modelId="{7A8A1319-4F97-4595-ACE0-6C538C91A799}" type="parTrans" cxnId="{EA7E9A45-6F75-4832-AEFC-54B6C37B7F5E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98D66E7-393A-41E8-8687-FA07BD1C1F73}" type="sibTrans" cxnId="{EA7E9A45-6F75-4832-AEFC-54B6C37B7F5E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74895A15-F4E3-4983-9D1E-691FC7866D47}">
      <dgm:prSet custT="1"/>
      <dgm:spPr/>
      <dgm:t>
        <a:bodyPr/>
        <a:lstStyle/>
        <a:p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Chroma supports multiple storage options (</a:t>
          </a:r>
          <a:r>
            <a:rPr lang="en-US" sz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DuckDB</a:t>
          </a:r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for standalone, Click House for scalability) and various embedding models (Sentence Transformers, OpenAI, Cohere, custom models).</a:t>
          </a:r>
        </a:p>
      </dgm:t>
    </dgm:pt>
    <dgm:pt modelId="{17827D73-8A33-4A5D-B381-BA0C877B9424}" type="parTrans" cxnId="{115225EF-C74B-4E02-AE4F-C10972B1729D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1FEEB16-A923-4CDF-BC1A-25A0812BD44E}" type="sibTrans" cxnId="{115225EF-C74B-4E02-AE4F-C10972B1729D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C6930CB-F82C-4277-B149-738D82FF8669}">
      <dgm:prSet custT="1"/>
      <dgm:spPr/>
      <dgm:t>
        <a:bodyPr/>
        <a:lstStyle/>
        <a:p>
          <a:r>
            <a:rPr lang="en-US" sz="1200">
              <a:latin typeface="Microsoft JhengHei" panose="020B0604030504040204" pitchFamily="34" charset="-120"/>
              <a:ea typeface="Microsoft JhengHei" panose="020B0604030504040204" pitchFamily="34" charset="-120"/>
            </a:rPr>
            <a:t>Chroma </a:t>
          </a:r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is user-friendly, with straightforward APIs and visualization tools to explore and analyze data relationships.</a:t>
          </a:r>
        </a:p>
      </dgm:t>
    </dgm:pt>
    <dgm:pt modelId="{ACEB5328-3E27-4FAE-ADD3-B6B7A08820F2}" type="parTrans" cxnId="{04607560-9505-46AF-A7FE-E600DF2534D9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51B10C04-7A9A-431F-AE24-919741F154FD}" type="sibTrans" cxnId="{04607560-9505-46AF-A7FE-E600DF2534D9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15C5FC84-6DE5-445A-AC04-BA2EF758F005}">
      <dgm:prSet custT="1"/>
      <dgm:spPr/>
      <dgm:t>
        <a:bodyPr/>
        <a:lstStyle/>
        <a:p>
          <a:r>
            <a:rPr lang="en-US" sz="1200">
              <a:latin typeface="Microsoft JhengHei" panose="020B0604030504040204" pitchFamily="34" charset="-120"/>
              <a:ea typeface="Microsoft JhengHei" panose="020B0604030504040204" pitchFamily="34" charset="-120"/>
            </a:rPr>
            <a:t>Chroma </a:t>
          </a:r>
          <a:r>
            <a:rPr 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works on Linux, macOS, and Windows, offering easy integration with various development environments.</a:t>
          </a:r>
        </a:p>
      </dgm:t>
    </dgm:pt>
    <dgm:pt modelId="{8A8B07A3-840B-4DBF-B20F-536408217EC7}" type="parTrans" cxnId="{191454ED-5BB0-48CB-93A7-D1FFE659608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2B84D7EB-C7C1-4509-8CF6-C9872ED67D1C}" type="sibTrans" cxnId="{191454ED-5BB0-48CB-93A7-D1FFE659608B}">
      <dgm:prSet/>
      <dgm:spPr/>
      <dgm:t>
        <a:bodyPr/>
        <a:lstStyle/>
        <a:p>
          <a:endParaRPr lang="en-US" sz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0FC96DB2-514C-4939-80A9-ECF45667E1DC}" type="pres">
      <dgm:prSet presAssocID="{0B88235B-5552-4778-9EF3-1447854EED59}" presName="vert0" presStyleCnt="0">
        <dgm:presLayoutVars>
          <dgm:dir/>
          <dgm:animOne val="branch"/>
          <dgm:animLvl val="lvl"/>
        </dgm:presLayoutVars>
      </dgm:prSet>
      <dgm:spPr/>
    </dgm:pt>
    <dgm:pt modelId="{B4C03008-5168-4257-A9FB-B3A036A745C3}" type="pres">
      <dgm:prSet presAssocID="{8B51E03B-B900-4A50-AB98-DD6CE35CAF42}" presName="thickLine" presStyleLbl="alignNode1" presStyleIdx="0" presStyleCnt="5"/>
      <dgm:spPr/>
    </dgm:pt>
    <dgm:pt modelId="{CB0BD4DE-5D31-4DC8-A45E-1682BA8701FE}" type="pres">
      <dgm:prSet presAssocID="{8B51E03B-B900-4A50-AB98-DD6CE35CAF42}" presName="horz1" presStyleCnt="0"/>
      <dgm:spPr/>
    </dgm:pt>
    <dgm:pt modelId="{575270CC-507C-4561-9833-00BBC54DC56B}" type="pres">
      <dgm:prSet presAssocID="{8B51E03B-B900-4A50-AB98-DD6CE35CAF42}" presName="tx1" presStyleLbl="revTx" presStyleIdx="0" presStyleCnt="10"/>
      <dgm:spPr/>
    </dgm:pt>
    <dgm:pt modelId="{0DBA2D9B-0010-44DE-8289-0AA63A797513}" type="pres">
      <dgm:prSet presAssocID="{8B51E03B-B900-4A50-AB98-DD6CE35CAF42}" presName="vert1" presStyleCnt="0"/>
      <dgm:spPr/>
    </dgm:pt>
    <dgm:pt modelId="{19CF50D6-0CFC-4DE2-93DD-7560993ABF9F}" type="pres">
      <dgm:prSet presAssocID="{8B4D06D4-764A-40C2-818E-29255764012C}" presName="vertSpace2a" presStyleCnt="0"/>
      <dgm:spPr/>
    </dgm:pt>
    <dgm:pt modelId="{22CBC98C-2847-4BA0-B166-8C989D83B343}" type="pres">
      <dgm:prSet presAssocID="{8B4D06D4-764A-40C2-818E-29255764012C}" presName="horz2" presStyleCnt="0"/>
      <dgm:spPr/>
    </dgm:pt>
    <dgm:pt modelId="{AE819423-DCCA-4BFF-A709-05C76350FE6B}" type="pres">
      <dgm:prSet presAssocID="{8B4D06D4-764A-40C2-818E-29255764012C}" presName="horzSpace2" presStyleCnt="0"/>
      <dgm:spPr/>
    </dgm:pt>
    <dgm:pt modelId="{244C36B5-A64B-4D32-A885-2DC74923820C}" type="pres">
      <dgm:prSet presAssocID="{8B4D06D4-764A-40C2-818E-29255764012C}" presName="tx2" presStyleLbl="revTx" presStyleIdx="1" presStyleCnt="10"/>
      <dgm:spPr/>
    </dgm:pt>
    <dgm:pt modelId="{031C9B3F-FF27-4BF6-BB34-1DCA07898F6B}" type="pres">
      <dgm:prSet presAssocID="{8B4D06D4-764A-40C2-818E-29255764012C}" presName="vert2" presStyleCnt="0"/>
      <dgm:spPr/>
    </dgm:pt>
    <dgm:pt modelId="{11FBBBC7-9264-4117-BF6A-7E2BE2F4F0E4}" type="pres">
      <dgm:prSet presAssocID="{8B4D06D4-764A-40C2-818E-29255764012C}" presName="thinLine2b" presStyleLbl="callout" presStyleIdx="0" presStyleCnt="5"/>
      <dgm:spPr/>
    </dgm:pt>
    <dgm:pt modelId="{392845DD-4398-4D48-B92E-BF7BEFF6EB3B}" type="pres">
      <dgm:prSet presAssocID="{8B4D06D4-764A-40C2-818E-29255764012C}" presName="vertSpace2b" presStyleCnt="0"/>
      <dgm:spPr/>
    </dgm:pt>
    <dgm:pt modelId="{306C111A-920C-4482-A748-C4440A257E00}" type="pres">
      <dgm:prSet presAssocID="{469EA39D-EC82-4A73-AE68-14A1C5397BFB}" presName="thickLine" presStyleLbl="alignNode1" presStyleIdx="1" presStyleCnt="5"/>
      <dgm:spPr/>
    </dgm:pt>
    <dgm:pt modelId="{0283E963-73C7-4213-BA74-3B37D22B9CEC}" type="pres">
      <dgm:prSet presAssocID="{469EA39D-EC82-4A73-AE68-14A1C5397BFB}" presName="horz1" presStyleCnt="0"/>
      <dgm:spPr/>
    </dgm:pt>
    <dgm:pt modelId="{40205B7F-ACF7-4E50-814D-74591916E5C4}" type="pres">
      <dgm:prSet presAssocID="{469EA39D-EC82-4A73-AE68-14A1C5397BFB}" presName="tx1" presStyleLbl="revTx" presStyleIdx="2" presStyleCnt="10"/>
      <dgm:spPr/>
    </dgm:pt>
    <dgm:pt modelId="{69642BBF-8889-4036-8613-793DFB54867C}" type="pres">
      <dgm:prSet presAssocID="{469EA39D-EC82-4A73-AE68-14A1C5397BFB}" presName="vert1" presStyleCnt="0"/>
      <dgm:spPr/>
    </dgm:pt>
    <dgm:pt modelId="{E5B96268-0B9D-465D-8439-4F10FC30F99B}" type="pres">
      <dgm:prSet presAssocID="{19B4BEFD-16A1-49A6-AE23-7D16FD4CD4D5}" presName="vertSpace2a" presStyleCnt="0"/>
      <dgm:spPr/>
    </dgm:pt>
    <dgm:pt modelId="{B6F5DA28-6950-4F69-865A-AD3A9B16BF75}" type="pres">
      <dgm:prSet presAssocID="{19B4BEFD-16A1-49A6-AE23-7D16FD4CD4D5}" presName="horz2" presStyleCnt="0"/>
      <dgm:spPr/>
    </dgm:pt>
    <dgm:pt modelId="{43CBC16F-5B59-4662-BF23-90AA004F858F}" type="pres">
      <dgm:prSet presAssocID="{19B4BEFD-16A1-49A6-AE23-7D16FD4CD4D5}" presName="horzSpace2" presStyleCnt="0"/>
      <dgm:spPr/>
    </dgm:pt>
    <dgm:pt modelId="{02B4D495-314A-4DA6-A099-9EA1CB41A044}" type="pres">
      <dgm:prSet presAssocID="{19B4BEFD-16A1-49A6-AE23-7D16FD4CD4D5}" presName="tx2" presStyleLbl="revTx" presStyleIdx="3" presStyleCnt="10"/>
      <dgm:spPr/>
    </dgm:pt>
    <dgm:pt modelId="{506B2FE4-674A-49B6-BA83-575F45B8AB7D}" type="pres">
      <dgm:prSet presAssocID="{19B4BEFD-16A1-49A6-AE23-7D16FD4CD4D5}" presName="vert2" presStyleCnt="0"/>
      <dgm:spPr/>
    </dgm:pt>
    <dgm:pt modelId="{C4C9DD8F-7801-44E2-898D-49006537700B}" type="pres">
      <dgm:prSet presAssocID="{19B4BEFD-16A1-49A6-AE23-7D16FD4CD4D5}" presName="thinLine2b" presStyleLbl="callout" presStyleIdx="1" presStyleCnt="5"/>
      <dgm:spPr/>
    </dgm:pt>
    <dgm:pt modelId="{C31551A2-E1F1-4686-B62F-3360F974254E}" type="pres">
      <dgm:prSet presAssocID="{19B4BEFD-16A1-49A6-AE23-7D16FD4CD4D5}" presName="vertSpace2b" presStyleCnt="0"/>
      <dgm:spPr/>
    </dgm:pt>
    <dgm:pt modelId="{12579616-97F2-4BE1-9616-F08B955379F4}" type="pres">
      <dgm:prSet presAssocID="{FD8C1BBC-ADEF-4696-A2B6-151692EBF9BE}" presName="thickLine" presStyleLbl="alignNode1" presStyleIdx="2" presStyleCnt="5"/>
      <dgm:spPr/>
    </dgm:pt>
    <dgm:pt modelId="{1F0DB71D-0A19-4411-BD6D-AAEA0D17943E}" type="pres">
      <dgm:prSet presAssocID="{FD8C1BBC-ADEF-4696-A2B6-151692EBF9BE}" presName="horz1" presStyleCnt="0"/>
      <dgm:spPr/>
    </dgm:pt>
    <dgm:pt modelId="{EEB09B83-9896-4159-8AA3-E57E8A554001}" type="pres">
      <dgm:prSet presAssocID="{FD8C1BBC-ADEF-4696-A2B6-151692EBF9BE}" presName="tx1" presStyleLbl="revTx" presStyleIdx="4" presStyleCnt="10"/>
      <dgm:spPr/>
    </dgm:pt>
    <dgm:pt modelId="{75F174C4-A506-4C5D-B353-ED0CDE7E78DA}" type="pres">
      <dgm:prSet presAssocID="{FD8C1BBC-ADEF-4696-A2B6-151692EBF9BE}" presName="vert1" presStyleCnt="0"/>
      <dgm:spPr/>
    </dgm:pt>
    <dgm:pt modelId="{1D4E6B03-4506-4D7E-BA13-2A3A13CDFCDA}" type="pres">
      <dgm:prSet presAssocID="{74895A15-F4E3-4983-9D1E-691FC7866D47}" presName="vertSpace2a" presStyleCnt="0"/>
      <dgm:spPr/>
    </dgm:pt>
    <dgm:pt modelId="{F28541A2-B772-4FC0-A7A0-8642E3C38E3E}" type="pres">
      <dgm:prSet presAssocID="{74895A15-F4E3-4983-9D1E-691FC7866D47}" presName="horz2" presStyleCnt="0"/>
      <dgm:spPr/>
    </dgm:pt>
    <dgm:pt modelId="{12437EE2-7A6B-47F2-B765-3B5FB9F5498E}" type="pres">
      <dgm:prSet presAssocID="{74895A15-F4E3-4983-9D1E-691FC7866D47}" presName="horzSpace2" presStyleCnt="0"/>
      <dgm:spPr/>
    </dgm:pt>
    <dgm:pt modelId="{48A869A8-ADD9-4B71-89E6-A3AB214C9A46}" type="pres">
      <dgm:prSet presAssocID="{74895A15-F4E3-4983-9D1E-691FC7866D47}" presName="tx2" presStyleLbl="revTx" presStyleIdx="5" presStyleCnt="10"/>
      <dgm:spPr/>
    </dgm:pt>
    <dgm:pt modelId="{F3AEFC75-DA0F-4964-A0F1-C3DD2189CCA5}" type="pres">
      <dgm:prSet presAssocID="{74895A15-F4E3-4983-9D1E-691FC7866D47}" presName="vert2" presStyleCnt="0"/>
      <dgm:spPr/>
    </dgm:pt>
    <dgm:pt modelId="{26D28C03-FA57-495D-9215-722FB772B83B}" type="pres">
      <dgm:prSet presAssocID="{74895A15-F4E3-4983-9D1E-691FC7866D47}" presName="thinLine2b" presStyleLbl="callout" presStyleIdx="2" presStyleCnt="5"/>
      <dgm:spPr/>
    </dgm:pt>
    <dgm:pt modelId="{3DBB21C2-5F33-46C8-8B8D-372A389094FD}" type="pres">
      <dgm:prSet presAssocID="{74895A15-F4E3-4983-9D1E-691FC7866D47}" presName="vertSpace2b" presStyleCnt="0"/>
      <dgm:spPr/>
    </dgm:pt>
    <dgm:pt modelId="{6E84F4EE-5CAE-4912-A5DB-3C96B4BBB89D}" type="pres">
      <dgm:prSet presAssocID="{0C6FB5DF-849D-400D-9771-F31E3B148F73}" presName="thickLine" presStyleLbl="alignNode1" presStyleIdx="3" presStyleCnt="5"/>
      <dgm:spPr/>
    </dgm:pt>
    <dgm:pt modelId="{79F433E3-52FA-4195-9ECE-03E8884EBA3B}" type="pres">
      <dgm:prSet presAssocID="{0C6FB5DF-849D-400D-9771-F31E3B148F73}" presName="horz1" presStyleCnt="0"/>
      <dgm:spPr/>
    </dgm:pt>
    <dgm:pt modelId="{E4E3D8C5-ADAF-4617-9A6B-0EA105DA481F}" type="pres">
      <dgm:prSet presAssocID="{0C6FB5DF-849D-400D-9771-F31E3B148F73}" presName="tx1" presStyleLbl="revTx" presStyleIdx="6" presStyleCnt="10"/>
      <dgm:spPr/>
    </dgm:pt>
    <dgm:pt modelId="{C9AA84EF-549A-43A5-9976-A04AD1C1E90D}" type="pres">
      <dgm:prSet presAssocID="{0C6FB5DF-849D-400D-9771-F31E3B148F73}" presName="vert1" presStyleCnt="0"/>
      <dgm:spPr/>
    </dgm:pt>
    <dgm:pt modelId="{2CD7D430-42D6-46B8-A62C-B0CCA9CC670E}" type="pres">
      <dgm:prSet presAssocID="{3C6930CB-F82C-4277-B149-738D82FF8669}" presName="vertSpace2a" presStyleCnt="0"/>
      <dgm:spPr/>
    </dgm:pt>
    <dgm:pt modelId="{75AE3DE1-1E32-4AB2-87E8-23118527B00F}" type="pres">
      <dgm:prSet presAssocID="{3C6930CB-F82C-4277-B149-738D82FF8669}" presName="horz2" presStyleCnt="0"/>
      <dgm:spPr/>
    </dgm:pt>
    <dgm:pt modelId="{C720DE21-BA37-466A-A67A-D047B6665335}" type="pres">
      <dgm:prSet presAssocID="{3C6930CB-F82C-4277-B149-738D82FF8669}" presName="horzSpace2" presStyleCnt="0"/>
      <dgm:spPr/>
    </dgm:pt>
    <dgm:pt modelId="{95C92B5E-ECAD-4345-9DD1-E4C0D9EEE40B}" type="pres">
      <dgm:prSet presAssocID="{3C6930CB-F82C-4277-B149-738D82FF8669}" presName="tx2" presStyleLbl="revTx" presStyleIdx="7" presStyleCnt="10"/>
      <dgm:spPr/>
    </dgm:pt>
    <dgm:pt modelId="{2A404248-3F75-4AA2-B666-14797CA11A6C}" type="pres">
      <dgm:prSet presAssocID="{3C6930CB-F82C-4277-B149-738D82FF8669}" presName="vert2" presStyleCnt="0"/>
      <dgm:spPr/>
    </dgm:pt>
    <dgm:pt modelId="{2DBF60FD-D165-4DD6-BDD1-AD876109E27D}" type="pres">
      <dgm:prSet presAssocID="{3C6930CB-F82C-4277-B149-738D82FF8669}" presName="thinLine2b" presStyleLbl="callout" presStyleIdx="3" presStyleCnt="5"/>
      <dgm:spPr/>
    </dgm:pt>
    <dgm:pt modelId="{492126A9-7240-4B5A-B185-30977D393BD2}" type="pres">
      <dgm:prSet presAssocID="{3C6930CB-F82C-4277-B149-738D82FF8669}" presName="vertSpace2b" presStyleCnt="0"/>
      <dgm:spPr/>
    </dgm:pt>
    <dgm:pt modelId="{F865F023-DBBE-4373-97F5-D62C4235ADC2}" type="pres">
      <dgm:prSet presAssocID="{6E7866E8-587A-4B14-A2EE-96A17779F064}" presName="thickLine" presStyleLbl="alignNode1" presStyleIdx="4" presStyleCnt="5"/>
      <dgm:spPr/>
    </dgm:pt>
    <dgm:pt modelId="{36A1BBAC-CDDB-4906-BDEF-73170A73057E}" type="pres">
      <dgm:prSet presAssocID="{6E7866E8-587A-4B14-A2EE-96A17779F064}" presName="horz1" presStyleCnt="0"/>
      <dgm:spPr/>
    </dgm:pt>
    <dgm:pt modelId="{DB52B3AD-98C3-4349-BF82-3E6932F5D6C9}" type="pres">
      <dgm:prSet presAssocID="{6E7866E8-587A-4B14-A2EE-96A17779F064}" presName="tx1" presStyleLbl="revTx" presStyleIdx="8" presStyleCnt="10"/>
      <dgm:spPr/>
    </dgm:pt>
    <dgm:pt modelId="{403204CB-C1CE-4E45-AB2C-19025C20176A}" type="pres">
      <dgm:prSet presAssocID="{6E7866E8-587A-4B14-A2EE-96A17779F064}" presName="vert1" presStyleCnt="0"/>
      <dgm:spPr/>
    </dgm:pt>
    <dgm:pt modelId="{5DEBE116-350B-4DB5-A844-54E15050CE58}" type="pres">
      <dgm:prSet presAssocID="{15C5FC84-6DE5-445A-AC04-BA2EF758F005}" presName="vertSpace2a" presStyleCnt="0"/>
      <dgm:spPr/>
    </dgm:pt>
    <dgm:pt modelId="{440C4098-58AB-4031-8287-9E507DF27405}" type="pres">
      <dgm:prSet presAssocID="{15C5FC84-6DE5-445A-AC04-BA2EF758F005}" presName="horz2" presStyleCnt="0"/>
      <dgm:spPr/>
    </dgm:pt>
    <dgm:pt modelId="{BC092D7F-0C4C-4AFE-8D50-56B8034EF618}" type="pres">
      <dgm:prSet presAssocID="{15C5FC84-6DE5-445A-AC04-BA2EF758F005}" presName="horzSpace2" presStyleCnt="0"/>
      <dgm:spPr/>
    </dgm:pt>
    <dgm:pt modelId="{CEB6C81D-C8BC-4F27-8917-2825B67887D9}" type="pres">
      <dgm:prSet presAssocID="{15C5FC84-6DE5-445A-AC04-BA2EF758F005}" presName="tx2" presStyleLbl="revTx" presStyleIdx="9" presStyleCnt="10"/>
      <dgm:spPr/>
    </dgm:pt>
    <dgm:pt modelId="{C1EF68B3-9F27-4F5C-BCF8-8F35C6E95CE0}" type="pres">
      <dgm:prSet presAssocID="{15C5FC84-6DE5-445A-AC04-BA2EF758F005}" presName="vert2" presStyleCnt="0"/>
      <dgm:spPr/>
    </dgm:pt>
    <dgm:pt modelId="{3D156F64-4C89-4C75-B68B-B1CD4F829FF9}" type="pres">
      <dgm:prSet presAssocID="{15C5FC84-6DE5-445A-AC04-BA2EF758F005}" presName="thinLine2b" presStyleLbl="callout" presStyleIdx="4" presStyleCnt="5"/>
      <dgm:spPr/>
    </dgm:pt>
    <dgm:pt modelId="{3F81C8B7-9BCD-4654-A1F6-DD47208BCBAA}" type="pres">
      <dgm:prSet presAssocID="{15C5FC84-6DE5-445A-AC04-BA2EF758F005}" presName="vertSpace2b" presStyleCnt="0"/>
      <dgm:spPr/>
    </dgm:pt>
  </dgm:ptLst>
  <dgm:cxnLst>
    <dgm:cxn modelId="{0C41C90E-5A74-47E9-B521-C1C7F02DE5AF}" type="presOf" srcId="{3C6930CB-F82C-4277-B149-738D82FF8669}" destId="{95C92B5E-ECAD-4345-9DD1-E4C0D9EEE40B}" srcOrd="0" destOrd="0" presId="urn:microsoft.com/office/officeart/2008/layout/LinedList"/>
    <dgm:cxn modelId="{8F1E1E1B-3FA1-42D7-B6D2-1409D159E0FB}" srcId="{0B88235B-5552-4778-9EF3-1447854EED59}" destId="{FD8C1BBC-ADEF-4696-A2B6-151692EBF9BE}" srcOrd="2" destOrd="0" parTransId="{D9FF1BEA-23FC-40DE-AD19-213611A46518}" sibTransId="{330BB1EE-49D8-458D-9B26-8A5CCC0B0237}"/>
    <dgm:cxn modelId="{D714D71B-4649-42BF-81FE-418050C363E5}" type="presOf" srcId="{74895A15-F4E3-4983-9D1E-691FC7866D47}" destId="{48A869A8-ADD9-4B71-89E6-A3AB214C9A46}" srcOrd="0" destOrd="0" presId="urn:microsoft.com/office/officeart/2008/layout/LinedList"/>
    <dgm:cxn modelId="{0152961D-865F-4D2B-918D-AEFF350944D9}" type="presOf" srcId="{0C6FB5DF-849D-400D-9771-F31E3B148F73}" destId="{E4E3D8C5-ADAF-4617-9A6B-0EA105DA481F}" srcOrd="0" destOrd="0" presId="urn:microsoft.com/office/officeart/2008/layout/LinedList"/>
    <dgm:cxn modelId="{81A0B232-2000-4391-B38A-48013CFAE695}" type="presOf" srcId="{FD8C1BBC-ADEF-4696-A2B6-151692EBF9BE}" destId="{EEB09B83-9896-4159-8AA3-E57E8A554001}" srcOrd="0" destOrd="0" presId="urn:microsoft.com/office/officeart/2008/layout/LinedList"/>
    <dgm:cxn modelId="{5198AD5E-8964-4A3B-9209-9DDB5A82E337}" srcId="{0B88235B-5552-4778-9EF3-1447854EED59}" destId="{8B51E03B-B900-4A50-AB98-DD6CE35CAF42}" srcOrd="0" destOrd="0" parTransId="{F631F7F7-02D9-4597-ADC5-920BC8A0648A}" sibTransId="{BEC652B2-4B9D-475C-B904-4CC4A261AF22}"/>
    <dgm:cxn modelId="{04607560-9505-46AF-A7FE-E600DF2534D9}" srcId="{0C6FB5DF-849D-400D-9771-F31E3B148F73}" destId="{3C6930CB-F82C-4277-B149-738D82FF8669}" srcOrd="0" destOrd="0" parTransId="{ACEB5328-3E27-4FAE-ADD3-B6B7A08820F2}" sibTransId="{51B10C04-7A9A-431F-AE24-919741F154FD}"/>
    <dgm:cxn modelId="{EA7E9A45-6F75-4832-AEFC-54B6C37B7F5E}" srcId="{469EA39D-EC82-4A73-AE68-14A1C5397BFB}" destId="{19B4BEFD-16A1-49A6-AE23-7D16FD4CD4D5}" srcOrd="0" destOrd="0" parTransId="{7A8A1319-4F97-4595-ACE0-6C538C91A799}" sibTransId="{F98D66E7-393A-41E8-8687-FA07BD1C1F73}"/>
    <dgm:cxn modelId="{879D6848-EA07-45BB-A734-89DC97360C20}" type="presOf" srcId="{0B88235B-5552-4778-9EF3-1447854EED59}" destId="{0FC96DB2-514C-4939-80A9-ECF45667E1DC}" srcOrd="0" destOrd="0" presId="urn:microsoft.com/office/officeart/2008/layout/LinedList"/>
    <dgm:cxn modelId="{3771904D-6963-4E2B-BEE3-EE61C9DCC573}" type="presOf" srcId="{19B4BEFD-16A1-49A6-AE23-7D16FD4CD4D5}" destId="{02B4D495-314A-4DA6-A099-9EA1CB41A044}" srcOrd="0" destOrd="0" presId="urn:microsoft.com/office/officeart/2008/layout/LinedList"/>
    <dgm:cxn modelId="{ADF30756-F4C4-4847-8221-13BFD92A9431}" type="presOf" srcId="{8B4D06D4-764A-40C2-818E-29255764012C}" destId="{244C36B5-A64B-4D32-A885-2DC74923820C}" srcOrd="0" destOrd="0" presId="urn:microsoft.com/office/officeart/2008/layout/LinedList"/>
    <dgm:cxn modelId="{73092D7D-11C0-49EA-B440-E61C96579DC6}" type="presOf" srcId="{8B51E03B-B900-4A50-AB98-DD6CE35CAF42}" destId="{575270CC-507C-4561-9833-00BBC54DC56B}" srcOrd="0" destOrd="0" presId="urn:microsoft.com/office/officeart/2008/layout/LinedList"/>
    <dgm:cxn modelId="{388042BF-A30F-4EEF-9FEC-C357AC40614B}" srcId="{0B88235B-5552-4778-9EF3-1447854EED59}" destId="{6E7866E8-587A-4B14-A2EE-96A17779F064}" srcOrd="4" destOrd="0" parTransId="{35060B19-0D73-4FE2-9BEF-29509D102F48}" sibTransId="{CF144E19-450E-405C-BFAE-3C50BC740D10}"/>
    <dgm:cxn modelId="{04066DC3-10D7-4C03-8EDF-EF10916A9444}" srcId="{0B88235B-5552-4778-9EF3-1447854EED59}" destId="{0C6FB5DF-849D-400D-9771-F31E3B148F73}" srcOrd="3" destOrd="0" parTransId="{C5D4C8C3-5E84-4041-BCA9-0191E0627E03}" sibTransId="{4105E22A-28BC-42E8-80A0-782232F34020}"/>
    <dgm:cxn modelId="{B64E3EC5-3988-4B38-80E1-61104BBB9550}" srcId="{8B51E03B-B900-4A50-AB98-DD6CE35CAF42}" destId="{8B4D06D4-764A-40C2-818E-29255764012C}" srcOrd="0" destOrd="0" parTransId="{4FBB6382-A44A-4348-8DF3-130116C71A1E}" sibTransId="{882D7FB2-0F83-492A-81CA-41D2F1866FFA}"/>
    <dgm:cxn modelId="{09E6DFCF-17E3-4C43-BC81-7B93A142CE7F}" srcId="{0B88235B-5552-4778-9EF3-1447854EED59}" destId="{469EA39D-EC82-4A73-AE68-14A1C5397BFB}" srcOrd="1" destOrd="0" parTransId="{9784E914-EFED-4046-B0D1-898EF2ADE404}" sibTransId="{F68D0F04-6C71-41E7-8048-8BF1E95B0A88}"/>
    <dgm:cxn modelId="{2D1AB2D6-E16F-4782-8C17-894BC095CB29}" type="presOf" srcId="{15C5FC84-6DE5-445A-AC04-BA2EF758F005}" destId="{CEB6C81D-C8BC-4F27-8917-2825B67887D9}" srcOrd="0" destOrd="0" presId="urn:microsoft.com/office/officeart/2008/layout/LinedList"/>
    <dgm:cxn modelId="{191454ED-5BB0-48CB-93A7-D1FFE659608B}" srcId="{6E7866E8-587A-4B14-A2EE-96A17779F064}" destId="{15C5FC84-6DE5-445A-AC04-BA2EF758F005}" srcOrd="0" destOrd="0" parTransId="{8A8B07A3-840B-4DBF-B20F-536408217EC7}" sibTransId="{2B84D7EB-C7C1-4509-8CF6-C9872ED67D1C}"/>
    <dgm:cxn modelId="{115225EF-C74B-4E02-AE4F-C10972B1729D}" srcId="{FD8C1BBC-ADEF-4696-A2B6-151692EBF9BE}" destId="{74895A15-F4E3-4983-9D1E-691FC7866D47}" srcOrd="0" destOrd="0" parTransId="{17827D73-8A33-4A5D-B381-BA0C877B9424}" sibTransId="{B1FEEB16-A923-4CDF-BC1A-25A0812BD44E}"/>
    <dgm:cxn modelId="{E1C4E0F1-0FA2-4A26-A824-BE025B84AC91}" type="presOf" srcId="{6E7866E8-587A-4B14-A2EE-96A17779F064}" destId="{DB52B3AD-98C3-4349-BF82-3E6932F5D6C9}" srcOrd="0" destOrd="0" presId="urn:microsoft.com/office/officeart/2008/layout/LinedList"/>
    <dgm:cxn modelId="{00B50BF9-05F3-40C5-8198-703D27A5D9F8}" type="presOf" srcId="{469EA39D-EC82-4A73-AE68-14A1C5397BFB}" destId="{40205B7F-ACF7-4E50-814D-74591916E5C4}" srcOrd="0" destOrd="0" presId="urn:microsoft.com/office/officeart/2008/layout/LinedList"/>
    <dgm:cxn modelId="{6CC9F515-1017-43BE-9C1B-6F6D710916B5}" type="presParOf" srcId="{0FC96DB2-514C-4939-80A9-ECF45667E1DC}" destId="{B4C03008-5168-4257-A9FB-B3A036A745C3}" srcOrd="0" destOrd="0" presId="urn:microsoft.com/office/officeart/2008/layout/LinedList"/>
    <dgm:cxn modelId="{A7095738-5FFB-4CC9-8C04-2D9D1CB4076B}" type="presParOf" srcId="{0FC96DB2-514C-4939-80A9-ECF45667E1DC}" destId="{CB0BD4DE-5D31-4DC8-A45E-1682BA8701FE}" srcOrd="1" destOrd="0" presId="urn:microsoft.com/office/officeart/2008/layout/LinedList"/>
    <dgm:cxn modelId="{5A40988E-5B54-4D93-947A-90E2426D6DF2}" type="presParOf" srcId="{CB0BD4DE-5D31-4DC8-A45E-1682BA8701FE}" destId="{575270CC-507C-4561-9833-00BBC54DC56B}" srcOrd="0" destOrd="0" presId="urn:microsoft.com/office/officeart/2008/layout/LinedList"/>
    <dgm:cxn modelId="{C3AB9188-833A-4A0D-B411-B5E1F6F94B1B}" type="presParOf" srcId="{CB0BD4DE-5D31-4DC8-A45E-1682BA8701FE}" destId="{0DBA2D9B-0010-44DE-8289-0AA63A797513}" srcOrd="1" destOrd="0" presId="urn:microsoft.com/office/officeart/2008/layout/LinedList"/>
    <dgm:cxn modelId="{1D81D5CF-24B3-47C3-BC33-55308E555AD2}" type="presParOf" srcId="{0DBA2D9B-0010-44DE-8289-0AA63A797513}" destId="{19CF50D6-0CFC-4DE2-93DD-7560993ABF9F}" srcOrd="0" destOrd="0" presId="urn:microsoft.com/office/officeart/2008/layout/LinedList"/>
    <dgm:cxn modelId="{D9B749ED-2821-4DBF-B7F7-8CFF6454B2F3}" type="presParOf" srcId="{0DBA2D9B-0010-44DE-8289-0AA63A797513}" destId="{22CBC98C-2847-4BA0-B166-8C989D83B343}" srcOrd="1" destOrd="0" presId="urn:microsoft.com/office/officeart/2008/layout/LinedList"/>
    <dgm:cxn modelId="{C9F7D20B-6733-4042-9EF4-7759FEB65192}" type="presParOf" srcId="{22CBC98C-2847-4BA0-B166-8C989D83B343}" destId="{AE819423-DCCA-4BFF-A709-05C76350FE6B}" srcOrd="0" destOrd="0" presId="urn:microsoft.com/office/officeart/2008/layout/LinedList"/>
    <dgm:cxn modelId="{D6C707A8-2FCB-46D5-9779-3BFB4D9C05EF}" type="presParOf" srcId="{22CBC98C-2847-4BA0-B166-8C989D83B343}" destId="{244C36B5-A64B-4D32-A885-2DC74923820C}" srcOrd="1" destOrd="0" presId="urn:microsoft.com/office/officeart/2008/layout/LinedList"/>
    <dgm:cxn modelId="{AE8C39BC-0E3E-42A7-9982-7267EC832D41}" type="presParOf" srcId="{22CBC98C-2847-4BA0-B166-8C989D83B343}" destId="{031C9B3F-FF27-4BF6-BB34-1DCA07898F6B}" srcOrd="2" destOrd="0" presId="urn:microsoft.com/office/officeart/2008/layout/LinedList"/>
    <dgm:cxn modelId="{7C11D65D-C51B-4851-9365-9D423AED9F77}" type="presParOf" srcId="{0DBA2D9B-0010-44DE-8289-0AA63A797513}" destId="{11FBBBC7-9264-4117-BF6A-7E2BE2F4F0E4}" srcOrd="2" destOrd="0" presId="urn:microsoft.com/office/officeart/2008/layout/LinedList"/>
    <dgm:cxn modelId="{EA97FA86-EB00-488F-A544-BF4061BAD780}" type="presParOf" srcId="{0DBA2D9B-0010-44DE-8289-0AA63A797513}" destId="{392845DD-4398-4D48-B92E-BF7BEFF6EB3B}" srcOrd="3" destOrd="0" presId="urn:microsoft.com/office/officeart/2008/layout/LinedList"/>
    <dgm:cxn modelId="{C5B7C149-8231-4CAB-815E-4F14D2366F99}" type="presParOf" srcId="{0FC96DB2-514C-4939-80A9-ECF45667E1DC}" destId="{306C111A-920C-4482-A748-C4440A257E00}" srcOrd="2" destOrd="0" presId="urn:microsoft.com/office/officeart/2008/layout/LinedList"/>
    <dgm:cxn modelId="{1DFF9C6C-7F98-4379-A39C-107E30F34E76}" type="presParOf" srcId="{0FC96DB2-514C-4939-80A9-ECF45667E1DC}" destId="{0283E963-73C7-4213-BA74-3B37D22B9CEC}" srcOrd="3" destOrd="0" presId="urn:microsoft.com/office/officeart/2008/layout/LinedList"/>
    <dgm:cxn modelId="{0E534F73-32F2-4E6C-9B1D-9AD865B74DC7}" type="presParOf" srcId="{0283E963-73C7-4213-BA74-3B37D22B9CEC}" destId="{40205B7F-ACF7-4E50-814D-74591916E5C4}" srcOrd="0" destOrd="0" presId="urn:microsoft.com/office/officeart/2008/layout/LinedList"/>
    <dgm:cxn modelId="{B4BD4DF0-AE62-48DB-8578-E45AAC0624DD}" type="presParOf" srcId="{0283E963-73C7-4213-BA74-3B37D22B9CEC}" destId="{69642BBF-8889-4036-8613-793DFB54867C}" srcOrd="1" destOrd="0" presId="urn:microsoft.com/office/officeart/2008/layout/LinedList"/>
    <dgm:cxn modelId="{958DC9A8-0ED8-4F0E-BD6A-7F5133E48599}" type="presParOf" srcId="{69642BBF-8889-4036-8613-793DFB54867C}" destId="{E5B96268-0B9D-465D-8439-4F10FC30F99B}" srcOrd="0" destOrd="0" presId="urn:microsoft.com/office/officeart/2008/layout/LinedList"/>
    <dgm:cxn modelId="{B115604F-0930-4CD3-A91B-404F152666BE}" type="presParOf" srcId="{69642BBF-8889-4036-8613-793DFB54867C}" destId="{B6F5DA28-6950-4F69-865A-AD3A9B16BF75}" srcOrd="1" destOrd="0" presId="urn:microsoft.com/office/officeart/2008/layout/LinedList"/>
    <dgm:cxn modelId="{981CC46B-93A9-401A-B904-1140F655BECA}" type="presParOf" srcId="{B6F5DA28-6950-4F69-865A-AD3A9B16BF75}" destId="{43CBC16F-5B59-4662-BF23-90AA004F858F}" srcOrd="0" destOrd="0" presId="urn:microsoft.com/office/officeart/2008/layout/LinedList"/>
    <dgm:cxn modelId="{EC51FB42-5E3C-4B27-9192-277A42C99EA7}" type="presParOf" srcId="{B6F5DA28-6950-4F69-865A-AD3A9B16BF75}" destId="{02B4D495-314A-4DA6-A099-9EA1CB41A044}" srcOrd="1" destOrd="0" presId="urn:microsoft.com/office/officeart/2008/layout/LinedList"/>
    <dgm:cxn modelId="{C33849CC-EA19-4F82-A66F-333C1D0461FB}" type="presParOf" srcId="{B6F5DA28-6950-4F69-865A-AD3A9B16BF75}" destId="{506B2FE4-674A-49B6-BA83-575F45B8AB7D}" srcOrd="2" destOrd="0" presId="urn:microsoft.com/office/officeart/2008/layout/LinedList"/>
    <dgm:cxn modelId="{B722F8F5-5860-4583-BA16-78E20D3CEB86}" type="presParOf" srcId="{69642BBF-8889-4036-8613-793DFB54867C}" destId="{C4C9DD8F-7801-44E2-898D-49006537700B}" srcOrd="2" destOrd="0" presId="urn:microsoft.com/office/officeart/2008/layout/LinedList"/>
    <dgm:cxn modelId="{5109F810-F5B0-494D-9677-E57972AF52CA}" type="presParOf" srcId="{69642BBF-8889-4036-8613-793DFB54867C}" destId="{C31551A2-E1F1-4686-B62F-3360F974254E}" srcOrd="3" destOrd="0" presId="urn:microsoft.com/office/officeart/2008/layout/LinedList"/>
    <dgm:cxn modelId="{341E9048-28B1-4ED0-9EC6-FE9A5877F4EC}" type="presParOf" srcId="{0FC96DB2-514C-4939-80A9-ECF45667E1DC}" destId="{12579616-97F2-4BE1-9616-F08B955379F4}" srcOrd="4" destOrd="0" presId="urn:microsoft.com/office/officeart/2008/layout/LinedList"/>
    <dgm:cxn modelId="{B9F7B14C-13A6-4FDA-A76F-69639861E3B6}" type="presParOf" srcId="{0FC96DB2-514C-4939-80A9-ECF45667E1DC}" destId="{1F0DB71D-0A19-4411-BD6D-AAEA0D17943E}" srcOrd="5" destOrd="0" presId="urn:microsoft.com/office/officeart/2008/layout/LinedList"/>
    <dgm:cxn modelId="{FA739746-D36F-49FA-BCB6-0255133A3A80}" type="presParOf" srcId="{1F0DB71D-0A19-4411-BD6D-AAEA0D17943E}" destId="{EEB09B83-9896-4159-8AA3-E57E8A554001}" srcOrd="0" destOrd="0" presId="urn:microsoft.com/office/officeart/2008/layout/LinedList"/>
    <dgm:cxn modelId="{2C11C3D9-C440-4820-91EC-5D55EE2163E7}" type="presParOf" srcId="{1F0DB71D-0A19-4411-BD6D-AAEA0D17943E}" destId="{75F174C4-A506-4C5D-B353-ED0CDE7E78DA}" srcOrd="1" destOrd="0" presId="urn:microsoft.com/office/officeart/2008/layout/LinedList"/>
    <dgm:cxn modelId="{14B286CA-8C4F-4032-86E4-DC7FEACF0CEB}" type="presParOf" srcId="{75F174C4-A506-4C5D-B353-ED0CDE7E78DA}" destId="{1D4E6B03-4506-4D7E-BA13-2A3A13CDFCDA}" srcOrd="0" destOrd="0" presId="urn:microsoft.com/office/officeart/2008/layout/LinedList"/>
    <dgm:cxn modelId="{205ADC7C-FFF0-4A30-9E2F-3F6D666AD26D}" type="presParOf" srcId="{75F174C4-A506-4C5D-B353-ED0CDE7E78DA}" destId="{F28541A2-B772-4FC0-A7A0-8642E3C38E3E}" srcOrd="1" destOrd="0" presId="urn:microsoft.com/office/officeart/2008/layout/LinedList"/>
    <dgm:cxn modelId="{58F6900B-B34D-4AA4-B0D0-E91E067D9773}" type="presParOf" srcId="{F28541A2-B772-4FC0-A7A0-8642E3C38E3E}" destId="{12437EE2-7A6B-47F2-B765-3B5FB9F5498E}" srcOrd="0" destOrd="0" presId="urn:microsoft.com/office/officeart/2008/layout/LinedList"/>
    <dgm:cxn modelId="{95F7AEB7-F5FC-4E06-B68B-5453A7EF98F3}" type="presParOf" srcId="{F28541A2-B772-4FC0-A7A0-8642E3C38E3E}" destId="{48A869A8-ADD9-4B71-89E6-A3AB214C9A46}" srcOrd="1" destOrd="0" presId="urn:microsoft.com/office/officeart/2008/layout/LinedList"/>
    <dgm:cxn modelId="{3E7BB8D5-5A26-454A-8F34-4606439BB547}" type="presParOf" srcId="{F28541A2-B772-4FC0-A7A0-8642E3C38E3E}" destId="{F3AEFC75-DA0F-4964-A0F1-C3DD2189CCA5}" srcOrd="2" destOrd="0" presId="urn:microsoft.com/office/officeart/2008/layout/LinedList"/>
    <dgm:cxn modelId="{4196BAB2-37D6-4A45-B052-4B7D709AD3AF}" type="presParOf" srcId="{75F174C4-A506-4C5D-B353-ED0CDE7E78DA}" destId="{26D28C03-FA57-495D-9215-722FB772B83B}" srcOrd="2" destOrd="0" presId="urn:microsoft.com/office/officeart/2008/layout/LinedList"/>
    <dgm:cxn modelId="{B908533F-C7E0-4D73-B318-17AE13BCFCED}" type="presParOf" srcId="{75F174C4-A506-4C5D-B353-ED0CDE7E78DA}" destId="{3DBB21C2-5F33-46C8-8B8D-372A389094FD}" srcOrd="3" destOrd="0" presId="urn:microsoft.com/office/officeart/2008/layout/LinedList"/>
    <dgm:cxn modelId="{967458DB-A6E0-4C53-94D7-3809845169F8}" type="presParOf" srcId="{0FC96DB2-514C-4939-80A9-ECF45667E1DC}" destId="{6E84F4EE-5CAE-4912-A5DB-3C96B4BBB89D}" srcOrd="6" destOrd="0" presId="urn:microsoft.com/office/officeart/2008/layout/LinedList"/>
    <dgm:cxn modelId="{2FD3222E-3F25-4114-8E00-FC9A3FA137CB}" type="presParOf" srcId="{0FC96DB2-514C-4939-80A9-ECF45667E1DC}" destId="{79F433E3-52FA-4195-9ECE-03E8884EBA3B}" srcOrd="7" destOrd="0" presId="urn:microsoft.com/office/officeart/2008/layout/LinedList"/>
    <dgm:cxn modelId="{99753064-3A77-44AB-9504-841303756B45}" type="presParOf" srcId="{79F433E3-52FA-4195-9ECE-03E8884EBA3B}" destId="{E4E3D8C5-ADAF-4617-9A6B-0EA105DA481F}" srcOrd="0" destOrd="0" presId="urn:microsoft.com/office/officeart/2008/layout/LinedList"/>
    <dgm:cxn modelId="{9C91AC7F-1B82-4934-9D65-C55CB9379518}" type="presParOf" srcId="{79F433E3-52FA-4195-9ECE-03E8884EBA3B}" destId="{C9AA84EF-549A-43A5-9976-A04AD1C1E90D}" srcOrd="1" destOrd="0" presId="urn:microsoft.com/office/officeart/2008/layout/LinedList"/>
    <dgm:cxn modelId="{8648F3A9-FD38-4A7D-A9B8-9EF4C55A9060}" type="presParOf" srcId="{C9AA84EF-549A-43A5-9976-A04AD1C1E90D}" destId="{2CD7D430-42D6-46B8-A62C-B0CCA9CC670E}" srcOrd="0" destOrd="0" presId="urn:microsoft.com/office/officeart/2008/layout/LinedList"/>
    <dgm:cxn modelId="{8B7C44C6-2B65-463E-B18A-59B28285B107}" type="presParOf" srcId="{C9AA84EF-549A-43A5-9976-A04AD1C1E90D}" destId="{75AE3DE1-1E32-4AB2-87E8-23118527B00F}" srcOrd="1" destOrd="0" presId="urn:microsoft.com/office/officeart/2008/layout/LinedList"/>
    <dgm:cxn modelId="{6BACA4EC-1B4D-4DE4-8175-20C9FBE9427B}" type="presParOf" srcId="{75AE3DE1-1E32-4AB2-87E8-23118527B00F}" destId="{C720DE21-BA37-466A-A67A-D047B6665335}" srcOrd="0" destOrd="0" presId="urn:microsoft.com/office/officeart/2008/layout/LinedList"/>
    <dgm:cxn modelId="{4B22B515-B3FC-4A77-AF52-A124CFEC6576}" type="presParOf" srcId="{75AE3DE1-1E32-4AB2-87E8-23118527B00F}" destId="{95C92B5E-ECAD-4345-9DD1-E4C0D9EEE40B}" srcOrd="1" destOrd="0" presId="urn:microsoft.com/office/officeart/2008/layout/LinedList"/>
    <dgm:cxn modelId="{3D1B5F6E-8ACC-44CC-89EC-A8B0EF452F37}" type="presParOf" srcId="{75AE3DE1-1E32-4AB2-87E8-23118527B00F}" destId="{2A404248-3F75-4AA2-B666-14797CA11A6C}" srcOrd="2" destOrd="0" presId="urn:microsoft.com/office/officeart/2008/layout/LinedList"/>
    <dgm:cxn modelId="{69C24947-9CE4-4A82-B586-4F0DE0B8CF55}" type="presParOf" srcId="{C9AA84EF-549A-43A5-9976-A04AD1C1E90D}" destId="{2DBF60FD-D165-4DD6-BDD1-AD876109E27D}" srcOrd="2" destOrd="0" presId="urn:microsoft.com/office/officeart/2008/layout/LinedList"/>
    <dgm:cxn modelId="{AEBF3869-56FA-497D-8271-43B178214C19}" type="presParOf" srcId="{C9AA84EF-549A-43A5-9976-A04AD1C1E90D}" destId="{492126A9-7240-4B5A-B185-30977D393BD2}" srcOrd="3" destOrd="0" presId="urn:microsoft.com/office/officeart/2008/layout/LinedList"/>
    <dgm:cxn modelId="{736838A5-10F1-4314-8E09-11EC83908684}" type="presParOf" srcId="{0FC96DB2-514C-4939-80A9-ECF45667E1DC}" destId="{F865F023-DBBE-4373-97F5-D62C4235ADC2}" srcOrd="8" destOrd="0" presId="urn:microsoft.com/office/officeart/2008/layout/LinedList"/>
    <dgm:cxn modelId="{DF91C6A7-0A76-4769-A7DA-C6A6C42A513B}" type="presParOf" srcId="{0FC96DB2-514C-4939-80A9-ECF45667E1DC}" destId="{36A1BBAC-CDDB-4906-BDEF-73170A73057E}" srcOrd="9" destOrd="0" presId="urn:microsoft.com/office/officeart/2008/layout/LinedList"/>
    <dgm:cxn modelId="{7C68C0CC-4E76-4095-8AE9-8FE3D4FC91E3}" type="presParOf" srcId="{36A1BBAC-CDDB-4906-BDEF-73170A73057E}" destId="{DB52B3AD-98C3-4349-BF82-3E6932F5D6C9}" srcOrd="0" destOrd="0" presId="urn:microsoft.com/office/officeart/2008/layout/LinedList"/>
    <dgm:cxn modelId="{88C0D050-3D3A-4859-988F-8E94B9D63133}" type="presParOf" srcId="{36A1BBAC-CDDB-4906-BDEF-73170A73057E}" destId="{403204CB-C1CE-4E45-AB2C-19025C20176A}" srcOrd="1" destOrd="0" presId="urn:microsoft.com/office/officeart/2008/layout/LinedList"/>
    <dgm:cxn modelId="{6218B2EE-56F4-48BB-9D87-F4F669465F45}" type="presParOf" srcId="{403204CB-C1CE-4E45-AB2C-19025C20176A}" destId="{5DEBE116-350B-4DB5-A844-54E15050CE58}" srcOrd="0" destOrd="0" presId="urn:microsoft.com/office/officeart/2008/layout/LinedList"/>
    <dgm:cxn modelId="{2CD8B505-8474-4B22-8B98-04CBAF24435C}" type="presParOf" srcId="{403204CB-C1CE-4E45-AB2C-19025C20176A}" destId="{440C4098-58AB-4031-8287-9E507DF27405}" srcOrd="1" destOrd="0" presId="urn:microsoft.com/office/officeart/2008/layout/LinedList"/>
    <dgm:cxn modelId="{97A6815F-EA5A-45AA-BE72-33C077B53C98}" type="presParOf" srcId="{440C4098-58AB-4031-8287-9E507DF27405}" destId="{BC092D7F-0C4C-4AFE-8D50-56B8034EF618}" srcOrd="0" destOrd="0" presId="urn:microsoft.com/office/officeart/2008/layout/LinedList"/>
    <dgm:cxn modelId="{FC0FB67F-EE1D-45A3-A7D5-210D21960889}" type="presParOf" srcId="{440C4098-58AB-4031-8287-9E507DF27405}" destId="{CEB6C81D-C8BC-4F27-8917-2825B67887D9}" srcOrd="1" destOrd="0" presId="urn:microsoft.com/office/officeart/2008/layout/LinedList"/>
    <dgm:cxn modelId="{9BEA61BE-8B7E-478F-97AA-EB782607DB5C}" type="presParOf" srcId="{440C4098-58AB-4031-8287-9E507DF27405}" destId="{C1EF68B3-9F27-4F5C-BCF8-8F35C6E95CE0}" srcOrd="2" destOrd="0" presId="urn:microsoft.com/office/officeart/2008/layout/LinedList"/>
    <dgm:cxn modelId="{98092C4D-1766-4D45-8FA6-A2E7D114959E}" type="presParOf" srcId="{403204CB-C1CE-4E45-AB2C-19025C20176A}" destId="{3D156F64-4C89-4C75-B68B-B1CD4F829FF9}" srcOrd="2" destOrd="0" presId="urn:microsoft.com/office/officeart/2008/layout/LinedList"/>
    <dgm:cxn modelId="{38FC1F41-F2DC-42A6-BA00-B07BC9191AB7}" type="presParOf" srcId="{403204CB-C1CE-4E45-AB2C-19025C20176A}" destId="{3F81C8B7-9BCD-4654-A1F6-DD47208BCBAA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C5B51EB-C9BF-424A-A1BD-D35523BD9A74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C363B2B-07AE-49BE-8714-C9A4A3A9C6A0}">
      <dgm:prSet custT="1"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Vectara  is a cloud-based vector search platform designed for creating and managing sophisticated search and recommendation systems. </a:t>
          </a:r>
          <a:endParaRPr lang="en-IN" sz="1400" dirty="0">
            <a:solidFill>
              <a:schemeClr val="tx1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30F3671-28AE-4881-847B-B1525DD74CF2}" type="parTrans" cxnId="{DACD7E3A-A31E-4DC4-A4B0-F8D760D1EC54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8079AA4-C2C4-4850-A985-86422EF33207}" type="sibTrans" cxnId="{DACD7E3A-A31E-4DC4-A4B0-F8D760D1EC54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22E82C7-37AE-415E-9FB3-3BEF914DC9BE}">
      <dgm:prSet custT="1"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It's particularly geared towards enterprise-level applications, offering features and capabilities that support complex, high-volume search requirements.</a:t>
          </a:r>
          <a:endParaRPr lang="en-IN" sz="1400" dirty="0">
            <a:solidFill>
              <a:schemeClr val="tx1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D2C63CB4-6F34-47A8-A374-10B77BDF6062}" type="parTrans" cxnId="{5DA594CB-B606-4790-BC8D-FA2C8CEA8D5D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735BD42-3BCA-4CA4-98E1-E92411C4070D}" type="sibTrans" cxnId="{5DA594CB-B606-4790-BC8D-FA2C8CEA8D5D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DE7499F9-D084-4DDB-AB58-7977B1DEE6EA}" type="pres">
      <dgm:prSet presAssocID="{4C5B51EB-C9BF-424A-A1BD-D35523BD9A74}" presName="linear" presStyleCnt="0">
        <dgm:presLayoutVars>
          <dgm:animLvl val="lvl"/>
          <dgm:resizeHandles val="exact"/>
        </dgm:presLayoutVars>
      </dgm:prSet>
      <dgm:spPr/>
    </dgm:pt>
    <dgm:pt modelId="{D2BE8103-825D-4175-9FFE-25D2D989852F}" type="pres">
      <dgm:prSet presAssocID="{DC363B2B-07AE-49BE-8714-C9A4A3A9C6A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C4645DE-1867-4096-99F0-ACC2C1B495EE}" type="pres">
      <dgm:prSet presAssocID="{38079AA4-C2C4-4850-A985-86422EF33207}" presName="spacer" presStyleCnt="0"/>
      <dgm:spPr/>
    </dgm:pt>
    <dgm:pt modelId="{495CA4CA-7A19-4C4D-8785-D918845A8D4E}" type="pres">
      <dgm:prSet presAssocID="{322E82C7-37AE-415E-9FB3-3BEF914DC9B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BE3940A-4B38-420E-8D03-03D873DE7E20}" type="presOf" srcId="{322E82C7-37AE-415E-9FB3-3BEF914DC9BE}" destId="{495CA4CA-7A19-4C4D-8785-D918845A8D4E}" srcOrd="0" destOrd="0" presId="urn:microsoft.com/office/officeart/2005/8/layout/vList2"/>
    <dgm:cxn modelId="{DACD7E3A-A31E-4DC4-A4B0-F8D760D1EC54}" srcId="{4C5B51EB-C9BF-424A-A1BD-D35523BD9A74}" destId="{DC363B2B-07AE-49BE-8714-C9A4A3A9C6A0}" srcOrd="0" destOrd="0" parTransId="{630F3671-28AE-4881-847B-B1525DD74CF2}" sibTransId="{38079AA4-C2C4-4850-A985-86422EF33207}"/>
    <dgm:cxn modelId="{C4C38263-CE42-4D63-B263-A1B051DB4D4F}" type="presOf" srcId="{DC363B2B-07AE-49BE-8714-C9A4A3A9C6A0}" destId="{D2BE8103-825D-4175-9FFE-25D2D989852F}" srcOrd="0" destOrd="0" presId="urn:microsoft.com/office/officeart/2005/8/layout/vList2"/>
    <dgm:cxn modelId="{AB5E4F58-8C72-42BF-8A09-F877A1CBB1D6}" type="presOf" srcId="{4C5B51EB-C9BF-424A-A1BD-D35523BD9A74}" destId="{DE7499F9-D084-4DDB-AB58-7977B1DEE6EA}" srcOrd="0" destOrd="0" presId="urn:microsoft.com/office/officeart/2005/8/layout/vList2"/>
    <dgm:cxn modelId="{5DA594CB-B606-4790-BC8D-FA2C8CEA8D5D}" srcId="{4C5B51EB-C9BF-424A-A1BD-D35523BD9A74}" destId="{322E82C7-37AE-415E-9FB3-3BEF914DC9BE}" srcOrd="1" destOrd="0" parTransId="{D2C63CB4-6F34-47A8-A374-10B77BDF6062}" sibTransId="{3735BD42-3BCA-4CA4-98E1-E92411C4070D}"/>
    <dgm:cxn modelId="{DC1E54A5-1C96-4084-95AE-02BB095DB38B}" type="presParOf" srcId="{DE7499F9-D084-4DDB-AB58-7977B1DEE6EA}" destId="{D2BE8103-825D-4175-9FFE-25D2D989852F}" srcOrd="0" destOrd="0" presId="urn:microsoft.com/office/officeart/2005/8/layout/vList2"/>
    <dgm:cxn modelId="{BFFB491C-9576-4F1B-A80D-C35548BCB4AC}" type="presParOf" srcId="{DE7499F9-D084-4DDB-AB58-7977B1DEE6EA}" destId="{CC4645DE-1867-4096-99F0-ACC2C1B495EE}" srcOrd="1" destOrd="0" presId="urn:microsoft.com/office/officeart/2005/8/layout/vList2"/>
    <dgm:cxn modelId="{243568D9-2865-48FE-A1C7-82D96B2E0A16}" type="presParOf" srcId="{DE7499F9-D084-4DDB-AB58-7977B1DEE6EA}" destId="{495CA4CA-7A19-4C4D-8785-D918845A8D4E}" srcOrd="2" destOrd="0" presId="urn:microsoft.com/office/officeart/2005/8/layout/vList2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2C59EC2-EC84-40B0-A450-950AC12BAD2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340B274-5826-416C-A5CD-33C85F47020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LMs can reason about wide-ranging topics, but their knowledge is limited to the public data up to a specific point in time that they were trained on. </a:t>
          </a:r>
        </a:p>
      </dgm:t>
    </dgm:pt>
    <dgm:pt modelId="{D83C368E-3A1C-4FE2-803D-21C55FCFF394}" type="parTrans" cxnId="{BEEE8351-D4CD-4857-B56C-02A6259FDAB3}">
      <dgm:prSet/>
      <dgm:spPr/>
      <dgm:t>
        <a:bodyPr/>
        <a:lstStyle/>
        <a:p>
          <a:pPr>
            <a:lnSpc>
              <a:spcPct val="150000"/>
            </a:lnSpc>
          </a:pPr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D5E5E29-E975-4FF3-9B78-DD561572B1A9}" type="sibTrans" cxnId="{BEEE8351-D4CD-4857-B56C-02A6259FDAB3}">
      <dgm:prSet/>
      <dgm:spPr/>
      <dgm:t>
        <a:bodyPr/>
        <a:lstStyle/>
        <a:p>
          <a:pPr>
            <a:lnSpc>
              <a:spcPct val="150000"/>
            </a:lnSpc>
          </a:pPr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89EFB5E5-5D61-4167-B63D-7C0E36CB1CE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latin typeface="Microsoft JhengHei" panose="020B0604030504040204" pitchFamily="34" charset="-120"/>
              <a:ea typeface="Microsoft JhengHei" panose="020B0604030504040204" pitchFamily="34" charset="-120"/>
            </a:rPr>
            <a:t>If you want to build AI applications that can reason about private data or data introduced after a model’s cutoff date, you need to augment the knowledge of the model with the specific information it needs. </a:t>
          </a:r>
        </a:p>
      </dgm:t>
    </dgm:pt>
    <dgm:pt modelId="{DE73D126-AE92-487B-B73D-330B0D36C17B}" type="parTrans" cxnId="{E088A60E-E464-4A5D-953E-AF19B1B806CA}">
      <dgm:prSet/>
      <dgm:spPr/>
      <dgm:t>
        <a:bodyPr/>
        <a:lstStyle/>
        <a:p>
          <a:pPr>
            <a:lnSpc>
              <a:spcPct val="150000"/>
            </a:lnSpc>
          </a:pPr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40F60AE-315B-4053-BC59-F7A049310ECD}" type="sibTrans" cxnId="{E088A60E-E464-4A5D-953E-AF19B1B806CA}">
      <dgm:prSet/>
      <dgm:spPr/>
      <dgm:t>
        <a:bodyPr/>
        <a:lstStyle/>
        <a:p>
          <a:pPr>
            <a:lnSpc>
              <a:spcPct val="150000"/>
            </a:lnSpc>
          </a:pPr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3B9CD2F-019B-41E6-8452-A94C5271784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The process of bringing the appropriate information and inserting it into the model prompt is known as Retrieval Augmented Generation (RAG).</a:t>
          </a:r>
        </a:p>
      </dgm:t>
    </dgm:pt>
    <dgm:pt modelId="{D98AE8F2-AA82-401F-ABB3-2735DFCBBBE2}" type="parTrans" cxnId="{2F446ECA-C474-45AF-8BA0-D9EECC598B6D}">
      <dgm:prSet/>
      <dgm:spPr/>
      <dgm:t>
        <a:bodyPr/>
        <a:lstStyle/>
        <a:p>
          <a:pPr>
            <a:lnSpc>
              <a:spcPct val="150000"/>
            </a:lnSpc>
          </a:pPr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0ED1DF9-B175-43B5-ACD0-FA74E2FEE873}" type="sibTrans" cxnId="{2F446ECA-C474-45AF-8BA0-D9EECC598B6D}">
      <dgm:prSet/>
      <dgm:spPr/>
      <dgm:t>
        <a:bodyPr/>
        <a:lstStyle/>
        <a:p>
          <a:pPr>
            <a:lnSpc>
              <a:spcPct val="150000"/>
            </a:lnSpc>
          </a:pPr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C31DFBD8-C06F-4DE1-A3F8-C5EC26D00C5E}" type="pres">
      <dgm:prSet presAssocID="{62C59EC2-EC84-40B0-A450-950AC12BAD23}" presName="vert0" presStyleCnt="0">
        <dgm:presLayoutVars>
          <dgm:dir/>
          <dgm:animOne val="branch"/>
          <dgm:animLvl val="lvl"/>
        </dgm:presLayoutVars>
      </dgm:prSet>
      <dgm:spPr/>
    </dgm:pt>
    <dgm:pt modelId="{F21362CF-8DCE-4BB3-B4DC-429608F241A0}" type="pres">
      <dgm:prSet presAssocID="{6340B274-5826-416C-A5CD-33C85F47020B}" presName="thickLine" presStyleLbl="alignNode1" presStyleIdx="0" presStyleCnt="3"/>
      <dgm:spPr/>
    </dgm:pt>
    <dgm:pt modelId="{A9D68FCB-DE16-4A0A-9254-867EAC620ECF}" type="pres">
      <dgm:prSet presAssocID="{6340B274-5826-416C-A5CD-33C85F47020B}" presName="horz1" presStyleCnt="0"/>
      <dgm:spPr/>
    </dgm:pt>
    <dgm:pt modelId="{33DEFFF7-0691-44E4-BEF7-DDEA3F965A62}" type="pres">
      <dgm:prSet presAssocID="{6340B274-5826-416C-A5CD-33C85F47020B}" presName="tx1" presStyleLbl="revTx" presStyleIdx="0" presStyleCnt="3"/>
      <dgm:spPr/>
    </dgm:pt>
    <dgm:pt modelId="{369262E4-75FA-47F6-A5DA-80470AB24BA6}" type="pres">
      <dgm:prSet presAssocID="{6340B274-5826-416C-A5CD-33C85F47020B}" presName="vert1" presStyleCnt="0"/>
      <dgm:spPr/>
    </dgm:pt>
    <dgm:pt modelId="{B5206798-B1BE-4457-8CD4-5B320E17F753}" type="pres">
      <dgm:prSet presAssocID="{89EFB5E5-5D61-4167-B63D-7C0E36CB1CE2}" presName="thickLine" presStyleLbl="alignNode1" presStyleIdx="1" presStyleCnt="3"/>
      <dgm:spPr/>
    </dgm:pt>
    <dgm:pt modelId="{9A0111FD-CF56-4433-98EE-9392035B21AA}" type="pres">
      <dgm:prSet presAssocID="{89EFB5E5-5D61-4167-B63D-7C0E36CB1CE2}" presName="horz1" presStyleCnt="0"/>
      <dgm:spPr/>
    </dgm:pt>
    <dgm:pt modelId="{23C6D576-92E2-4541-B559-37C12213695B}" type="pres">
      <dgm:prSet presAssocID="{89EFB5E5-5D61-4167-B63D-7C0E36CB1CE2}" presName="tx1" presStyleLbl="revTx" presStyleIdx="1" presStyleCnt="3"/>
      <dgm:spPr/>
    </dgm:pt>
    <dgm:pt modelId="{E72604D7-6443-481B-B854-6FEEE7CA502D}" type="pres">
      <dgm:prSet presAssocID="{89EFB5E5-5D61-4167-B63D-7C0E36CB1CE2}" presName="vert1" presStyleCnt="0"/>
      <dgm:spPr/>
    </dgm:pt>
    <dgm:pt modelId="{A778EC14-0476-47BB-BBF0-E0E9371B1AA0}" type="pres">
      <dgm:prSet presAssocID="{43B9CD2F-019B-41E6-8452-A94C5271784F}" presName="thickLine" presStyleLbl="alignNode1" presStyleIdx="2" presStyleCnt="3"/>
      <dgm:spPr/>
    </dgm:pt>
    <dgm:pt modelId="{8FDBD289-2252-4A47-84BC-5FCC950939C9}" type="pres">
      <dgm:prSet presAssocID="{43B9CD2F-019B-41E6-8452-A94C5271784F}" presName="horz1" presStyleCnt="0"/>
      <dgm:spPr/>
    </dgm:pt>
    <dgm:pt modelId="{DF2B5DD6-A653-48D7-9B30-6D7F39691A87}" type="pres">
      <dgm:prSet presAssocID="{43B9CD2F-019B-41E6-8452-A94C5271784F}" presName="tx1" presStyleLbl="revTx" presStyleIdx="2" presStyleCnt="3"/>
      <dgm:spPr/>
    </dgm:pt>
    <dgm:pt modelId="{832F16B3-A7C8-4A85-A01D-5ED5D32AC5CA}" type="pres">
      <dgm:prSet presAssocID="{43B9CD2F-019B-41E6-8452-A94C5271784F}" presName="vert1" presStyleCnt="0"/>
      <dgm:spPr/>
    </dgm:pt>
  </dgm:ptLst>
  <dgm:cxnLst>
    <dgm:cxn modelId="{E088A60E-E464-4A5D-953E-AF19B1B806CA}" srcId="{62C59EC2-EC84-40B0-A450-950AC12BAD23}" destId="{89EFB5E5-5D61-4167-B63D-7C0E36CB1CE2}" srcOrd="1" destOrd="0" parTransId="{DE73D126-AE92-487B-B73D-330B0D36C17B}" sibTransId="{B40F60AE-315B-4053-BC59-F7A049310ECD}"/>
    <dgm:cxn modelId="{B1932D3A-69B1-4511-9EC3-1465316CDFA5}" type="presOf" srcId="{89EFB5E5-5D61-4167-B63D-7C0E36CB1CE2}" destId="{23C6D576-92E2-4541-B559-37C12213695B}" srcOrd="0" destOrd="0" presId="urn:microsoft.com/office/officeart/2008/layout/LinedList"/>
    <dgm:cxn modelId="{821C9D50-B651-4745-B20A-06BBBBEE5E17}" type="presOf" srcId="{43B9CD2F-019B-41E6-8452-A94C5271784F}" destId="{DF2B5DD6-A653-48D7-9B30-6D7F39691A87}" srcOrd="0" destOrd="0" presId="urn:microsoft.com/office/officeart/2008/layout/LinedList"/>
    <dgm:cxn modelId="{03D20171-ACB4-402D-AFFA-6DC98CBE3D8F}" type="presOf" srcId="{6340B274-5826-416C-A5CD-33C85F47020B}" destId="{33DEFFF7-0691-44E4-BEF7-DDEA3F965A62}" srcOrd="0" destOrd="0" presId="urn:microsoft.com/office/officeart/2008/layout/LinedList"/>
    <dgm:cxn modelId="{BEEE8351-D4CD-4857-B56C-02A6259FDAB3}" srcId="{62C59EC2-EC84-40B0-A450-950AC12BAD23}" destId="{6340B274-5826-416C-A5CD-33C85F47020B}" srcOrd="0" destOrd="0" parTransId="{D83C368E-3A1C-4FE2-803D-21C55FCFF394}" sibTransId="{6D5E5E29-E975-4FF3-9B78-DD561572B1A9}"/>
    <dgm:cxn modelId="{5FF755C7-42F0-41FF-806E-90EC5BD59ACF}" type="presOf" srcId="{62C59EC2-EC84-40B0-A450-950AC12BAD23}" destId="{C31DFBD8-C06F-4DE1-A3F8-C5EC26D00C5E}" srcOrd="0" destOrd="0" presId="urn:microsoft.com/office/officeart/2008/layout/LinedList"/>
    <dgm:cxn modelId="{2F446ECA-C474-45AF-8BA0-D9EECC598B6D}" srcId="{62C59EC2-EC84-40B0-A450-950AC12BAD23}" destId="{43B9CD2F-019B-41E6-8452-A94C5271784F}" srcOrd="2" destOrd="0" parTransId="{D98AE8F2-AA82-401F-ABB3-2735DFCBBBE2}" sibTransId="{B0ED1DF9-B175-43B5-ACD0-FA74E2FEE873}"/>
    <dgm:cxn modelId="{A149152C-D584-497B-9641-052457067439}" type="presParOf" srcId="{C31DFBD8-C06F-4DE1-A3F8-C5EC26D00C5E}" destId="{F21362CF-8DCE-4BB3-B4DC-429608F241A0}" srcOrd="0" destOrd="0" presId="urn:microsoft.com/office/officeart/2008/layout/LinedList"/>
    <dgm:cxn modelId="{E0AEB1B4-982E-4D03-9A52-7C775D9C237B}" type="presParOf" srcId="{C31DFBD8-C06F-4DE1-A3F8-C5EC26D00C5E}" destId="{A9D68FCB-DE16-4A0A-9254-867EAC620ECF}" srcOrd="1" destOrd="0" presId="urn:microsoft.com/office/officeart/2008/layout/LinedList"/>
    <dgm:cxn modelId="{D8EC2D34-8522-4323-A97B-04EAD59AA5B4}" type="presParOf" srcId="{A9D68FCB-DE16-4A0A-9254-867EAC620ECF}" destId="{33DEFFF7-0691-44E4-BEF7-DDEA3F965A62}" srcOrd="0" destOrd="0" presId="urn:microsoft.com/office/officeart/2008/layout/LinedList"/>
    <dgm:cxn modelId="{4049C649-9606-46E1-A6A3-D15189E1DB6F}" type="presParOf" srcId="{A9D68FCB-DE16-4A0A-9254-867EAC620ECF}" destId="{369262E4-75FA-47F6-A5DA-80470AB24BA6}" srcOrd="1" destOrd="0" presId="urn:microsoft.com/office/officeart/2008/layout/LinedList"/>
    <dgm:cxn modelId="{82E3E208-4836-4F45-9C00-0F59F95A474B}" type="presParOf" srcId="{C31DFBD8-C06F-4DE1-A3F8-C5EC26D00C5E}" destId="{B5206798-B1BE-4457-8CD4-5B320E17F753}" srcOrd="2" destOrd="0" presId="urn:microsoft.com/office/officeart/2008/layout/LinedList"/>
    <dgm:cxn modelId="{108D778C-EB9B-4799-A149-2A95C5D7AD25}" type="presParOf" srcId="{C31DFBD8-C06F-4DE1-A3F8-C5EC26D00C5E}" destId="{9A0111FD-CF56-4433-98EE-9392035B21AA}" srcOrd="3" destOrd="0" presId="urn:microsoft.com/office/officeart/2008/layout/LinedList"/>
    <dgm:cxn modelId="{A145E256-9B07-4953-BAB7-8E35B647031D}" type="presParOf" srcId="{9A0111FD-CF56-4433-98EE-9392035B21AA}" destId="{23C6D576-92E2-4541-B559-37C12213695B}" srcOrd="0" destOrd="0" presId="urn:microsoft.com/office/officeart/2008/layout/LinedList"/>
    <dgm:cxn modelId="{0C813F61-21B0-49CE-856F-9573A9B01E23}" type="presParOf" srcId="{9A0111FD-CF56-4433-98EE-9392035B21AA}" destId="{E72604D7-6443-481B-B854-6FEEE7CA502D}" srcOrd="1" destOrd="0" presId="urn:microsoft.com/office/officeart/2008/layout/LinedList"/>
    <dgm:cxn modelId="{E10D3353-A5E1-4908-A8C0-147FEC3E0EFA}" type="presParOf" srcId="{C31DFBD8-C06F-4DE1-A3F8-C5EC26D00C5E}" destId="{A778EC14-0476-47BB-BBF0-E0E9371B1AA0}" srcOrd="4" destOrd="0" presId="urn:microsoft.com/office/officeart/2008/layout/LinedList"/>
    <dgm:cxn modelId="{8F7958B9-70BE-4AA8-A0B8-B7D3620CA88E}" type="presParOf" srcId="{C31DFBD8-C06F-4DE1-A3F8-C5EC26D00C5E}" destId="{8FDBD289-2252-4A47-84BC-5FCC950939C9}" srcOrd="5" destOrd="0" presId="urn:microsoft.com/office/officeart/2008/layout/LinedList"/>
    <dgm:cxn modelId="{78017C43-490D-40A5-A47D-4BDA1AC50652}" type="presParOf" srcId="{8FDBD289-2252-4A47-84BC-5FCC950939C9}" destId="{DF2B5DD6-A653-48D7-9B30-6D7F39691A87}" srcOrd="0" destOrd="0" presId="urn:microsoft.com/office/officeart/2008/layout/LinedList"/>
    <dgm:cxn modelId="{2DEE7169-2A48-4B84-96DC-C3CF5CF24D78}" type="presParOf" srcId="{8FDBD289-2252-4A47-84BC-5FCC950939C9}" destId="{832F16B3-A7C8-4A85-A01D-5ED5D32AC5C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489AAF4-1C5A-4931-ACD7-6B2208093EE5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FF1062-4D11-40F3-8A93-A28E908C68D1}">
      <dgm:prSet phldrT="[Text]" custT="1"/>
      <dgm:spPr/>
      <dgm:t>
        <a:bodyPr/>
        <a:lstStyle/>
        <a:p>
          <a:r>
            <a:rPr lang="en-US" sz="18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Load</a:t>
          </a:r>
          <a:endParaRPr lang="en-US" sz="18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EE8B412B-C662-46D0-B067-53D2F4B05EB0}" type="parTrans" cxnId="{E9783BCD-50AD-44CE-9F76-B150EEB9C82A}">
      <dgm:prSet/>
      <dgm:spPr/>
      <dgm:t>
        <a:bodyPr/>
        <a:lstStyle/>
        <a:p>
          <a:endParaRPr lang="en-US"/>
        </a:p>
      </dgm:t>
    </dgm:pt>
    <dgm:pt modelId="{A7C72FA3-51DC-485A-AF0D-D5814A8E31C8}" type="sibTrans" cxnId="{E9783BCD-50AD-44CE-9F76-B150EEB9C82A}">
      <dgm:prSet/>
      <dgm:spPr/>
      <dgm:t>
        <a:bodyPr/>
        <a:lstStyle/>
        <a:p>
          <a:endParaRPr lang="en-US"/>
        </a:p>
      </dgm:t>
    </dgm:pt>
    <dgm:pt modelId="{4EF9A27D-6B7B-4A1A-BD9D-1B1DBE301552}">
      <dgm:prSet phldrT="[Text]" custT="1"/>
      <dgm:spPr/>
      <dgm:t>
        <a:bodyPr/>
        <a:lstStyle/>
        <a:p>
          <a:r>
            <a:rPr lang="en-US" sz="18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Split</a:t>
          </a:r>
          <a:endParaRPr lang="en-US" sz="18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12C6D97-141D-439E-B954-7D3BFC877BAD}" type="parTrans" cxnId="{58708D81-714B-4961-ACF4-6119E4BCB38B}">
      <dgm:prSet/>
      <dgm:spPr/>
      <dgm:t>
        <a:bodyPr/>
        <a:lstStyle/>
        <a:p>
          <a:endParaRPr lang="en-US"/>
        </a:p>
      </dgm:t>
    </dgm:pt>
    <dgm:pt modelId="{A1BA97B8-EBA2-41BB-B52D-E40710301DAE}" type="sibTrans" cxnId="{58708D81-714B-4961-ACF4-6119E4BCB38B}">
      <dgm:prSet/>
      <dgm:spPr/>
      <dgm:t>
        <a:bodyPr/>
        <a:lstStyle/>
        <a:p>
          <a:endParaRPr lang="en-US"/>
        </a:p>
      </dgm:t>
    </dgm:pt>
    <dgm:pt modelId="{703647D3-EDD6-4D1B-995A-EB11FAE3A26C}">
      <dgm:prSet phldrT="[Text]" custT="1"/>
      <dgm:spPr/>
      <dgm:t>
        <a:bodyPr/>
        <a:lstStyle/>
        <a:p>
          <a:r>
            <a:rPr lang="en-US" sz="18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Store</a:t>
          </a:r>
          <a:endParaRPr lang="en-US" sz="18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E46F968-EA96-4F85-8C0B-CD68E8051EC7}" type="parTrans" cxnId="{F7203B7B-9359-4BD3-B99E-0C10F151E191}">
      <dgm:prSet/>
      <dgm:spPr/>
      <dgm:t>
        <a:bodyPr/>
        <a:lstStyle/>
        <a:p>
          <a:endParaRPr lang="en-US"/>
        </a:p>
      </dgm:t>
    </dgm:pt>
    <dgm:pt modelId="{CB79E3C6-62E1-41A6-A1CE-A07787F3B918}" type="sibTrans" cxnId="{F7203B7B-9359-4BD3-B99E-0C10F151E191}">
      <dgm:prSet/>
      <dgm:spPr/>
      <dgm:t>
        <a:bodyPr/>
        <a:lstStyle/>
        <a:p>
          <a:endParaRPr lang="en-US"/>
        </a:p>
      </dgm:t>
    </dgm:pt>
    <dgm:pt modelId="{2785B0AE-6861-4255-9005-49AFE2DF053E}" type="pres">
      <dgm:prSet presAssocID="{5489AAF4-1C5A-4931-ACD7-6B2208093EE5}" presName="Name0" presStyleCnt="0">
        <dgm:presLayoutVars>
          <dgm:dir/>
          <dgm:resizeHandles val="exact"/>
        </dgm:presLayoutVars>
      </dgm:prSet>
      <dgm:spPr/>
    </dgm:pt>
    <dgm:pt modelId="{DC8684E3-E58C-4918-9B68-4DAB76FDD113}" type="pres">
      <dgm:prSet presAssocID="{5489AAF4-1C5A-4931-ACD7-6B2208093EE5}" presName="arrow" presStyleLbl="bgShp" presStyleIdx="0" presStyleCnt="1"/>
      <dgm:spPr/>
    </dgm:pt>
    <dgm:pt modelId="{6BF70FD4-48FE-43B5-8ADB-AC2656125BA5}" type="pres">
      <dgm:prSet presAssocID="{5489AAF4-1C5A-4931-ACD7-6B2208093EE5}" presName="points" presStyleCnt="0"/>
      <dgm:spPr/>
    </dgm:pt>
    <dgm:pt modelId="{CF995675-5C32-4075-9518-FC42DA2CA0BF}" type="pres">
      <dgm:prSet presAssocID="{18FF1062-4D11-40F3-8A93-A28E908C68D1}" presName="compositeA" presStyleCnt="0"/>
      <dgm:spPr/>
    </dgm:pt>
    <dgm:pt modelId="{6335FA11-4D02-4D81-8546-F688F6A9378E}" type="pres">
      <dgm:prSet presAssocID="{18FF1062-4D11-40F3-8A93-A28E908C68D1}" presName="textA" presStyleLbl="revTx" presStyleIdx="0" presStyleCnt="3">
        <dgm:presLayoutVars>
          <dgm:bulletEnabled val="1"/>
        </dgm:presLayoutVars>
      </dgm:prSet>
      <dgm:spPr/>
    </dgm:pt>
    <dgm:pt modelId="{BFF13EB8-04BE-441B-B023-D1B6AF798597}" type="pres">
      <dgm:prSet presAssocID="{18FF1062-4D11-40F3-8A93-A28E908C68D1}" presName="circleA" presStyleLbl="node1" presStyleIdx="0" presStyleCnt="3"/>
      <dgm:spPr/>
    </dgm:pt>
    <dgm:pt modelId="{47700003-1D66-478A-B9BA-3D0F719127E4}" type="pres">
      <dgm:prSet presAssocID="{18FF1062-4D11-40F3-8A93-A28E908C68D1}" presName="spaceA" presStyleCnt="0"/>
      <dgm:spPr/>
    </dgm:pt>
    <dgm:pt modelId="{6C3CE9F7-15C8-41FE-AB51-7B0C00A71A8D}" type="pres">
      <dgm:prSet presAssocID="{A7C72FA3-51DC-485A-AF0D-D5814A8E31C8}" presName="space" presStyleCnt="0"/>
      <dgm:spPr/>
    </dgm:pt>
    <dgm:pt modelId="{00ABC619-2A75-41F8-A485-4220067CF4F2}" type="pres">
      <dgm:prSet presAssocID="{4EF9A27D-6B7B-4A1A-BD9D-1B1DBE301552}" presName="compositeB" presStyleCnt="0"/>
      <dgm:spPr/>
    </dgm:pt>
    <dgm:pt modelId="{A39A54FA-4BE5-438D-A235-80E79752AF4B}" type="pres">
      <dgm:prSet presAssocID="{4EF9A27D-6B7B-4A1A-BD9D-1B1DBE301552}" presName="textB" presStyleLbl="revTx" presStyleIdx="1" presStyleCnt="3">
        <dgm:presLayoutVars>
          <dgm:bulletEnabled val="1"/>
        </dgm:presLayoutVars>
      </dgm:prSet>
      <dgm:spPr/>
    </dgm:pt>
    <dgm:pt modelId="{141CA8A6-0595-4D07-B931-CBC87B8AC089}" type="pres">
      <dgm:prSet presAssocID="{4EF9A27D-6B7B-4A1A-BD9D-1B1DBE301552}" presName="circleB" presStyleLbl="node1" presStyleIdx="1" presStyleCnt="3"/>
      <dgm:spPr/>
    </dgm:pt>
    <dgm:pt modelId="{A89C6BDC-93C6-4386-A159-3F098C0E0262}" type="pres">
      <dgm:prSet presAssocID="{4EF9A27D-6B7B-4A1A-BD9D-1B1DBE301552}" presName="spaceB" presStyleCnt="0"/>
      <dgm:spPr/>
    </dgm:pt>
    <dgm:pt modelId="{54A5DD2E-0DA7-4878-8790-0087FA81505B}" type="pres">
      <dgm:prSet presAssocID="{A1BA97B8-EBA2-41BB-B52D-E40710301DAE}" presName="space" presStyleCnt="0"/>
      <dgm:spPr/>
    </dgm:pt>
    <dgm:pt modelId="{F3E1619F-8576-4936-AA4F-A69EF9E04A6D}" type="pres">
      <dgm:prSet presAssocID="{703647D3-EDD6-4D1B-995A-EB11FAE3A26C}" presName="compositeA" presStyleCnt="0"/>
      <dgm:spPr/>
    </dgm:pt>
    <dgm:pt modelId="{F848BEAA-6580-4046-909A-A1BFC89A4617}" type="pres">
      <dgm:prSet presAssocID="{703647D3-EDD6-4D1B-995A-EB11FAE3A26C}" presName="textA" presStyleLbl="revTx" presStyleIdx="2" presStyleCnt="3">
        <dgm:presLayoutVars>
          <dgm:bulletEnabled val="1"/>
        </dgm:presLayoutVars>
      </dgm:prSet>
      <dgm:spPr/>
    </dgm:pt>
    <dgm:pt modelId="{2152F782-B5A3-4746-BFE9-166A4DF8F22A}" type="pres">
      <dgm:prSet presAssocID="{703647D3-EDD6-4D1B-995A-EB11FAE3A26C}" presName="circleA" presStyleLbl="node1" presStyleIdx="2" presStyleCnt="3"/>
      <dgm:spPr/>
    </dgm:pt>
    <dgm:pt modelId="{1940C96E-1A2E-4955-AB24-F14EE118B7B6}" type="pres">
      <dgm:prSet presAssocID="{703647D3-EDD6-4D1B-995A-EB11FAE3A26C}" presName="spaceA" presStyleCnt="0"/>
      <dgm:spPr/>
    </dgm:pt>
  </dgm:ptLst>
  <dgm:cxnLst>
    <dgm:cxn modelId="{DEC2A910-6A82-4276-A4B4-CEE7F4500413}" type="presOf" srcId="{5489AAF4-1C5A-4931-ACD7-6B2208093EE5}" destId="{2785B0AE-6861-4255-9005-49AFE2DF053E}" srcOrd="0" destOrd="0" presId="urn:microsoft.com/office/officeart/2005/8/layout/hProcess11"/>
    <dgm:cxn modelId="{3BBCD52C-4B2F-4122-A6F5-6613E27C3D67}" type="presOf" srcId="{703647D3-EDD6-4D1B-995A-EB11FAE3A26C}" destId="{F848BEAA-6580-4046-909A-A1BFC89A4617}" srcOrd="0" destOrd="0" presId="urn:microsoft.com/office/officeart/2005/8/layout/hProcess11"/>
    <dgm:cxn modelId="{519D985C-5780-482E-B951-AC33852B9178}" type="presOf" srcId="{18FF1062-4D11-40F3-8A93-A28E908C68D1}" destId="{6335FA11-4D02-4D81-8546-F688F6A9378E}" srcOrd="0" destOrd="0" presId="urn:microsoft.com/office/officeart/2005/8/layout/hProcess11"/>
    <dgm:cxn modelId="{F7203B7B-9359-4BD3-B99E-0C10F151E191}" srcId="{5489AAF4-1C5A-4931-ACD7-6B2208093EE5}" destId="{703647D3-EDD6-4D1B-995A-EB11FAE3A26C}" srcOrd="2" destOrd="0" parTransId="{BE46F968-EA96-4F85-8C0B-CD68E8051EC7}" sibTransId="{CB79E3C6-62E1-41A6-A1CE-A07787F3B918}"/>
    <dgm:cxn modelId="{58708D81-714B-4961-ACF4-6119E4BCB38B}" srcId="{5489AAF4-1C5A-4931-ACD7-6B2208093EE5}" destId="{4EF9A27D-6B7B-4A1A-BD9D-1B1DBE301552}" srcOrd="1" destOrd="0" parTransId="{412C6D97-141D-439E-B954-7D3BFC877BAD}" sibTransId="{A1BA97B8-EBA2-41BB-B52D-E40710301DAE}"/>
    <dgm:cxn modelId="{67C1EFAB-1F70-4C03-8FF1-B8362366EE10}" type="presOf" srcId="{4EF9A27D-6B7B-4A1A-BD9D-1B1DBE301552}" destId="{A39A54FA-4BE5-438D-A235-80E79752AF4B}" srcOrd="0" destOrd="0" presId="urn:microsoft.com/office/officeart/2005/8/layout/hProcess11"/>
    <dgm:cxn modelId="{E9783BCD-50AD-44CE-9F76-B150EEB9C82A}" srcId="{5489AAF4-1C5A-4931-ACD7-6B2208093EE5}" destId="{18FF1062-4D11-40F3-8A93-A28E908C68D1}" srcOrd="0" destOrd="0" parTransId="{EE8B412B-C662-46D0-B067-53D2F4B05EB0}" sibTransId="{A7C72FA3-51DC-485A-AF0D-D5814A8E31C8}"/>
    <dgm:cxn modelId="{96FE57D0-F705-4AAA-8BC2-4A7ACF1D7148}" type="presParOf" srcId="{2785B0AE-6861-4255-9005-49AFE2DF053E}" destId="{DC8684E3-E58C-4918-9B68-4DAB76FDD113}" srcOrd="0" destOrd="0" presId="urn:microsoft.com/office/officeart/2005/8/layout/hProcess11"/>
    <dgm:cxn modelId="{97F91728-04DF-4880-A583-6F37F55B6B8F}" type="presParOf" srcId="{2785B0AE-6861-4255-9005-49AFE2DF053E}" destId="{6BF70FD4-48FE-43B5-8ADB-AC2656125BA5}" srcOrd="1" destOrd="0" presId="urn:microsoft.com/office/officeart/2005/8/layout/hProcess11"/>
    <dgm:cxn modelId="{82BAAEC1-3497-43F7-ADCF-FE6FDC31D64F}" type="presParOf" srcId="{6BF70FD4-48FE-43B5-8ADB-AC2656125BA5}" destId="{CF995675-5C32-4075-9518-FC42DA2CA0BF}" srcOrd="0" destOrd="0" presId="urn:microsoft.com/office/officeart/2005/8/layout/hProcess11"/>
    <dgm:cxn modelId="{D55E0E50-71C4-4426-8669-45E7022074BD}" type="presParOf" srcId="{CF995675-5C32-4075-9518-FC42DA2CA0BF}" destId="{6335FA11-4D02-4D81-8546-F688F6A9378E}" srcOrd="0" destOrd="0" presId="urn:microsoft.com/office/officeart/2005/8/layout/hProcess11"/>
    <dgm:cxn modelId="{27637DB5-1E14-4BE8-9F6A-F51A7171F366}" type="presParOf" srcId="{CF995675-5C32-4075-9518-FC42DA2CA0BF}" destId="{BFF13EB8-04BE-441B-B023-D1B6AF798597}" srcOrd="1" destOrd="0" presId="urn:microsoft.com/office/officeart/2005/8/layout/hProcess11"/>
    <dgm:cxn modelId="{C1A6BFA6-3DCB-4A56-8CF9-F65151EF7C0C}" type="presParOf" srcId="{CF995675-5C32-4075-9518-FC42DA2CA0BF}" destId="{47700003-1D66-478A-B9BA-3D0F719127E4}" srcOrd="2" destOrd="0" presId="urn:microsoft.com/office/officeart/2005/8/layout/hProcess11"/>
    <dgm:cxn modelId="{44542364-7A85-4326-A175-8696C7B28823}" type="presParOf" srcId="{6BF70FD4-48FE-43B5-8ADB-AC2656125BA5}" destId="{6C3CE9F7-15C8-41FE-AB51-7B0C00A71A8D}" srcOrd="1" destOrd="0" presId="urn:microsoft.com/office/officeart/2005/8/layout/hProcess11"/>
    <dgm:cxn modelId="{1E917FF7-55EB-483E-B897-5547A5805787}" type="presParOf" srcId="{6BF70FD4-48FE-43B5-8ADB-AC2656125BA5}" destId="{00ABC619-2A75-41F8-A485-4220067CF4F2}" srcOrd="2" destOrd="0" presId="urn:microsoft.com/office/officeart/2005/8/layout/hProcess11"/>
    <dgm:cxn modelId="{BF2A8BB7-82D3-4C0E-AE9B-67BAE97EC960}" type="presParOf" srcId="{00ABC619-2A75-41F8-A485-4220067CF4F2}" destId="{A39A54FA-4BE5-438D-A235-80E79752AF4B}" srcOrd="0" destOrd="0" presId="urn:microsoft.com/office/officeart/2005/8/layout/hProcess11"/>
    <dgm:cxn modelId="{6404672F-FBD2-47F2-B028-FDC307B4A577}" type="presParOf" srcId="{00ABC619-2A75-41F8-A485-4220067CF4F2}" destId="{141CA8A6-0595-4D07-B931-CBC87B8AC089}" srcOrd="1" destOrd="0" presId="urn:microsoft.com/office/officeart/2005/8/layout/hProcess11"/>
    <dgm:cxn modelId="{BB3D007E-4FC7-4A3D-87E4-90E9CB3769AF}" type="presParOf" srcId="{00ABC619-2A75-41F8-A485-4220067CF4F2}" destId="{A89C6BDC-93C6-4386-A159-3F098C0E0262}" srcOrd="2" destOrd="0" presId="urn:microsoft.com/office/officeart/2005/8/layout/hProcess11"/>
    <dgm:cxn modelId="{A96F2029-2906-496D-BBB4-F51EA910112B}" type="presParOf" srcId="{6BF70FD4-48FE-43B5-8ADB-AC2656125BA5}" destId="{54A5DD2E-0DA7-4878-8790-0087FA81505B}" srcOrd="3" destOrd="0" presId="urn:microsoft.com/office/officeart/2005/8/layout/hProcess11"/>
    <dgm:cxn modelId="{087DEB4F-3949-4AC9-ABAD-ED183BD8723D}" type="presParOf" srcId="{6BF70FD4-48FE-43B5-8ADB-AC2656125BA5}" destId="{F3E1619F-8576-4936-AA4F-A69EF9E04A6D}" srcOrd="4" destOrd="0" presId="urn:microsoft.com/office/officeart/2005/8/layout/hProcess11"/>
    <dgm:cxn modelId="{402F1D6C-15F2-4383-B1AE-15889CE40F5F}" type="presParOf" srcId="{F3E1619F-8576-4936-AA4F-A69EF9E04A6D}" destId="{F848BEAA-6580-4046-909A-A1BFC89A4617}" srcOrd="0" destOrd="0" presId="urn:microsoft.com/office/officeart/2005/8/layout/hProcess11"/>
    <dgm:cxn modelId="{2D08F2A1-CC70-43C2-9D0E-45DA529166B2}" type="presParOf" srcId="{F3E1619F-8576-4936-AA4F-A69EF9E04A6D}" destId="{2152F782-B5A3-4746-BFE9-166A4DF8F22A}" srcOrd="1" destOrd="0" presId="urn:microsoft.com/office/officeart/2005/8/layout/hProcess11"/>
    <dgm:cxn modelId="{10F54EE4-3917-498D-8CD0-6CBDC5E8A380}" type="presParOf" srcId="{F3E1619F-8576-4936-AA4F-A69EF9E04A6D}" destId="{1940C96E-1A2E-4955-AB24-F14EE118B7B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489AAF4-1C5A-4931-ACD7-6B2208093EE5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FF1062-4D11-40F3-8A93-A28E908C68D1}">
      <dgm:prSet phldrT="[Text]" custT="1"/>
      <dgm:spPr/>
      <dgm:t>
        <a:bodyPr/>
        <a:lstStyle/>
        <a:p>
          <a:r>
            <a:rPr lang="en-US" sz="1800" b="1">
              <a:latin typeface="Microsoft JhengHei" panose="020B0604030504040204" pitchFamily="34" charset="-120"/>
              <a:ea typeface="Microsoft JhengHei" panose="020B0604030504040204" pitchFamily="34" charset="-120"/>
            </a:rPr>
            <a:t>Retrieve</a:t>
          </a:r>
          <a:endParaRPr lang="en-US" sz="18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EE8B412B-C662-46D0-B067-53D2F4B05EB0}" type="parTrans" cxnId="{E9783BCD-50AD-44CE-9F76-B150EEB9C82A}">
      <dgm:prSet/>
      <dgm:spPr/>
      <dgm:t>
        <a:bodyPr/>
        <a:lstStyle/>
        <a:p>
          <a:endParaRPr lang="en-US"/>
        </a:p>
      </dgm:t>
    </dgm:pt>
    <dgm:pt modelId="{A7C72FA3-51DC-485A-AF0D-D5814A8E31C8}" type="sibTrans" cxnId="{E9783BCD-50AD-44CE-9F76-B150EEB9C82A}">
      <dgm:prSet/>
      <dgm:spPr/>
      <dgm:t>
        <a:bodyPr/>
        <a:lstStyle/>
        <a:p>
          <a:endParaRPr lang="en-US"/>
        </a:p>
      </dgm:t>
    </dgm:pt>
    <dgm:pt modelId="{4EF9A27D-6B7B-4A1A-BD9D-1B1DBE301552}">
      <dgm:prSet phldrT="[Text]" custT="1"/>
      <dgm:spPr/>
      <dgm:t>
        <a:bodyPr/>
        <a:lstStyle/>
        <a:p>
          <a:r>
            <a:rPr lang="en-US" sz="18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Generate</a:t>
          </a:r>
          <a:endParaRPr lang="en-US" sz="18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12C6D97-141D-439E-B954-7D3BFC877BAD}" type="parTrans" cxnId="{58708D81-714B-4961-ACF4-6119E4BCB38B}">
      <dgm:prSet/>
      <dgm:spPr/>
      <dgm:t>
        <a:bodyPr/>
        <a:lstStyle/>
        <a:p>
          <a:endParaRPr lang="en-US"/>
        </a:p>
      </dgm:t>
    </dgm:pt>
    <dgm:pt modelId="{A1BA97B8-EBA2-41BB-B52D-E40710301DAE}" type="sibTrans" cxnId="{58708D81-714B-4961-ACF4-6119E4BCB38B}">
      <dgm:prSet/>
      <dgm:spPr/>
      <dgm:t>
        <a:bodyPr/>
        <a:lstStyle/>
        <a:p>
          <a:endParaRPr lang="en-US"/>
        </a:p>
      </dgm:t>
    </dgm:pt>
    <dgm:pt modelId="{2785B0AE-6861-4255-9005-49AFE2DF053E}" type="pres">
      <dgm:prSet presAssocID="{5489AAF4-1C5A-4931-ACD7-6B2208093EE5}" presName="Name0" presStyleCnt="0">
        <dgm:presLayoutVars>
          <dgm:dir/>
          <dgm:resizeHandles val="exact"/>
        </dgm:presLayoutVars>
      </dgm:prSet>
      <dgm:spPr/>
    </dgm:pt>
    <dgm:pt modelId="{DC8684E3-E58C-4918-9B68-4DAB76FDD113}" type="pres">
      <dgm:prSet presAssocID="{5489AAF4-1C5A-4931-ACD7-6B2208093EE5}" presName="arrow" presStyleLbl="bgShp" presStyleIdx="0" presStyleCnt="1"/>
      <dgm:spPr/>
    </dgm:pt>
    <dgm:pt modelId="{6BF70FD4-48FE-43B5-8ADB-AC2656125BA5}" type="pres">
      <dgm:prSet presAssocID="{5489AAF4-1C5A-4931-ACD7-6B2208093EE5}" presName="points" presStyleCnt="0"/>
      <dgm:spPr/>
    </dgm:pt>
    <dgm:pt modelId="{CF995675-5C32-4075-9518-FC42DA2CA0BF}" type="pres">
      <dgm:prSet presAssocID="{18FF1062-4D11-40F3-8A93-A28E908C68D1}" presName="compositeA" presStyleCnt="0"/>
      <dgm:spPr/>
    </dgm:pt>
    <dgm:pt modelId="{6335FA11-4D02-4D81-8546-F688F6A9378E}" type="pres">
      <dgm:prSet presAssocID="{18FF1062-4D11-40F3-8A93-A28E908C68D1}" presName="textA" presStyleLbl="revTx" presStyleIdx="0" presStyleCnt="2">
        <dgm:presLayoutVars>
          <dgm:bulletEnabled val="1"/>
        </dgm:presLayoutVars>
      </dgm:prSet>
      <dgm:spPr/>
    </dgm:pt>
    <dgm:pt modelId="{BFF13EB8-04BE-441B-B023-D1B6AF798597}" type="pres">
      <dgm:prSet presAssocID="{18FF1062-4D11-40F3-8A93-A28E908C68D1}" presName="circleA" presStyleLbl="node1" presStyleIdx="0" presStyleCnt="2"/>
      <dgm:spPr/>
    </dgm:pt>
    <dgm:pt modelId="{47700003-1D66-478A-B9BA-3D0F719127E4}" type="pres">
      <dgm:prSet presAssocID="{18FF1062-4D11-40F3-8A93-A28E908C68D1}" presName="spaceA" presStyleCnt="0"/>
      <dgm:spPr/>
    </dgm:pt>
    <dgm:pt modelId="{6C3CE9F7-15C8-41FE-AB51-7B0C00A71A8D}" type="pres">
      <dgm:prSet presAssocID="{A7C72FA3-51DC-485A-AF0D-D5814A8E31C8}" presName="space" presStyleCnt="0"/>
      <dgm:spPr/>
    </dgm:pt>
    <dgm:pt modelId="{00ABC619-2A75-41F8-A485-4220067CF4F2}" type="pres">
      <dgm:prSet presAssocID="{4EF9A27D-6B7B-4A1A-BD9D-1B1DBE301552}" presName="compositeB" presStyleCnt="0"/>
      <dgm:spPr/>
    </dgm:pt>
    <dgm:pt modelId="{A39A54FA-4BE5-438D-A235-80E79752AF4B}" type="pres">
      <dgm:prSet presAssocID="{4EF9A27D-6B7B-4A1A-BD9D-1B1DBE301552}" presName="textB" presStyleLbl="revTx" presStyleIdx="1" presStyleCnt="2">
        <dgm:presLayoutVars>
          <dgm:bulletEnabled val="1"/>
        </dgm:presLayoutVars>
      </dgm:prSet>
      <dgm:spPr/>
    </dgm:pt>
    <dgm:pt modelId="{141CA8A6-0595-4D07-B931-CBC87B8AC089}" type="pres">
      <dgm:prSet presAssocID="{4EF9A27D-6B7B-4A1A-BD9D-1B1DBE301552}" presName="circleB" presStyleLbl="node1" presStyleIdx="1" presStyleCnt="2"/>
      <dgm:spPr/>
    </dgm:pt>
    <dgm:pt modelId="{A89C6BDC-93C6-4386-A159-3F098C0E0262}" type="pres">
      <dgm:prSet presAssocID="{4EF9A27D-6B7B-4A1A-BD9D-1B1DBE301552}" presName="spaceB" presStyleCnt="0"/>
      <dgm:spPr/>
    </dgm:pt>
  </dgm:ptLst>
  <dgm:cxnLst>
    <dgm:cxn modelId="{DEC2A910-6A82-4276-A4B4-CEE7F4500413}" type="presOf" srcId="{5489AAF4-1C5A-4931-ACD7-6B2208093EE5}" destId="{2785B0AE-6861-4255-9005-49AFE2DF053E}" srcOrd="0" destOrd="0" presId="urn:microsoft.com/office/officeart/2005/8/layout/hProcess11"/>
    <dgm:cxn modelId="{519D985C-5780-482E-B951-AC33852B9178}" type="presOf" srcId="{18FF1062-4D11-40F3-8A93-A28E908C68D1}" destId="{6335FA11-4D02-4D81-8546-F688F6A9378E}" srcOrd="0" destOrd="0" presId="urn:microsoft.com/office/officeart/2005/8/layout/hProcess11"/>
    <dgm:cxn modelId="{58708D81-714B-4961-ACF4-6119E4BCB38B}" srcId="{5489AAF4-1C5A-4931-ACD7-6B2208093EE5}" destId="{4EF9A27D-6B7B-4A1A-BD9D-1B1DBE301552}" srcOrd="1" destOrd="0" parTransId="{412C6D97-141D-439E-B954-7D3BFC877BAD}" sibTransId="{A1BA97B8-EBA2-41BB-B52D-E40710301DAE}"/>
    <dgm:cxn modelId="{67C1EFAB-1F70-4C03-8FF1-B8362366EE10}" type="presOf" srcId="{4EF9A27D-6B7B-4A1A-BD9D-1B1DBE301552}" destId="{A39A54FA-4BE5-438D-A235-80E79752AF4B}" srcOrd="0" destOrd="0" presId="urn:microsoft.com/office/officeart/2005/8/layout/hProcess11"/>
    <dgm:cxn modelId="{E9783BCD-50AD-44CE-9F76-B150EEB9C82A}" srcId="{5489AAF4-1C5A-4931-ACD7-6B2208093EE5}" destId="{18FF1062-4D11-40F3-8A93-A28E908C68D1}" srcOrd="0" destOrd="0" parTransId="{EE8B412B-C662-46D0-B067-53D2F4B05EB0}" sibTransId="{A7C72FA3-51DC-485A-AF0D-D5814A8E31C8}"/>
    <dgm:cxn modelId="{96FE57D0-F705-4AAA-8BC2-4A7ACF1D7148}" type="presParOf" srcId="{2785B0AE-6861-4255-9005-49AFE2DF053E}" destId="{DC8684E3-E58C-4918-9B68-4DAB76FDD113}" srcOrd="0" destOrd="0" presId="urn:microsoft.com/office/officeart/2005/8/layout/hProcess11"/>
    <dgm:cxn modelId="{97F91728-04DF-4880-A583-6F37F55B6B8F}" type="presParOf" srcId="{2785B0AE-6861-4255-9005-49AFE2DF053E}" destId="{6BF70FD4-48FE-43B5-8ADB-AC2656125BA5}" srcOrd="1" destOrd="0" presId="urn:microsoft.com/office/officeart/2005/8/layout/hProcess11"/>
    <dgm:cxn modelId="{82BAAEC1-3497-43F7-ADCF-FE6FDC31D64F}" type="presParOf" srcId="{6BF70FD4-48FE-43B5-8ADB-AC2656125BA5}" destId="{CF995675-5C32-4075-9518-FC42DA2CA0BF}" srcOrd="0" destOrd="0" presId="urn:microsoft.com/office/officeart/2005/8/layout/hProcess11"/>
    <dgm:cxn modelId="{D55E0E50-71C4-4426-8669-45E7022074BD}" type="presParOf" srcId="{CF995675-5C32-4075-9518-FC42DA2CA0BF}" destId="{6335FA11-4D02-4D81-8546-F688F6A9378E}" srcOrd="0" destOrd="0" presId="urn:microsoft.com/office/officeart/2005/8/layout/hProcess11"/>
    <dgm:cxn modelId="{27637DB5-1E14-4BE8-9F6A-F51A7171F366}" type="presParOf" srcId="{CF995675-5C32-4075-9518-FC42DA2CA0BF}" destId="{BFF13EB8-04BE-441B-B023-D1B6AF798597}" srcOrd="1" destOrd="0" presId="urn:microsoft.com/office/officeart/2005/8/layout/hProcess11"/>
    <dgm:cxn modelId="{C1A6BFA6-3DCB-4A56-8CF9-F65151EF7C0C}" type="presParOf" srcId="{CF995675-5C32-4075-9518-FC42DA2CA0BF}" destId="{47700003-1D66-478A-B9BA-3D0F719127E4}" srcOrd="2" destOrd="0" presId="urn:microsoft.com/office/officeart/2005/8/layout/hProcess11"/>
    <dgm:cxn modelId="{44542364-7A85-4326-A175-8696C7B28823}" type="presParOf" srcId="{6BF70FD4-48FE-43B5-8ADB-AC2656125BA5}" destId="{6C3CE9F7-15C8-41FE-AB51-7B0C00A71A8D}" srcOrd="1" destOrd="0" presId="urn:microsoft.com/office/officeart/2005/8/layout/hProcess11"/>
    <dgm:cxn modelId="{1E917FF7-55EB-483E-B897-5547A5805787}" type="presParOf" srcId="{6BF70FD4-48FE-43B5-8ADB-AC2656125BA5}" destId="{00ABC619-2A75-41F8-A485-4220067CF4F2}" srcOrd="2" destOrd="0" presId="urn:microsoft.com/office/officeart/2005/8/layout/hProcess11"/>
    <dgm:cxn modelId="{BF2A8BB7-82D3-4C0E-AE9B-67BAE97EC960}" type="presParOf" srcId="{00ABC619-2A75-41F8-A485-4220067CF4F2}" destId="{A39A54FA-4BE5-438D-A235-80E79752AF4B}" srcOrd="0" destOrd="0" presId="urn:microsoft.com/office/officeart/2005/8/layout/hProcess11"/>
    <dgm:cxn modelId="{6404672F-FBD2-47F2-B028-FDC307B4A577}" type="presParOf" srcId="{00ABC619-2A75-41F8-A485-4220067CF4F2}" destId="{141CA8A6-0595-4D07-B931-CBC87B8AC089}" srcOrd="1" destOrd="0" presId="urn:microsoft.com/office/officeart/2005/8/layout/hProcess11"/>
    <dgm:cxn modelId="{BB3D007E-4FC7-4A3D-87E4-90E9CB3769AF}" type="presParOf" srcId="{00ABC619-2A75-41F8-A485-4220067CF4F2}" destId="{A89C6BDC-93C6-4386-A159-3F098C0E0262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C5B51EB-C9BF-424A-A1BD-D35523BD9A74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C363B2B-07AE-49BE-8714-C9A4A3A9C6A0}">
      <dgm:prSet custT="1"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Question Answering Systems: </a:t>
          </a:r>
          <a:r>
            <a:rPr lang="en-US" sz="14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RAG is particularly effective in question-answering systems where the answer might not be contained in a single document or may require synthesis from multiple sources.</a:t>
          </a:r>
          <a:endParaRPr lang="en-IN" sz="1400" dirty="0">
            <a:solidFill>
              <a:schemeClr val="tx1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30F3671-28AE-4881-847B-B1525DD74CF2}" type="parTrans" cxnId="{DACD7E3A-A31E-4DC4-A4B0-F8D760D1EC54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8079AA4-C2C4-4850-A985-86422EF33207}" type="sibTrans" cxnId="{DACD7E3A-A31E-4DC4-A4B0-F8D760D1EC54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22E82C7-37AE-415E-9FB3-3BEF914DC9BE}">
      <dgm:prSet custT="1"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Information Retrieval: </a:t>
          </a:r>
          <a:r>
            <a:rPr lang="en-US" sz="14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Enhancing search systems to provide more relevant results by combining retrieval with generation.</a:t>
          </a:r>
        </a:p>
      </dgm:t>
    </dgm:pt>
    <dgm:pt modelId="{D2C63CB4-6F34-47A8-A374-10B77BDF6062}" type="parTrans" cxnId="{5DA594CB-B606-4790-BC8D-FA2C8CEA8D5D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735BD42-3BCA-4CA4-98E1-E92411C4070D}" type="sibTrans" cxnId="{5DA594CB-B606-4790-BC8D-FA2C8CEA8D5D}">
      <dgm:prSet/>
      <dgm:spPr/>
      <dgm:t>
        <a:bodyPr/>
        <a:lstStyle/>
        <a:p>
          <a:endParaRPr lang="en-IN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C20B3E2-CA59-4C79-8C56-9DD47589C63C}">
      <dgm:prSet custT="1"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Chatbots and Virtual Assistants</a:t>
          </a:r>
          <a:r>
            <a:rPr lang="en-US" sz="14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: Improving the quality of responses in conversational AI by providing more accurate and detailed answers.</a:t>
          </a:r>
          <a:endParaRPr lang="en-IN" sz="1400" dirty="0">
            <a:solidFill>
              <a:schemeClr val="tx1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D77FC768-45DD-4191-92EF-6FDAC547227D}" type="parTrans" cxnId="{88B6DB94-C6F7-4CFF-AC7E-4ECD5058A91F}">
      <dgm:prSet/>
      <dgm:spPr/>
      <dgm:t>
        <a:bodyPr/>
        <a:lstStyle/>
        <a:p>
          <a:endParaRPr lang="en-US"/>
        </a:p>
      </dgm:t>
    </dgm:pt>
    <dgm:pt modelId="{BE89D4E6-27A0-4453-A343-9AD63E60E1A6}" type="sibTrans" cxnId="{88B6DB94-C6F7-4CFF-AC7E-4ECD5058A91F}">
      <dgm:prSet/>
      <dgm:spPr/>
      <dgm:t>
        <a:bodyPr/>
        <a:lstStyle/>
        <a:p>
          <a:endParaRPr lang="en-US"/>
        </a:p>
      </dgm:t>
    </dgm:pt>
    <dgm:pt modelId="{DE7499F9-D084-4DDB-AB58-7977B1DEE6EA}" type="pres">
      <dgm:prSet presAssocID="{4C5B51EB-C9BF-424A-A1BD-D35523BD9A74}" presName="linear" presStyleCnt="0">
        <dgm:presLayoutVars>
          <dgm:animLvl val="lvl"/>
          <dgm:resizeHandles val="exact"/>
        </dgm:presLayoutVars>
      </dgm:prSet>
      <dgm:spPr/>
    </dgm:pt>
    <dgm:pt modelId="{D2BE8103-825D-4175-9FFE-25D2D989852F}" type="pres">
      <dgm:prSet presAssocID="{DC363B2B-07AE-49BE-8714-C9A4A3A9C6A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194A9C4-855E-4E98-889E-FA0A0A80A12D}" type="pres">
      <dgm:prSet presAssocID="{38079AA4-C2C4-4850-A985-86422EF33207}" presName="spacer" presStyleCnt="0"/>
      <dgm:spPr/>
    </dgm:pt>
    <dgm:pt modelId="{A5C4EDE8-C51D-4B90-A316-AE493822C182}" type="pres">
      <dgm:prSet presAssocID="{BC20B3E2-CA59-4C79-8C56-9DD47589C63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0C91134-D212-4CEC-A7BB-6AEB1E9380C1}" type="pres">
      <dgm:prSet presAssocID="{BE89D4E6-27A0-4453-A343-9AD63E60E1A6}" presName="spacer" presStyleCnt="0"/>
      <dgm:spPr/>
    </dgm:pt>
    <dgm:pt modelId="{495CA4CA-7A19-4C4D-8785-D918845A8D4E}" type="pres">
      <dgm:prSet presAssocID="{322E82C7-37AE-415E-9FB3-3BEF914DC9B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BE3940A-4B38-420E-8D03-03D873DE7E20}" type="presOf" srcId="{322E82C7-37AE-415E-9FB3-3BEF914DC9BE}" destId="{495CA4CA-7A19-4C4D-8785-D918845A8D4E}" srcOrd="0" destOrd="0" presId="urn:microsoft.com/office/officeart/2005/8/layout/vList2"/>
    <dgm:cxn modelId="{DACD7E3A-A31E-4DC4-A4B0-F8D760D1EC54}" srcId="{4C5B51EB-C9BF-424A-A1BD-D35523BD9A74}" destId="{DC363B2B-07AE-49BE-8714-C9A4A3A9C6A0}" srcOrd="0" destOrd="0" parTransId="{630F3671-28AE-4881-847B-B1525DD74CF2}" sibTransId="{38079AA4-C2C4-4850-A985-86422EF33207}"/>
    <dgm:cxn modelId="{C4C38263-CE42-4D63-B263-A1B051DB4D4F}" type="presOf" srcId="{DC363B2B-07AE-49BE-8714-C9A4A3A9C6A0}" destId="{D2BE8103-825D-4175-9FFE-25D2D989852F}" srcOrd="0" destOrd="0" presId="urn:microsoft.com/office/officeart/2005/8/layout/vList2"/>
    <dgm:cxn modelId="{AB5E4F58-8C72-42BF-8A09-F877A1CBB1D6}" type="presOf" srcId="{4C5B51EB-C9BF-424A-A1BD-D35523BD9A74}" destId="{DE7499F9-D084-4DDB-AB58-7977B1DEE6EA}" srcOrd="0" destOrd="0" presId="urn:microsoft.com/office/officeart/2005/8/layout/vList2"/>
    <dgm:cxn modelId="{88B6DB94-C6F7-4CFF-AC7E-4ECD5058A91F}" srcId="{4C5B51EB-C9BF-424A-A1BD-D35523BD9A74}" destId="{BC20B3E2-CA59-4C79-8C56-9DD47589C63C}" srcOrd="1" destOrd="0" parTransId="{D77FC768-45DD-4191-92EF-6FDAC547227D}" sibTransId="{BE89D4E6-27A0-4453-A343-9AD63E60E1A6}"/>
    <dgm:cxn modelId="{70E20BAC-F770-4EC6-BEE4-56AA9D0CB36A}" type="presOf" srcId="{BC20B3E2-CA59-4C79-8C56-9DD47589C63C}" destId="{A5C4EDE8-C51D-4B90-A316-AE493822C182}" srcOrd="0" destOrd="0" presId="urn:microsoft.com/office/officeart/2005/8/layout/vList2"/>
    <dgm:cxn modelId="{5DA594CB-B606-4790-BC8D-FA2C8CEA8D5D}" srcId="{4C5B51EB-C9BF-424A-A1BD-D35523BD9A74}" destId="{322E82C7-37AE-415E-9FB3-3BEF914DC9BE}" srcOrd="2" destOrd="0" parTransId="{D2C63CB4-6F34-47A8-A374-10B77BDF6062}" sibTransId="{3735BD42-3BCA-4CA4-98E1-E92411C4070D}"/>
    <dgm:cxn modelId="{DC1E54A5-1C96-4084-95AE-02BB095DB38B}" type="presParOf" srcId="{DE7499F9-D084-4DDB-AB58-7977B1DEE6EA}" destId="{D2BE8103-825D-4175-9FFE-25D2D989852F}" srcOrd="0" destOrd="0" presId="urn:microsoft.com/office/officeart/2005/8/layout/vList2"/>
    <dgm:cxn modelId="{AFC62C59-752C-4948-93F4-3024E22A00B8}" type="presParOf" srcId="{DE7499F9-D084-4DDB-AB58-7977B1DEE6EA}" destId="{7194A9C4-855E-4E98-889E-FA0A0A80A12D}" srcOrd="1" destOrd="0" presId="urn:microsoft.com/office/officeart/2005/8/layout/vList2"/>
    <dgm:cxn modelId="{7D5045E1-0F5D-4062-A1DA-26AA02F8A2A2}" type="presParOf" srcId="{DE7499F9-D084-4DDB-AB58-7977B1DEE6EA}" destId="{A5C4EDE8-C51D-4B90-A316-AE493822C182}" srcOrd="2" destOrd="0" presId="urn:microsoft.com/office/officeart/2005/8/layout/vList2"/>
    <dgm:cxn modelId="{F627A076-C2EC-469B-B2FE-AFBC27AC0512}" type="presParOf" srcId="{DE7499F9-D084-4DDB-AB58-7977B1DEE6EA}" destId="{D0C91134-D212-4CEC-A7BB-6AEB1E9380C1}" srcOrd="3" destOrd="0" presId="urn:microsoft.com/office/officeart/2005/8/layout/vList2"/>
    <dgm:cxn modelId="{243568D9-2865-48FE-A1C7-82D96B2E0A16}" type="presParOf" srcId="{DE7499F9-D084-4DDB-AB58-7977B1DEE6EA}" destId="{495CA4CA-7A19-4C4D-8785-D918845A8D4E}" srcOrd="4" destOrd="0" presId="urn:microsoft.com/office/officeart/2005/8/layout/vList2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2070CC7-9E68-433A-8DB9-7A7F13B1AF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1E4F23-D832-4B3A-860D-B565C801FD29}">
      <dgm:prSet custT="1"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What it is</a:t>
          </a:r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</a:t>
          </a:r>
        </a:p>
      </dgm:t>
    </dgm:pt>
    <dgm:pt modelId="{19952A19-9453-42CA-8FEF-B99D68E3F52D}" type="parTrans" cxnId="{F0E4F34D-A836-4079-8A21-04C3BBFFAD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DDE4263-3262-4591-8807-7109CAA2DE39}" type="sibTrans" cxnId="{F0E4F34D-A836-4079-8A21-04C3BBFFAD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49AEBB7-521A-4F8D-B3AA-65DA1F3FC1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Looks for exact keyword matches between your query and documents.</a:t>
          </a:r>
        </a:p>
      </dgm:t>
    </dgm:pt>
    <dgm:pt modelId="{F55CC60A-5BD8-47BF-9E8D-E6702F501C8A}" type="parTrans" cxnId="{2EE646AA-3740-465F-BAE2-3F6EA2D02FF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F1F9CAC-B797-4638-9471-A602947FEE5E}" type="sibTrans" cxnId="{2EE646AA-3740-465F-BAE2-3F6EA2D02FF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FAC959B-AFCE-461F-A3F6-BEDAA4499B77}">
      <dgm:prSet custT="1"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How it works</a:t>
          </a:r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</a:t>
          </a:r>
        </a:p>
      </dgm:t>
    </dgm:pt>
    <dgm:pt modelId="{AA581DD4-B308-460F-97D4-09F54EDF241E}" type="parTrans" cxnId="{78338E87-6DBB-4A3C-8DD2-2D89E55031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31D8B0F-73E8-4A5F-998F-99E9BA6BEE7E}" type="sibTrans" cxnId="{78338E87-6DBB-4A3C-8DD2-2D89E55031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069B8A7-3317-49CD-98C2-1D998E1976D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Think of scanning printed index cards: you flip through and pick cards that contain the exact words you asked for.</a:t>
          </a:r>
        </a:p>
      </dgm:t>
    </dgm:pt>
    <dgm:pt modelId="{74B6C7E9-A5C7-4345-99F7-DA0F139B2F44}" type="parTrans" cxnId="{A8D8298D-1879-4D43-88F7-7902A0DF53A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35AE06C-0966-4788-9766-EECEC1DA8E8E}" type="sibTrans" cxnId="{A8D8298D-1879-4D43-88F7-7902A0DF53A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1933F4E-E3D0-4215-8BA8-2677309975EC}">
      <dgm:prSet custT="1"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Example</a:t>
          </a:r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</a:t>
          </a:r>
        </a:p>
      </dgm:t>
    </dgm:pt>
    <dgm:pt modelId="{4750DE41-EEF4-4AE2-8E27-838D2C63D4E8}" type="parTrans" cxnId="{57151359-C5B5-4081-9D6E-0E3F7DD6C67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1F37C86-53B8-4925-9B3D-584660F7950F}" type="sibTrans" cxnId="{57151359-C5B5-4081-9D6E-0E3F7DD6C67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1F021E2-7D7D-44AF-93EC-2D374AB0C5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If you search for “apple pie recipe,” sparse retrieval finds documents containing the words “apple,” “pie,” and “recipe.” It won’t surface a document titled “Grandma’s Famous Fruit Tart,” even if it describes an apple dessert.</a:t>
          </a:r>
        </a:p>
      </dgm:t>
    </dgm:pt>
    <dgm:pt modelId="{41CDC13A-C772-49C0-A863-CAC90EF66A37}" type="parTrans" cxnId="{A4433C8A-675A-40AB-9068-514F68EDC79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884C02D-070D-472D-B01D-2E2B5438F55E}" type="sibTrans" cxnId="{A4433C8A-675A-40AB-9068-514F68EDC79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61A4B1A-20F2-4AC7-9404-38C98AAF97E2}" type="pres">
      <dgm:prSet presAssocID="{52070CC7-9E68-433A-8DB9-7A7F13B1AFEC}" presName="linear" presStyleCnt="0">
        <dgm:presLayoutVars>
          <dgm:animLvl val="lvl"/>
          <dgm:resizeHandles val="exact"/>
        </dgm:presLayoutVars>
      </dgm:prSet>
      <dgm:spPr/>
    </dgm:pt>
    <dgm:pt modelId="{21697166-2BEC-4554-86C7-9E8DEE3E26BF}" type="pres">
      <dgm:prSet presAssocID="{D71E4F23-D832-4B3A-860D-B565C801FD2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00CDB01-08A9-4E8F-8FD0-410ED7C8E978}" type="pres">
      <dgm:prSet presAssocID="{D71E4F23-D832-4B3A-860D-B565C801FD29}" presName="childText" presStyleLbl="revTx" presStyleIdx="0" presStyleCnt="3">
        <dgm:presLayoutVars>
          <dgm:bulletEnabled val="1"/>
        </dgm:presLayoutVars>
      </dgm:prSet>
      <dgm:spPr/>
    </dgm:pt>
    <dgm:pt modelId="{F787A834-E7BE-44F4-A8AC-0DA02E7EF07D}" type="pres">
      <dgm:prSet presAssocID="{FFAC959B-AFCE-461F-A3F6-BEDAA4499B7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49F8119-07C6-47AB-961B-061DCAB99F3D}" type="pres">
      <dgm:prSet presAssocID="{FFAC959B-AFCE-461F-A3F6-BEDAA4499B77}" presName="childText" presStyleLbl="revTx" presStyleIdx="1" presStyleCnt="3">
        <dgm:presLayoutVars>
          <dgm:bulletEnabled val="1"/>
        </dgm:presLayoutVars>
      </dgm:prSet>
      <dgm:spPr/>
    </dgm:pt>
    <dgm:pt modelId="{76F43287-C7C9-4899-B328-32EC9E72B6BF}" type="pres">
      <dgm:prSet presAssocID="{C1933F4E-E3D0-4215-8BA8-2677309975E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05D1EA0-6997-4150-BA40-5795320F05B6}" type="pres">
      <dgm:prSet presAssocID="{C1933F4E-E3D0-4215-8BA8-2677309975EC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9F69720-74FC-4ED2-8E6F-B280AB4C2C96}" type="presOf" srcId="{C1933F4E-E3D0-4215-8BA8-2677309975EC}" destId="{76F43287-C7C9-4899-B328-32EC9E72B6BF}" srcOrd="0" destOrd="0" presId="urn:microsoft.com/office/officeart/2005/8/layout/vList2"/>
    <dgm:cxn modelId="{7E8BC320-894F-4645-91EB-D0806E3A9AD5}" type="presOf" srcId="{52070CC7-9E68-433A-8DB9-7A7F13B1AFEC}" destId="{B61A4B1A-20F2-4AC7-9404-38C98AAF97E2}" srcOrd="0" destOrd="0" presId="urn:microsoft.com/office/officeart/2005/8/layout/vList2"/>
    <dgm:cxn modelId="{A8EF9021-BE50-44FD-8ED2-B80B3FDB03C5}" type="presOf" srcId="{D71E4F23-D832-4B3A-860D-B565C801FD29}" destId="{21697166-2BEC-4554-86C7-9E8DEE3E26BF}" srcOrd="0" destOrd="0" presId="urn:microsoft.com/office/officeart/2005/8/layout/vList2"/>
    <dgm:cxn modelId="{9AC9FA3A-B735-4A3C-AEB6-098E3A553D92}" type="presOf" srcId="{FFAC959B-AFCE-461F-A3F6-BEDAA4499B77}" destId="{F787A834-E7BE-44F4-A8AC-0DA02E7EF07D}" srcOrd="0" destOrd="0" presId="urn:microsoft.com/office/officeart/2005/8/layout/vList2"/>
    <dgm:cxn modelId="{F287435F-E87A-4A26-B070-3ABE6A47EF16}" type="presOf" srcId="{E069B8A7-3317-49CD-98C2-1D998E1976D2}" destId="{D49F8119-07C6-47AB-961B-061DCAB99F3D}" srcOrd="0" destOrd="0" presId="urn:microsoft.com/office/officeart/2005/8/layout/vList2"/>
    <dgm:cxn modelId="{4AD7EE6D-AD19-40CB-B234-AF5C8F13486B}" type="presOf" srcId="{A49AEBB7-521A-4F8D-B3AA-65DA1F3FC185}" destId="{F00CDB01-08A9-4E8F-8FD0-410ED7C8E978}" srcOrd="0" destOrd="0" presId="urn:microsoft.com/office/officeart/2005/8/layout/vList2"/>
    <dgm:cxn modelId="{F0E4F34D-A836-4079-8A21-04C3BBFFAD49}" srcId="{52070CC7-9E68-433A-8DB9-7A7F13B1AFEC}" destId="{D71E4F23-D832-4B3A-860D-B565C801FD29}" srcOrd="0" destOrd="0" parTransId="{19952A19-9453-42CA-8FEF-B99D68E3F52D}" sibTransId="{7DDE4263-3262-4591-8807-7109CAA2DE39}"/>
    <dgm:cxn modelId="{D1CE9652-CEEF-458D-BA09-6381A2B997FA}" type="presOf" srcId="{C1F021E2-7D7D-44AF-93EC-2D374AB0C509}" destId="{105D1EA0-6997-4150-BA40-5795320F05B6}" srcOrd="0" destOrd="0" presId="urn:microsoft.com/office/officeart/2005/8/layout/vList2"/>
    <dgm:cxn modelId="{57151359-C5B5-4081-9D6E-0E3F7DD6C67E}" srcId="{52070CC7-9E68-433A-8DB9-7A7F13B1AFEC}" destId="{C1933F4E-E3D0-4215-8BA8-2677309975EC}" srcOrd="2" destOrd="0" parTransId="{4750DE41-EEF4-4AE2-8E27-838D2C63D4E8}" sibTransId="{11F37C86-53B8-4925-9B3D-584660F7950F}"/>
    <dgm:cxn modelId="{78338E87-6DBB-4A3C-8DD2-2D89E550316A}" srcId="{52070CC7-9E68-433A-8DB9-7A7F13B1AFEC}" destId="{FFAC959B-AFCE-461F-A3F6-BEDAA4499B77}" srcOrd="1" destOrd="0" parTransId="{AA581DD4-B308-460F-97D4-09F54EDF241E}" sibTransId="{931D8B0F-73E8-4A5F-998F-99E9BA6BEE7E}"/>
    <dgm:cxn modelId="{A4433C8A-675A-40AB-9068-514F68EDC791}" srcId="{C1933F4E-E3D0-4215-8BA8-2677309975EC}" destId="{C1F021E2-7D7D-44AF-93EC-2D374AB0C509}" srcOrd="0" destOrd="0" parTransId="{41CDC13A-C772-49C0-A863-CAC90EF66A37}" sibTransId="{F884C02D-070D-472D-B01D-2E2B5438F55E}"/>
    <dgm:cxn modelId="{A8D8298D-1879-4D43-88F7-7902A0DF53A3}" srcId="{FFAC959B-AFCE-461F-A3F6-BEDAA4499B77}" destId="{E069B8A7-3317-49CD-98C2-1D998E1976D2}" srcOrd="0" destOrd="0" parTransId="{74B6C7E9-A5C7-4345-99F7-DA0F139B2F44}" sibTransId="{535AE06C-0966-4788-9766-EECEC1DA8E8E}"/>
    <dgm:cxn modelId="{2EE646AA-3740-465F-BAE2-3F6EA2D02FFF}" srcId="{D71E4F23-D832-4B3A-860D-B565C801FD29}" destId="{A49AEBB7-521A-4F8D-B3AA-65DA1F3FC185}" srcOrd="0" destOrd="0" parTransId="{F55CC60A-5BD8-47BF-9E8D-E6702F501C8A}" sibTransId="{AF1F9CAC-B797-4638-9471-A602947FEE5E}"/>
    <dgm:cxn modelId="{AB228CD5-0904-4F65-B1F7-4B4D9584FF64}" type="presParOf" srcId="{B61A4B1A-20F2-4AC7-9404-38C98AAF97E2}" destId="{21697166-2BEC-4554-86C7-9E8DEE3E26BF}" srcOrd="0" destOrd="0" presId="urn:microsoft.com/office/officeart/2005/8/layout/vList2"/>
    <dgm:cxn modelId="{AC704B58-CA7E-4F35-B718-7D14C91D1CA7}" type="presParOf" srcId="{B61A4B1A-20F2-4AC7-9404-38C98AAF97E2}" destId="{F00CDB01-08A9-4E8F-8FD0-410ED7C8E978}" srcOrd="1" destOrd="0" presId="urn:microsoft.com/office/officeart/2005/8/layout/vList2"/>
    <dgm:cxn modelId="{6FCFD849-548D-4F05-A991-9FCA64E1506F}" type="presParOf" srcId="{B61A4B1A-20F2-4AC7-9404-38C98AAF97E2}" destId="{F787A834-E7BE-44F4-A8AC-0DA02E7EF07D}" srcOrd="2" destOrd="0" presId="urn:microsoft.com/office/officeart/2005/8/layout/vList2"/>
    <dgm:cxn modelId="{3C9940FD-E3AE-4029-9311-3416A05D7A1A}" type="presParOf" srcId="{B61A4B1A-20F2-4AC7-9404-38C98AAF97E2}" destId="{D49F8119-07C6-47AB-961B-061DCAB99F3D}" srcOrd="3" destOrd="0" presId="urn:microsoft.com/office/officeart/2005/8/layout/vList2"/>
    <dgm:cxn modelId="{A2765B2E-97B2-45CB-B791-31B33C78FE62}" type="presParOf" srcId="{B61A4B1A-20F2-4AC7-9404-38C98AAF97E2}" destId="{76F43287-C7C9-4899-B328-32EC9E72B6BF}" srcOrd="4" destOrd="0" presId="urn:microsoft.com/office/officeart/2005/8/layout/vList2"/>
    <dgm:cxn modelId="{191BECFD-CF17-451C-AE75-6537F51DA1DC}" type="presParOf" srcId="{B61A4B1A-20F2-4AC7-9404-38C98AAF97E2}" destId="{105D1EA0-6997-4150-BA40-5795320F05B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7E3A90-CB06-4930-A10E-EEDFCF0D2A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578B3F2-69BE-453E-B25E-E4C8AF717756}">
      <dgm:prSet custT="1"/>
      <dgm:spPr/>
      <dgm:t>
        <a:bodyPr/>
        <a:lstStyle/>
        <a:p>
          <a:r>
            <a:rPr lang="en-US" sz="1400" b="1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What it is?</a:t>
          </a:r>
          <a:endParaRPr lang="en-US" sz="14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865C660A-4854-4B7D-8A5F-B4DBC01861B4}" type="parTrans" cxnId="{279E34D3-71BA-427A-BAEE-73FA461EB88C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01C53795-9479-40E8-9920-BD3F9710D684}" type="sibTrans" cxnId="{279E34D3-71BA-427A-BAEE-73FA461EB88C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903B36D-EB50-4DAC-A704-E8C463942DB0}">
      <dgm:prSet custT="1"/>
      <dgm:spPr/>
      <dgm:t>
        <a:bodyPr/>
        <a:lstStyle/>
        <a:p>
          <a:r>
            <a:rPr lang="en-US" sz="1400">
              <a:latin typeface="Microsoft JhengHei" panose="020B0604030504040204" pitchFamily="34" charset="-120"/>
              <a:ea typeface="Microsoft JhengHei" panose="020B0604030504040204" pitchFamily="34" charset="-120"/>
            </a:rPr>
            <a:t>Combines sparse and dense methods to get the best of both worlds.</a:t>
          </a:r>
        </a:p>
      </dgm:t>
    </dgm:pt>
    <dgm:pt modelId="{B22506AD-2AE4-47FE-B5A6-B642A696CD93}" type="parTrans" cxnId="{30B0C801-ECF7-4209-BA85-A5825C4D187B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96554B86-50D8-4F5A-89B8-FD5171438EE1}" type="sibTrans" cxnId="{30B0C801-ECF7-4209-BA85-A5825C4D187B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963D5E3F-9A32-4D3F-B211-92BF9361D928}">
      <dgm:prSet custT="1"/>
      <dgm:spPr/>
      <dgm:t>
        <a:bodyPr/>
        <a:lstStyle/>
        <a:p>
          <a:r>
            <a:rPr lang="en-US" sz="1400" b="1">
              <a:latin typeface="Microsoft JhengHei" panose="020B0604030504040204" pitchFamily="34" charset="-120"/>
              <a:ea typeface="Microsoft JhengHei" panose="020B0604030504040204" pitchFamily="34" charset="-120"/>
            </a:rPr>
            <a:t>How it works</a:t>
          </a:r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333879B-2AB9-4BE5-A403-7E0244956892}" type="parTrans" cxnId="{A7BE1E89-A880-4188-A142-0BAD61C25818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5A35DFA-F702-4389-97E3-E84A59B36DA3}" type="sibTrans" cxnId="{A7BE1E89-A880-4188-A142-0BAD61C25818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1314037-E0AC-45E9-97D0-B8EB5DC34FC5}">
      <dgm:prSet custT="1"/>
      <dgm:spPr/>
      <dgm:t>
        <a:bodyPr/>
        <a:lstStyle/>
        <a:p>
          <a:r>
            <a:rPr lang="en-US" sz="1400">
              <a:latin typeface="Microsoft JhengHei" panose="020B0604030504040204" pitchFamily="34" charset="-120"/>
              <a:ea typeface="Microsoft JhengHei" panose="020B0604030504040204" pitchFamily="34" charset="-120"/>
            </a:rPr>
            <a:t>Sparse pass: Quickly filters for documents with keyword overlap (fast, precise on keywords).</a:t>
          </a:r>
        </a:p>
      </dgm:t>
    </dgm:pt>
    <dgm:pt modelId="{E14E002B-521C-4D0B-ACE7-44A45A95AAFF}" type="parTrans" cxnId="{F55EA477-E8BC-4562-8BE7-01DD52D75513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E129E0A9-A9BE-4A87-A363-ED87C3CDBABF}" type="sibTrans" cxnId="{F55EA477-E8BC-4562-8BE7-01DD52D75513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FC76DB3-EBDA-450D-9F3D-4085630B3A31}">
      <dgm:prSet custT="1"/>
      <dgm:spPr/>
      <dgm:t>
        <a:bodyPr/>
        <a:lstStyle/>
        <a:p>
          <a:r>
            <a:rPr lang="en-US" sz="1400">
              <a:latin typeface="Microsoft JhengHei" panose="020B0604030504040204" pitchFamily="34" charset="-120"/>
              <a:ea typeface="Microsoft JhengHei" panose="020B0604030504040204" pitchFamily="34" charset="-120"/>
            </a:rPr>
            <a:t>Dense pass: Ranks those (or all) documents by semantic similarity (captures meaning).</a:t>
          </a:r>
        </a:p>
      </dgm:t>
    </dgm:pt>
    <dgm:pt modelId="{8F02EB00-83F4-4AB8-B3E3-6538E6B5742A}" type="parTrans" cxnId="{7003D5D6-991A-4C89-847A-DE453F0B1528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7D60452-DAD7-4CA2-A11D-49DB0DAEB07D}" type="sibTrans" cxnId="{7003D5D6-991A-4C89-847A-DE453F0B1528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896ABDC-315C-46CA-9D53-C9620D5B0F71}">
      <dgm:prSet custT="1"/>
      <dgm:spPr/>
      <dgm:t>
        <a:bodyPr/>
        <a:lstStyle/>
        <a:p>
          <a:r>
            <a:rPr lang="en-US" sz="1400">
              <a:latin typeface="Microsoft JhengHei" panose="020B0604030504040204" pitchFamily="34" charset="-120"/>
              <a:ea typeface="Microsoft JhengHei" panose="020B0604030504040204" pitchFamily="34" charset="-120"/>
            </a:rPr>
            <a:t>Fusion: Merges scores (e.g., adds or weights them) so top results are both keyword-relevant and semantically related.</a:t>
          </a:r>
        </a:p>
      </dgm:t>
    </dgm:pt>
    <dgm:pt modelId="{29B2C217-5A47-40DC-8962-63AF6D29D338}" type="parTrans" cxnId="{5D34D630-7708-4D71-B5B7-F5C9E53A9399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42F7CF0-3B01-4CD3-898C-C90EC1B24A5E}" type="sibTrans" cxnId="{5D34D630-7708-4D71-B5B7-F5C9E53A9399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E66523EF-0C3A-48F7-83F2-AA358212BB00}">
      <dgm:prSet custT="1"/>
      <dgm:spPr/>
      <dgm:t>
        <a:bodyPr/>
        <a:lstStyle/>
        <a:p>
          <a:r>
            <a:rPr lang="en-US" sz="1400" b="1">
              <a:latin typeface="Microsoft JhengHei" panose="020B0604030504040204" pitchFamily="34" charset="-120"/>
              <a:ea typeface="Microsoft JhengHei" panose="020B0604030504040204" pitchFamily="34" charset="-120"/>
            </a:rPr>
            <a:t>Why use it</a:t>
          </a:r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35C9519-F3F7-424F-BDED-E08E066F245A}" type="parTrans" cxnId="{AB67A93A-5AF6-44DA-83E1-7863EDA51C3E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26B514C1-E141-4F4B-AAD1-299EAE4414EF}" type="sibTrans" cxnId="{AB67A93A-5AF6-44DA-83E1-7863EDA51C3E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A73DDBE-44EB-4461-9B94-D9909B8CE996}">
      <dgm:prSet custT="1"/>
      <dgm:spPr/>
      <dgm:t>
        <a:bodyPr/>
        <a:lstStyle/>
        <a:p>
          <a:r>
            <a:rPr lang="en-US" sz="1400">
              <a:latin typeface="Microsoft JhengHei" panose="020B0604030504040204" pitchFamily="34" charset="-120"/>
              <a:ea typeface="Microsoft JhengHei" panose="020B0604030504040204" pitchFamily="34" charset="-120"/>
            </a:rPr>
            <a:t>Catches exact matches (via sparse) for precise queries.</a:t>
          </a:r>
        </a:p>
      </dgm:t>
    </dgm:pt>
    <dgm:pt modelId="{C17611E4-1583-4ED4-8EA4-1DBA222A0881}" type="parTrans" cxnId="{354B79E2-C5B9-40C9-97B6-70690224C7F5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9B76E6BC-41EB-4B7E-8169-3371910F4F5C}" type="sibTrans" cxnId="{354B79E2-C5B9-40C9-97B6-70690224C7F5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1D9E163D-FC05-45F8-9542-D6948DB1F408}">
      <dgm:prSet custT="1"/>
      <dgm:spPr/>
      <dgm:t>
        <a:bodyPr/>
        <a:lstStyle/>
        <a:p>
          <a:r>
            <a:rPr lang="en-US" sz="1400">
              <a:latin typeface="Microsoft JhengHei" panose="020B0604030504040204" pitchFamily="34" charset="-120"/>
              <a:ea typeface="Microsoft JhengHei" panose="020B0604030504040204" pitchFamily="34" charset="-120"/>
            </a:rPr>
            <a:t>Also surfaces paraphrases or related content (via dense) when keywords differ.</a:t>
          </a:r>
        </a:p>
      </dgm:t>
    </dgm:pt>
    <dgm:pt modelId="{5ABF626B-254C-4627-B514-07DD6150056D}" type="parTrans" cxnId="{711A692C-1888-44EA-B531-741621FB9F94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1D02658C-C0DF-4A30-A710-17509A6B1D3A}" type="sibTrans" cxnId="{711A692C-1888-44EA-B531-741621FB9F94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B8190DE-EDD4-4D2E-91D2-8B3C253D01FF}">
      <dgm:prSet custT="1"/>
      <dgm:spPr/>
      <dgm:t>
        <a:bodyPr/>
        <a:lstStyle/>
        <a:p>
          <a:r>
            <a:rPr lang="en-US" sz="1400" b="1">
              <a:latin typeface="Microsoft JhengHei" panose="020B0604030504040204" pitchFamily="34" charset="-120"/>
              <a:ea typeface="Microsoft JhengHei" panose="020B0604030504040204" pitchFamily="34" charset="-120"/>
            </a:rPr>
            <a:t>Example: You search “child care benefits.”</a:t>
          </a:r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2DBF1F6-9F9C-4929-B77B-73FEF1A9128C}" type="parTrans" cxnId="{003A75E0-C378-41D9-BF3F-011B62043889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C206FA2C-A4D9-41C4-ABAC-428F20869EB9}" type="sibTrans" cxnId="{003A75E0-C378-41D9-BF3F-011B62043889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0AEC03ED-7CC9-4F51-803F-5C867BA56FF7}">
      <dgm:prSet custT="1"/>
      <dgm:spPr/>
      <dgm:t>
        <a:bodyPr/>
        <a:lstStyle/>
        <a:p>
          <a:r>
            <a:rPr lang="en-US" sz="1400">
              <a:latin typeface="Microsoft JhengHei" panose="020B0604030504040204" pitchFamily="34" charset="-120"/>
              <a:ea typeface="Microsoft JhengHei" panose="020B0604030504040204" pitchFamily="34" charset="-120"/>
            </a:rPr>
            <a:t>Sparse part grabs docs mentioning “child,” “care,” “benefits.”</a:t>
          </a:r>
        </a:p>
      </dgm:t>
    </dgm:pt>
    <dgm:pt modelId="{8A7CB82C-E142-425D-B8C9-91758FA7602E}" type="parTrans" cxnId="{F0D35EC2-D814-4620-A975-E96A4FCD7569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9C8ACE0-3999-48D3-81D3-BEA5237F3186}" type="sibTrans" cxnId="{F0D35EC2-D814-4620-A975-E96A4FCD7569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DB7DEAD0-2536-4A39-A2E4-D483728BE824}">
      <dgm:prSet custT="1"/>
      <dgm:spPr/>
      <dgm:t>
        <a:bodyPr/>
        <a:lstStyle/>
        <a:p>
          <a:r>
            <a:rPr lang="en-US" sz="1400">
              <a:latin typeface="Microsoft JhengHei" panose="020B0604030504040204" pitchFamily="34" charset="-120"/>
              <a:ea typeface="Microsoft JhengHei" panose="020B0604030504040204" pitchFamily="34" charset="-120"/>
            </a:rPr>
            <a:t>Dense part boosts a policy document titled “Family Support Allowances” because its meaning aligns closely.</a:t>
          </a:r>
        </a:p>
      </dgm:t>
    </dgm:pt>
    <dgm:pt modelId="{0B0AB8CB-B907-45F1-9145-0B302659658B}" type="parTrans" cxnId="{A399027B-CC89-4B11-91E9-AE240192DC98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DBAF6C6-06BC-4BC6-8C21-571A866CEE2C}" type="sibTrans" cxnId="{A399027B-CC89-4B11-91E9-AE240192DC98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E67B36E-2B9F-4DA0-BE85-79E323C7EB6C}">
      <dgm:prSet custT="1"/>
      <dgm:spPr/>
      <dgm:t>
        <a:bodyPr/>
        <a:lstStyle/>
        <a:p>
          <a:r>
            <a:rPr lang="en-US" sz="1400">
              <a:latin typeface="Microsoft JhengHei" panose="020B0604030504040204" pitchFamily="34" charset="-120"/>
              <a:ea typeface="Microsoft JhengHei" panose="020B0604030504040204" pitchFamily="34" charset="-120"/>
            </a:rPr>
            <a:t>Hybrid ranking ensures you see both direct hits (e.g., “child care benefits guide”) and semantically relevant ones (e.g., “family support allowances overview”).</a:t>
          </a:r>
        </a:p>
      </dgm:t>
    </dgm:pt>
    <dgm:pt modelId="{02908DC6-D7C7-4C56-BA1A-59D07001EE7F}" type="parTrans" cxnId="{9669284F-D7A5-4BD4-8EAF-C18EDA802774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A578F87A-2351-4004-8B9F-77B71E681351}" type="sibTrans" cxnId="{9669284F-D7A5-4BD4-8EAF-C18EDA802774}">
      <dgm:prSet/>
      <dgm:spPr/>
      <dgm:t>
        <a:bodyPr/>
        <a:lstStyle/>
        <a:p>
          <a:endParaRPr lang="en-US" sz="14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F97A51A4-14A3-4511-8037-3174A9BA6E1B}" type="pres">
      <dgm:prSet presAssocID="{E87E3A90-CB06-4930-A10E-EEDFCF0D2A4B}" presName="linear" presStyleCnt="0">
        <dgm:presLayoutVars>
          <dgm:animLvl val="lvl"/>
          <dgm:resizeHandles val="exact"/>
        </dgm:presLayoutVars>
      </dgm:prSet>
      <dgm:spPr/>
    </dgm:pt>
    <dgm:pt modelId="{CC37CD8F-EE43-4D21-A00D-084648EBAC25}" type="pres">
      <dgm:prSet presAssocID="{5578B3F2-69BE-453E-B25E-E4C8AF7177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98B86B-41FB-42CE-BDF3-A0DA27ACF40E}" type="pres">
      <dgm:prSet presAssocID="{5578B3F2-69BE-453E-B25E-E4C8AF717756}" presName="childText" presStyleLbl="revTx" presStyleIdx="0" presStyleCnt="4">
        <dgm:presLayoutVars>
          <dgm:bulletEnabled val="1"/>
        </dgm:presLayoutVars>
      </dgm:prSet>
      <dgm:spPr/>
    </dgm:pt>
    <dgm:pt modelId="{3384730F-7CA9-462F-9D6D-C7D1603251D4}" type="pres">
      <dgm:prSet presAssocID="{963D5E3F-9A32-4D3F-B211-92BF9361D92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FF739EA-B9E6-4BE5-AAA4-1ADB560F2E3E}" type="pres">
      <dgm:prSet presAssocID="{963D5E3F-9A32-4D3F-B211-92BF9361D928}" presName="childText" presStyleLbl="revTx" presStyleIdx="1" presStyleCnt="4">
        <dgm:presLayoutVars>
          <dgm:bulletEnabled val="1"/>
        </dgm:presLayoutVars>
      </dgm:prSet>
      <dgm:spPr/>
    </dgm:pt>
    <dgm:pt modelId="{E7C17A5A-CC13-4134-AE0B-E635943AAC2E}" type="pres">
      <dgm:prSet presAssocID="{E66523EF-0C3A-48F7-83F2-AA358212BB0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5B0603-516C-41C4-8009-66AEA4703D90}" type="pres">
      <dgm:prSet presAssocID="{E66523EF-0C3A-48F7-83F2-AA358212BB00}" presName="childText" presStyleLbl="revTx" presStyleIdx="2" presStyleCnt="4">
        <dgm:presLayoutVars>
          <dgm:bulletEnabled val="1"/>
        </dgm:presLayoutVars>
      </dgm:prSet>
      <dgm:spPr/>
    </dgm:pt>
    <dgm:pt modelId="{E5BF2B2A-912B-4CFF-BE5E-326CB44DAF2C}" type="pres">
      <dgm:prSet presAssocID="{3B8190DE-EDD4-4D2E-91D2-8B3C253D01F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6BE072D-9EAD-4FF2-BD75-130E971EB050}" type="pres">
      <dgm:prSet presAssocID="{3B8190DE-EDD4-4D2E-91D2-8B3C253D01FF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30B0C801-ECF7-4209-BA85-A5825C4D187B}" srcId="{5578B3F2-69BE-453E-B25E-E4C8AF717756}" destId="{F903B36D-EB50-4DAC-A704-E8C463942DB0}" srcOrd="0" destOrd="0" parTransId="{B22506AD-2AE4-47FE-B5A6-B642A696CD93}" sibTransId="{96554B86-50D8-4F5A-89B8-FD5171438EE1}"/>
    <dgm:cxn modelId="{6723B204-A8EE-4E38-A3FC-BBEFD379907E}" type="presOf" srcId="{0AEC03ED-7CC9-4F51-803F-5C867BA56FF7}" destId="{26BE072D-9EAD-4FF2-BD75-130E971EB050}" srcOrd="0" destOrd="0" presId="urn:microsoft.com/office/officeart/2005/8/layout/vList2"/>
    <dgm:cxn modelId="{F1A7A508-75C2-4404-A9B1-F08E5DDEE910}" type="presOf" srcId="{61314037-E0AC-45E9-97D0-B8EB5DC34FC5}" destId="{8FF739EA-B9E6-4BE5-AAA4-1ADB560F2E3E}" srcOrd="0" destOrd="0" presId="urn:microsoft.com/office/officeart/2005/8/layout/vList2"/>
    <dgm:cxn modelId="{711A692C-1888-44EA-B531-741621FB9F94}" srcId="{E66523EF-0C3A-48F7-83F2-AA358212BB00}" destId="{1D9E163D-FC05-45F8-9542-D6948DB1F408}" srcOrd="1" destOrd="0" parTransId="{5ABF626B-254C-4627-B514-07DD6150056D}" sibTransId="{1D02658C-C0DF-4A30-A710-17509A6B1D3A}"/>
    <dgm:cxn modelId="{2E414B2F-6A2A-46AF-82DB-D21BEBD1BFE1}" type="presOf" srcId="{3A73DDBE-44EB-4461-9B94-D9909B8CE996}" destId="{5A5B0603-516C-41C4-8009-66AEA4703D90}" srcOrd="0" destOrd="0" presId="urn:microsoft.com/office/officeart/2005/8/layout/vList2"/>
    <dgm:cxn modelId="{5D34D630-7708-4D71-B5B7-F5C9E53A9399}" srcId="{963D5E3F-9A32-4D3F-B211-92BF9361D928}" destId="{B896ABDC-315C-46CA-9D53-C9620D5B0F71}" srcOrd="2" destOrd="0" parTransId="{29B2C217-5A47-40DC-8962-63AF6D29D338}" sibTransId="{342F7CF0-3B01-4CD3-898C-C90EC1B24A5E}"/>
    <dgm:cxn modelId="{AB67A93A-5AF6-44DA-83E1-7863EDA51C3E}" srcId="{E87E3A90-CB06-4930-A10E-EEDFCF0D2A4B}" destId="{E66523EF-0C3A-48F7-83F2-AA358212BB00}" srcOrd="2" destOrd="0" parTransId="{635C9519-F3F7-424F-BDED-E08E066F245A}" sibTransId="{26B514C1-E141-4F4B-AAD1-299EAE4414EF}"/>
    <dgm:cxn modelId="{24264B61-32DA-4FD6-BF33-B039809D9CA8}" type="presOf" srcId="{FE67B36E-2B9F-4DA0-BE85-79E323C7EB6C}" destId="{26BE072D-9EAD-4FF2-BD75-130E971EB050}" srcOrd="0" destOrd="2" presId="urn:microsoft.com/office/officeart/2005/8/layout/vList2"/>
    <dgm:cxn modelId="{61288D4A-3C4B-4E96-AEF6-DDDDB069028F}" type="presOf" srcId="{4FC76DB3-EBDA-450D-9F3D-4085630B3A31}" destId="{8FF739EA-B9E6-4BE5-AAA4-1ADB560F2E3E}" srcOrd="0" destOrd="1" presId="urn:microsoft.com/office/officeart/2005/8/layout/vList2"/>
    <dgm:cxn modelId="{8212924B-A089-4823-9F9B-BB88C121E6DB}" type="presOf" srcId="{1D9E163D-FC05-45F8-9542-D6948DB1F408}" destId="{5A5B0603-516C-41C4-8009-66AEA4703D90}" srcOrd="0" destOrd="1" presId="urn:microsoft.com/office/officeart/2005/8/layout/vList2"/>
    <dgm:cxn modelId="{04002F4C-E1B3-4CA9-B603-4661317268D4}" type="presOf" srcId="{963D5E3F-9A32-4D3F-B211-92BF9361D928}" destId="{3384730F-7CA9-462F-9D6D-C7D1603251D4}" srcOrd="0" destOrd="0" presId="urn:microsoft.com/office/officeart/2005/8/layout/vList2"/>
    <dgm:cxn modelId="{9669284F-D7A5-4BD4-8EAF-C18EDA802774}" srcId="{3B8190DE-EDD4-4D2E-91D2-8B3C253D01FF}" destId="{FE67B36E-2B9F-4DA0-BE85-79E323C7EB6C}" srcOrd="2" destOrd="0" parTransId="{02908DC6-D7C7-4C56-BA1A-59D07001EE7F}" sibTransId="{A578F87A-2351-4004-8B9F-77B71E681351}"/>
    <dgm:cxn modelId="{F55EA477-E8BC-4562-8BE7-01DD52D75513}" srcId="{963D5E3F-9A32-4D3F-B211-92BF9361D928}" destId="{61314037-E0AC-45E9-97D0-B8EB5DC34FC5}" srcOrd="0" destOrd="0" parTransId="{E14E002B-521C-4D0B-ACE7-44A45A95AAFF}" sibTransId="{E129E0A9-A9BE-4A87-A363-ED87C3CDBABF}"/>
    <dgm:cxn modelId="{A399027B-CC89-4B11-91E9-AE240192DC98}" srcId="{3B8190DE-EDD4-4D2E-91D2-8B3C253D01FF}" destId="{DB7DEAD0-2536-4A39-A2E4-D483728BE824}" srcOrd="1" destOrd="0" parTransId="{0B0AB8CB-B907-45F1-9145-0B302659658B}" sibTransId="{4DBAF6C6-06BC-4BC6-8C21-571A866CEE2C}"/>
    <dgm:cxn modelId="{A7BE1E89-A880-4188-A142-0BAD61C25818}" srcId="{E87E3A90-CB06-4930-A10E-EEDFCF0D2A4B}" destId="{963D5E3F-9A32-4D3F-B211-92BF9361D928}" srcOrd="1" destOrd="0" parTransId="{F333879B-2AB9-4BE5-A403-7E0244956892}" sibTransId="{F5A35DFA-F702-4389-97E3-E84A59B36DA3}"/>
    <dgm:cxn modelId="{5A8960BC-EBB4-49EA-BCDC-2E55499AE64E}" type="presOf" srcId="{5578B3F2-69BE-453E-B25E-E4C8AF717756}" destId="{CC37CD8F-EE43-4D21-A00D-084648EBAC25}" srcOrd="0" destOrd="0" presId="urn:microsoft.com/office/officeart/2005/8/layout/vList2"/>
    <dgm:cxn modelId="{55CFD4C1-7C93-43C1-BFB7-7389B007CE6F}" type="presOf" srcId="{E66523EF-0C3A-48F7-83F2-AA358212BB00}" destId="{E7C17A5A-CC13-4134-AE0B-E635943AAC2E}" srcOrd="0" destOrd="0" presId="urn:microsoft.com/office/officeart/2005/8/layout/vList2"/>
    <dgm:cxn modelId="{F0D35EC2-D814-4620-A975-E96A4FCD7569}" srcId="{3B8190DE-EDD4-4D2E-91D2-8B3C253D01FF}" destId="{0AEC03ED-7CC9-4F51-803F-5C867BA56FF7}" srcOrd="0" destOrd="0" parTransId="{8A7CB82C-E142-425D-B8C9-91758FA7602E}" sibTransId="{69C8ACE0-3999-48D3-81D3-BEA5237F3186}"/>
    <dgm:cxn modelId="{D78C82D1-537D-4DB2-8852-CC8D30AB9948}" type="presOf" srcId="{DB7DEAD0-2536-4A39-A2E4-D483728BE824}" destId="{26BE072D-9EAD-4FF2-BD75-130E971EB050}" srcOrd="0" destOrd="1" presId="urn:microsoft.com/office/officeart/2005/8/layout/vList2"/>
    <dgm:cxn modelId="{279E34D3-71BA-427A-BAEE-73FA461EB88C}" srcId="{E87E3A90-CB06-4930-A10E-EEDFCF0D2A4B}" destId="{5578B3F2-69BE-453E-B25E-E4C8AF717756}" srcOrd="0" destOrd="0" parTransId="{865C660A-4854-4B7D-8A5F-B4DBC01861B4}" sibTransId="{01C53795-9479-40E8-9920-BD3F9710D684}"/>
    <dgm:cxn modelId="{7003D5D6-991A-4C89-847A-DE453F0B1528}" srcId="{963D5E3F-9A32-4D3F-B211-92BF9361D928}" destId="{4FC76DB3-EBDA-450D-9F3D-4085630B3A31}" srcOrd="1" destOrd="0" parTransId="{8F02EB00-83F4-4AB8-B3E3-6538E6B5742A}" sibTransId="{B7D60452-DAD7-4CA2-A11D-49DB0DAEB07D}"/>
    <dgm:cxn modelId="{EA9866DC-C63F-44BC-8A48-6757EECE0859}" type="presOf" srcId="{F903B36D-EB50-4DAC-A704-E8C463942DB0}" destId="{9498B86B-41FB-42CE-BDF3-A0DA27ACF40E}" srcOrd="0" destOrd="0" presId="urn:microsoft.com/office/officeart/2005/8/layout/vList2"/>
    <dgm:cxn modelId="{003A75E0-C378-41D9-BF3F-011B62043889}" srcId="{E87E3A90-CB06-4930-A10E-EEDFCF0D2A4B}" destId="{3B8190DE-EDD4-4D2E-91D2-8B3C253D01FF}" srcOrd="3" destOrd="0" parTransId="{62DBF1F6-9F9C-4929-B77B-73FEF1A9128C}" sibTransId="{C206FA2C-A4D9-41C4-ABAC-428F20869EB9}"/>
    <dgm:cxn modelId="{8BA8FAE1-7B70-4B98-95FF-7A6121A8DF90}" type="presOf" srcId="{B896ABDC-315C-46CA-9D53-C9620D5B0F71}" destId="{8FF739EA-B9E6-4BE5-AAA4-1ADB560F2E3E}" srcOrd="0" destOrd="2" presId="urn:microsoft.com/office/officeart/2005/8/layout/vList2"/>
    <dgm:cxn modelId="{354B79E2-C5B9-40C9-97B6-70690224C7F5}" srcId="{E66523EF-0C3A-48F7-83F2-AA358212BB00}" destId="{3A73DDBE-44EB-4461-9B94-D9909B8CE996}" srcOrd="0" destOrd="0" parTransId="{C17611E4-1583-4ED4-8EA4-1DBA222A0881}" sibTransId="{9B76E6BC-41EB-4B7E-8169-3371910F4F5C}"/>
    <dgm:cxn modelId="{6868E6EC-0748-4749-836A-3662A8B448FC}" type="presOf" srcId="{E87E3A90-CB06-4930-A10E-EEDFCF0D2A4B}" destId="{F97A51A4-14A3-4511-8037-3174A9BA6E1B}" srcOrd="0" destOrd="0" presId="urn:microsoft.com/office/officeart/2005/8/layout/vList2"/>
    <dgm:cxn modelId="{B4A51DF4-76AA-4B09-99EE-6AF33C10BE9E}" type="presOf" srcId="{3B8190DE-EDD4-4D2E-91D2-8B3C253D01FF}" destId="{E5BF2B2A-912B-4CFF-BE5E-326CB44DAF2C}" srcOrd="0" destOrd="0" presId="urn:microsoft.com/office/officeart/2005/8/layout/vList2"/>
    <dgm:cxn modelId="{92480CCE-9775-4113-9072-A968A50D40DD}" type="presParOf" srcId="{F97A51A4-14A3-4511-8037-3174A9BA6E1B}" destId="{CC37CD8F-EE43-4D21-A00D-084648EBAC25}" srcOrd="0" destOrd="0" presId="urn:microsoft.com/office/officeart/2005/8/layout/vList2"/>
    <dgm:cxn modelId="{917B4D72-719B-4D45-92EA-3BF70306AA16}" type="presParOf" srcId="{F97A51A4-14A3-4511-8037-3174A9BA6E1B}" destId="{9498B86B-41FB-42CE-BDF3-A0DA27ACF40E}" srcOrd="1" destOrd="0" presId="urn:microsoft.com/office/officeart/2005/8/layout/vList2"/>
    <dgm:cxn modelId="{8634314F-D9C0-4AAB-9595-E8A5235015C1}" type="presParOf" srcId="{F97A51A4-14A3-4511-8037-3174A9BA6E1B}" destId="{3384730F-7CA9-462F-9D6D-C7D1603251D4}" srcOrd="2" destOrd="0" presId="urn:microsoft.com/office/officeart/2005/8/layout/vList2"/>
    <dgm:cxn modelId="{001486F7-7DEA-4BC4-B6FC-08BEAB0D56AC}" type="presParOf" srcId="{F97A51A4-14A3-4511-8037-3174A9BA6E1B}" destId="{8FF739EA-B9E6-4BE5-AAA4-1ADB560F2E3E}" srcOrd="3" destOrd="0" presId="urn:microsoft.com/office/officeart/2005/8/layout/vList2"/>
    <dgm:cxn modelId="{43DC60F0-4A98-403D-AC63-0DFB0C22BABA}" type="presParOf" srcId="{F97A51A4-14A3-4511-8037-3174A9BA6E1B}" destId="{E7C17A5A-CC13-4134-AE0B-E635943AAC2E}" srcOrd="4" destOrd="0" presId="urn:microsoft.com/office/officeart/2005/8/layout/vList2"/>
    <dgm:cxn modelId="{CA38BB50-B234-4866-943E-FDC76A598E69}" type="presParOf" srcId="{F97A51A4-14A3-4511-8037-3174A9BA6E1B}" destId="{5A5B0603-516C-41C4-8009-66AEA4703D90}" srcOrd="5" destOrd="0" presId="urn:microsoft.com/office/officeart/2005/8/layout/vList2"/>
    <dgm:cxn modelId="{E7E3492F-6E88-4B12-AA22-9255844B5104}" type="presParOf" srcId="{F97A51A4-14A3-4511-8037-3174A9BA6E1B}" destId="{E5BF2B2A-912B-4CFF-BE5E-326CB44DAF2C}" srcOrd="6" destOrd="0" presId="urn:microsoft.com/office/officeart/2005/8/layout/vList2"/>
    <dgm:cxn modelId="{6C8C656C-96AA-4337-8FE6-27209194775D}" type="presParOf" srcId="{F97A51A4-14A3-4511-8037-3174A9BA6E1B}" destId="{26BE072D-9EAD-4FF2-BD75-130E971EB05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C46A01-C989-448B-8663-BF46F1B89F42}">
      <dsp:nvSpPr>
        <dsp:cNvPr id="0" name=""/>
        <dsp:cNvSpPr/>
      </dsp:nvSpPr>
      <dsp:spPr>
        <a:xfrm>
          <a:off x="0" y="0"/>
          <a:ext cx="1087203" cy="108720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434E2-7771-4B9D-8C95-F431A051FA81}">
      <dsp:nvSpPr>
        <dsp:cNvPr id="0" name=""/>
        <dsp:cNvSpPr/>
      </dsp:nvSpPr>
      <dsp:spPr>
        <a:xfrm>
          <a:off x="543602" y="0"/>
          <a:ext cx="6123358" cy="108720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In machine learning, particularly in areas like natural language processing (NLP) and computer vision, data is often transformed into vectors using models like word embeddings or image embeddings.</a:t>
          </a:r>
          <a:endParaRPr lang="en-IN" sz="14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43602" y="0"/>
        <a:ext cx="6123358" cy="10872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98BD7-590D-4C93-A993-5889BA54E5EA}">
      <dsp:nvSpPr>
        <dsp:cNvPr id="0" name=""/>
        <dsp:cNvSpPr/>
      </dsp:nvSpPr>
      <dsp:spPr>
        <a:xfrm>
          <a:off x="0" y="0"/>
          <a:ext cx="1087203" cy="108720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C0844-982F-49F7-80BE-23421B5FFE91}">
      <dsp:nvSpPr>
        <dsp:cNvPr id="0" name=""/>
        <dsp:cNvSpPr/>
      </dsp:nvSpPr>
      <dsp:spPr>
        <a:xfrm>
          <a:off x="543602" y="0"/>
          <a:ext cx="6123358" cy="108720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Vector databases allow for efficient storage and retrieval of these embeddings, enabling features like similarity search, where you can query database with a vector and find other vectors that are similar to it.</a:t>
          </a:r>
          <a:endParaRPr lang="en-IN" sz="14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43602" y="0"/>
        <a:ext cx="6123358" cy="10872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20781-D8B1-471A-98FB-EC1FF77EEA4C}">
      <dsp:nvSpPr>
        <dsp:cNvPr id="0" name=""/>
        <dsp:cNvSpPr/>
      </dsp:nvSpPr>
      <dsp:spPr>
        <a:xfrm>
          <a:off x="0" y="0"/>
          <a:ext cx="838699" cy="83869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69B76-4F53-4B81-91CE-EE42C9A7A6E5}">
      <dsp:nvSpPr>
        <dsp:cNvPr id="0" name=""/>
        <dsp:cNvSpPr/>
      </dsp:nvSpPr>
      <dsp:spPr>
        <a:xfrm>
          <a:off x="419349" y="0"/>
          <a:ext cx="6247610" cy="8386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Vector databases are optimized for vector-specific operations, such as cosine similarity, Euclidean distance, and nearest neighbor search.</a:t>
          </a:r>
          <a:endParaRPr lang="en-IN" sz="14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419349" y="0"/>
        <a:ext cx="6247610" cy="8386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2B06A-F0BC-4F00-A4A2-2AD3C34392A9}">
      <dsp:nvSpPr>
        <dsp:cNvPr id="0" name=""/>
        <dsp:cNvSpPr/>
      </dsp:nvSpPr>
      <dsp:spPr>
        <a:xfrm>
          <a:off x="0" y="0"/>
          <a:ext cx="838699" cy="83869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A51A5-B046-4E0D-8EAF-A6B9922A621C}">
      <dsp:nvSpPr>
        <dsp:cNvPr id="0" name=""/>
        <dsp:cNvSpPr/>
      </dsp:nvSpPr>
      <dsp:spPr>
        <a:xfrm>
          <a:off x="419349" y="0"/>
          <a:ext cx="6247610" cy="8386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This all makes them suitable for applications like recommendation systems, image recognition, and semantic text search.</a:t>
          </a:r>
          <a:endParaRPr lang="en-IN" sz="14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419349" y="0"/>
        <a:ext cx="6247610" cy="8386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467AA-5714-4C6D-BE67-CFEEDF4C34D6}">
      <dsp:nvSpPr>
        <dsp:cNvPr id="0" name=""/>
        <dsp:cNvSpPr/>
      </dsp:nvSpPr>
      <dsp:spPr>
        <a:xfrm>
          <a:off x="0" y="85058"/>
          <a:ext cx="5273455" cy="1216800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Pinecone  is a vector database specifically designed for machine learning applications.</a:t>
          </a:r>
          <a:endParaRPr lang="en-IN" sz="1400" kern="1200" dirty="0">
            <a:solidFill>
              <a:sysClr val="windowText" lastClr="000000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9399" y="144457"/>
        <a:ext cx="5154657" cy="1098002"/>
      </dsp:txXfrm>
    </dsp:sp>
    <dsp:sp modelId="{C79BBF9A-F13A-4C71-8747-754786FD124A}">
      <dsp:nvSpPr>
        <dsp:cNvPr id="0" name=""/>
        <dsp:cNvSpPr/>
      </dsp:nvSpPr>
      <dsp:spPr>
        <a:xfrm>
          <a:off x="0" y="1489059"/>
          <a:ext cx="5273455" cy="1216800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It's built to handle the complexities of vector search at scale, enabling efficient management and retrieval of high-dimensional data.</a:t>
          </a:r>
          <a:endParaRPr lang="en-IN" sz="1400" kern="1200" dirty="0">
            <a:solidFill>
              <a:sysClr val="windowText" lastClr="000000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9399" y="1548458"/>
        <a:ext cx="5154657" cy="1098002"/>
      </dsp:txXfrm>
    </dsp:sp>
    <dsp:sp modelId="{8CF17AF5-395A-4CD5-B357-C7A5C6E50D9A}">
      <dsp:nvSpPr>
        <dsp:cNvPr id="0" name=""/>
        <dsp:cNvSpPr/>
      </dsp:nvSpPr>
      <dsp:spPr>
        <a:xfrm>
          <a:off x="0" y="2893059"/>
          <a:ext cx="5273455" cy="1216800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Pinecone is often used in scenarios where similarity search is essential, such as recommendation systems, image and text retrieval, and anomaly detection.</a:t>
          </a:r>
          <a:endParaRPr lang="en-IN" sz="1400" kern="1200" dirty="0">
            <a:solidFill>
              <a:sysClr val="windowText" lastClr="000000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9399" y="2952458"/>
        <a:ext cx="5154657" cy="10980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03008-5168-4257-A9FB-B3A036A745C3}">
      <dsp:nvSpPr>
        <dsp:cNvPr id="0" name=""/>
        <dsp:cNvSpPr/>
      </dsp:nvSpPr>
      <dsp:spPr>
        <a:xfrm>
          <a:off x="0" y="558"/>
          <a:ext cx="626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270CC-507C-4561-9833-00BBC54DC56B}">
      <dsp:nvSpPr>
        <dsp:cNvPr id="0" name=""/>
        <dsp:cNvSpPr/>
      </dsp:nvSpPr>
      <dsp:spPr>
        <a:xfrm>
          <a:off x="0" y="558"/>
          <a:ext cx="1252112" cy="914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Open Source</a:t>
          </a:r>
          <a:endParaRPr lang="en-US" sz="12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0" y="558"/>
        <a:ext cx="1252112" cy="914127"/>
      </dsp:txXfrm>
    </dsp:sp>
    <dsp:sp modelId="{244C36B5-A64B-4D32-A885-2DC74923820C}">
      <dsp:nvSpPr>
        <dsp:cNvPr id="0" name=""/>
        <dsp:cNvSpPr/>
      </dsp:nvSpPr>
      <dsp:spPr>
        <a:xfrm>
          <a:off x="1346020" y="42068"/>
          <a:ext cx="4914539" cy="830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Unlike Pinecone's managed service approach, </a:t>
          </a:r>
          <a:r>
            <a:rPr lang="en-US" sz="1200" kern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Weaviate</a:t>
          </a: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is fully open-source and can be self-hosted or used via </a:t>
          </a:r>
          <a:r>
            <a:rPr lang="en-US" sz="1200" kern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Weaviate</a:t>
          </a: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Cloud Services.</a:t>
          </a:r>
        </a:p>
      </dsp:txBody>
      <dsp:txXfrm>
        <a:off x="1346020" y="42068"/>
        <a:ext cx="4914539" cy="830213"/>
      </dsp:txXfrm>
    </dsp:sp>
    <dsp:sp modelId="{11FBBBC7-9264-4117-BF6A-7E2BE2F4F0E4}">
      <dsp:nvSpPr>
        <dsp:cNvPr id="0" name=""/>
        <dsp:cNvSpPr/>
      </dsp:nvSpPr>
      <dsp:spPr>
        <a:xfrm>
          <a:off x="1252112" y="872282"/>
          <a:ext cx="50084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C111A-920C-4482-A748-C4440A257E00}">
      <dsp:nvSpPr>
        <dsp:cNvPr id="0" name=""/>
        <dsp:cNvSpPr/>
      </dsp:nvSpPr>
      <dsp:spPr>
        <a:xfrm>
          <a:off x="0" y="914686"/>
          <a:ext cx="626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205B7F-ACF7-4E50-814D-74591916E5C4}">
      <dsp:nvSpPr>
        <dsp:cNvPr id="0" name=""/>
        <dsp:cNvSpPr/>
      </dsp:nvSpPr>
      <dsp:spPr>
        <a:xfrm>
          <a:off x="0" y="914686"/>
          <a:ext cx="1252112" cy="914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GraphQL</a:t>
          </a:r>
          <a:r>
            <a:rPr lang="en-US" sz="12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Integration</a:t>
          </a:r>
          <a:endParaRPr lang="en-US" sz="12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0" y="914686"/>
        <a:ext cx="1252112" cy="914127"/>
      </dsp:txXfrm>
    </dsp:sp>
    <dsp:sp modelId="{02B4D495-314A-4DA6-A099-9EA1CB41A044}">
      <dsp:nvSpPr>
        <dsp:cNvPr id="0" name=""/>
        <dsp:cNvSpPr/>
      </dsp:nvSpPr>
      <dsp:spPr>
        <a:xfrm>
          <a:off x="1346020" y="956196"/>
          <a:ext cx="4914539" cy="830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Weaviate</a:t>
          </a: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natively supports </a:t>
          </a:r>
          <a:r>
            <a:rPr lang="en-US" sz="1200" kern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GraphQL</a:t>
          </a: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queries, making it developer-friendly for complex data relationships and filtering.</a:t>
          </a:r>
        </a:p>
      </dsp:txBody>
      <dsp:txXfrm>
        <a:off x="1346020" y="956196"/>
        <a:ext cx="4914539" cy="830213"/>
      </dsp:txXfrm>
    </dsp:sp>
    <dsp:sp modelId="{C4C9DD8F-7801-44E2-898D-49006537700B}">
      <dsp:nvSpPr>
        <dsp:cNvPr id="0" name=""/>
        <dsp:cNvSpPr/>
      </dsp:nvSpPr>
      <dsp:spPr>
        <a:xfrm>
          <a:off x="1252112" y="1786410"/>
          <a:ext cx="50084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579616-97F2-4BE1-9616-F08B955379F4}">
      <dsp:nvSpPr>
        <dsp:cNvPr id="0" name=""/>
        <dsp:cNvSpPr/>
      </dsp:nvSpPr>
      <dsp:spPr>
        <a:xfrm>
          <a:off x="0" y="1828814"/>
          <a:ext cx="626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B09B83-9896-4159-8AA3-E57E8A554001}">
      <dsp:nvSpPr>
        <dsp:cNvPr id="0" name=""/>
        <dsp:cNvSpPr/>
      </dsp:nvSpPr>
      <dsp:spPr>
        <a:xfrm>
          <a:off x="0" y="1828814"/>
          <a:ext cx="1252112" cy="914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Multi-modal Capabilities</a:t>
          </a:r>
          <a:endParaRPr lang="en-US" sz="12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0" y="1828814"/>
        <a:ext cx="1252112" cy="914127"/>
      </dsp:txXfrm>
    </dsp:sp>
    <dsp:sp modelId="{48A869A8-ADD9-4B71-89E6-A3AB214C9A46}">
      <dsp:nvSpPr>
        <dsp:cNvPr id="0" name=""/>
        <dsp:cNvSpPr/>
      </dsp:nvSpPr>
      <dsp:spPr>
        <a:xfrm>
          <a:off x="1346020" y="1870324"/>
          <a:ext cx="4914539" cy="830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It can handle different data types (text, images, audio) in the same database with built-in vectorization modules.
</a:t>
          </a:r>
        </a:p>
      </dsp:txBody>
      <dsp:txXfrm>
        <a:off x="1346020" y="1870324"/>
        <a:ext cx="4914539" cy="830213"/>
      </dsp:txXfrm>
    </dsp:sp>
    <dsp:sp modelId="{26D28C03-FA57-495D-9215-722FB772B83B}">
      <dsp:nvSpPr>
        <dsp:cNvPr id="0" name=""/>
        <dsp:cNvSpPr/>
      </dsp:nvSpPr>
      <dsp:spPr>
        <a:xfrm>
          <a:off x="1252112" y="2700538"/>
          <a:ext cx="50084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84F4EE-5CAE-4912-A5DB-3C96B4BBB89D}">
      <dsp:nvSpPr>
        <dsp:cNvPr id="0" name=""/>
        <dsp:cNvSpPr/>
      </dsp:nvSpPr>
      <dsp:spPr>
        <a:xfrm>
          <a:off x="0" y="2742941"/>
          <a:ext cx="626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3D8C5-ADAF-4617-9A6B-0EA105DA481F}">
      <dsp:nvSpPr>
        <dsp:cNvPr id="0" name=""/>
        <dsp:cNvSpPr/>
      </dsp:nvSpPr>
      <dsp:spPr>
        <a:xfrm>
          <a:off x="0" y="2742941"/>
          <a:ext cx="1252112" cy="914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Semantic Understanding</a:t>
          </a:r>
          <a:endParaRPr lang="en-US" sz="12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0" y="2742941"/>
        <a:ext cx="1252112" cy="914127"/>
      </dsp:txXfrm>
    </dsp:sp>
    <dsp:sp modelId="{95C92B5E-ECAD-4345-9DD1-E4C0D9EEE40B}">
      <dsp:nvSpPr>
        <dsp:cNvPr id="0" name=""/>
        <dsp:cNvSpPr/>
      </dsp:nvSpPr>
      <dsp:spPr>
        <a:xfrm>
          <a:off x="1346020" y="2784452"/>
          <a:ext cx="4914539" cy="830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Weaviate</a:t>
          </a: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focuses heavily on semantic search and understanding context, not just similarity matching.</a:t>
          </a:r>
        </a:p>
      </dsp:txBody>
      <dsp:txXfrm>
        <a:off x="1346020" y="2784452"/>
        <a:ext cx="4914539" cy="830213"/>
      </dsp:txXfrm>
    </dsp:sp>
    <dsp:sp modelId="{2DBF60FD-D165-4DD6-BDD1-AD876109E27D}">
      <dsp:nvSpPr>
        <dsp:cNvPr id="0" name=""/>
        <dsp:cNvSpPr/>
      </dsp:nvSpPr>
      <dsp:spPr>
        <a:xfrm>
          <a:off x="1252112" y="3614666"/>
          <a:ext cx="50084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65F023-DBBE-4373-97F5-D62C4235ADC2}">
      <dsp:nvSpPr>
        <dsp:cNvPr id="0" name=""/>
        <dsp:cNvSpPr/>
      </dsp:nvSpPr>
      <dsp:spPr>
        <a:xfrm>
          <a:off x="0" y="3657069"/>
          <a:ext cx="626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2B3AD-98C3-4349-BF82-3E6932F5D6C9}">
      <dsp:nvSpPr>
        <dsp:cNvPr id="0" name=""/>
        <dsp:cNvSpPr/>
      </dsp:nvSpPr>
      <dsp:spPr>
        <a:xfrm>
          <a:off x="0" y="3657069"/>
          <a:ext cx="1252112" cy="914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Hybrid Search</a:t>
          </a:r>
          <a:endParaRPr lang="en-US" sz="12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0" y="3657069"/>
        <a:ext cx="1252112" cy="914127"/>
      </dsp:txXfrm>
    </dsp:sp>
    <dsp:sp modelId="{CEB6C81D-C8BC-4F27-8917-2825B67887D9}">
      <dsp:nvSpPr>
        <dsp:cNvPr id="0" name=""/>
        <dsp:cNvSpPr/>
      </dsp:nvSpPr>
      <dsp:spPr>
        <a:xfrm>
          <a:off x="1346020" y="3698580"/>
          <a:ext cx="4914539" cy="830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Combines vector search with traditional keyword search and filtering for more precise results.</a:t>
          </a:r>
        </a:p>
      </dsp:txBody>
      <dsp:txXfrm>
        <a:off x="1346020" y="3698580"/>
        <a:ext cx="4914539" cy="830213"/>
      </dsp:txXfrm>
    </dsp:sp>
    <dsp:sp modelId="{3D156F64-4C89-4C75-B68B-B1CD4F829FF9}">
      <dsp:nvSpPr>
        <dsp:cNvPr id="0" name=""/>
        <dsp:cNvSpPr/>
      </dsp:nvSpPr>
      <dsp:spPr>
        <a:xfrm>
          <a:off x="1252112" y="4528794"/>
          <a:ext cx="50084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03008-5168-4257-A9FB-B3A036A745C3}">
      <dsp:nvSpPr>
        <dsp:cNvPr id="0" name=""/>
        <dsp:cNvSpPr/>
      </dsp:nvSpPr>
      <dsp:spPr>
        <a:xfrm>
          <a:off x="0" y="558"/>
          <a:ext cx="626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270CC-507C-4561-9833-00BBC54DC56B}">
      <dsp:nvSpPr>
        <dsp:cNvPr id="0" name=""/>
        <dsp:cNvSpPr/>
      </dsp:nvSpPr>
      <dsp:spPr>
        <a:xfrm>
          <a:off x="0" y="558"/>
          <a:ext cx="1252112" cy="914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Open-source and Free</a:t>
          </a:r>
          <a:endParaRPr lang="en-US" sz="12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0" y="558"/>
        <a:ext cx="1252112" cy="914127"/>
      </dsp:txXfrm>
    </dsp:sp>
    <dsp:sp modelId="{244C36B5-A64B-4D32-A885-2DC74923820C}">
      <dsp:nvSpPr>
        <dsp:cNvPr id="0" name=""/>
        <dsp:cNvSpPr/>
      </dsp:nvSpPr>
      <dsp:spPr>
        <a:xfrm>
          <a:off x="1346020" y="42068"/>
          <a:ext cx="4914539" cy="830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Chroma is free to use and modify, allowing for customization and community-driven improvements.</a:t>
          </a:r>
        </a:p>
      </dsp:txBody>
      <dsp:txXfrm>
        <a:off x="1346020" y="42068"/>
        <a:ext cx="4914539" cy="830213"/>
      </dsp:txXfrm>
    </dsp:sp>
    <dsp:sp modelId="{11FBBBC7-9264-4117-BF6A-7E2BE2F4F0E4}">
      <dsp:nvSpPr>
        <dsp:cNvPr id="0" name=""/>
        <dsp:cNvSpPr/>
      </dsp:nvSpPr>
      <dsp:spPr>
        <a:xfrm>
          <a:off x="1252112" y="872282"/>
          <a:ext cx="50084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C111A-920C-4482-A748-C4440A257E00}">
      <dsp:nvSpPr>
        <dsp:cNvPr id="0" name=""/>
        <dsp:cNvSpPr/>
      </dsp:nvSpPr>
      <dsp:spPr>
        <a:xfrm>
          <a:off x="0" y="914686"/>
          <a:ext cx="626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205B7F-ACF7-4E50-814D-74591916E5C4}">
      <dsp:nvSpPr>
        <dsp:cNvPr id="0" name=""/>
        <dsp:cNvSpPr/>
      </dsp:nvSpPr>
      <dsp:spPr>
        <a:xfrm>
          <a:off x="0" y="914686"/>
          <a:ext cx="1252112" cy="914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Scalability and Performance</a:t>
          </a:r>
          <a:endParaRPr lang="en-US" sz="12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0" y="914686"/>
        <a:ext cx="1252112" cy="914127"/>
      </dsp:txXfrm>
    </dsp:sp>
    <dsp:sp modelId="{02B4D495-314A-4DA6-A099-9EA1CB41A044}">
      <dsp:nvSpPr>
        <dsp:cNvPr id="0" name=""/>
        <dsp:cNvSpPr/>
      </dsp:nvSpPr>
      <dsp:spPr>
        <a:xfrm>
          <a:off x="1346020" y="956196"/>
          <a:ext cx="4914539" cy="830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Chroma handles large datasets efficiently and offers fast retrieval times for nearest neighbor searches.</a:t>
          </a:r>
        </a:p>
      </dsp:txBody>
      <dsp:txXfrm>
        <a:off x="1346020" y="956196"/>
        <a:ext cx="4914539" cy="830213"/>
      </dsp:txXfrm>
    </dsp:sp>
    <dsp:sp modelId="{C4C9DD8F-7801-44E2-898D-49006537700B}">
      <dsp:nvSpPr>
        <dsp:cNvPr id="0" name=""/>
        <dsp:cNvSpPr/>
      </dsp:nvSpPr>
      <dsp:spPr>
        <a:xfrm>
          <a:off x="1252112" y="1786410"/>
          <a:ext cx="50084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579616-97F2-4BE1-9616-F08B955379F4}">
      <dsp:nvSpPr>
        <dsp:cNvPr id="0" name=""/>
        <dsp:cNvSpPr/>
      </dsp:nvSpPr>
      <dsp:spPr>
        <a:xfrm>
          <a:off x="0" y="1828814"/>
          <a:ext cx="626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B09B83-9896-4159-8AA3-E57E8A554001}">
      <dsp:nvSpPr>
        <dsp:cNvPr id="0" name=""/>
        <dsp:cNvSpPr/>
      </dsp:nvSpPr>
      <dsp:spPr>
        <a:xfrm>
          <a:off x="0" y="1828814"/>
          <a:ext cx="1252112" cy="914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Flexibility</a:t>
          </a:r>
          <a:endParaRPr lang="en-US" sz="12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0" y="1828814"/>
        <a:ext cx="1252112" cy="914127"/>
      </dsp:txXfrm>
    </dsp:sp>
    <dsp:sp modelId="{48A869A8-ADD9-4B71-89E6-A3AB214C9A46}">
      <dsp:nvSpPr>
        <dsp:cNvPr id="0" name=""/>
        <dsp:cNvSpPr/>
      </dsp:nvSpPr>
      <dsp:spPr>
        <a:xfrm>
          <a:off x="1346020" y="1870324"/>
          <a:ext cx="4914539" cy="830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Chroma supports multiple storage options (</a:t>
          </a:r>
          <a:r>
            <a:rPr lang="en-US" sz="1200" kern="1200" dirty="0" err="1">
              <a:latin typeface="Microsoft JhengHei" panose="020B0604030504040204" pitchFamily="34" charset="-120"/>
              <a:ea typeface="Microsoft JhengHei" panose="020B0604030504040204" pitchFamily="34" charset="-120"/>
            </a:rPr>
            <a:t>DuckDB</a:t>
          </a: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for standalone, Click House for scalability) and various embedding models (Sentence Transformers, OpenAI, Cohere, custom models).</a:t>
          </a:r>
        </a:p>
      </dsp:txBody>
      <dsp:txXfrm>
        <a:off x="1346020" y="1870324"/>
        <a:ext cx="4914539" cy="830213"/>
      </dsp:txXfrm>
    </dsp:sp>
    <dsp:sp modelId="{26D28C03-FA57-495D-9215-722FB772B83B}">
      <dsp:nvSpPr>
        <dsp:cNvPr id="0" name=""/>
        <dsp:cNvSpPr/>
      </dsp:nvSpPr>
      <dsp:spPr>
        <a:xfrm>
          <a:off x="1252112" y="2700538"/>
          <a:ext cx="50084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84F4EE-5CAE-4912-A5DB-3C96B4BBB89D}">
      <dsp:nvSpPr>
        <dsp:cNvPr id="0" name=""/>
        <dsp:cNvSpPr/>
      </dsp:nvSpPr>
      <dsp:spPr>
        <a:xfrm>
          <a:off x="0" y="2742941"/>
          <a:ext cx="626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3D8C5-ADAF-4617-9A6B-0EA105DA481F}">
      <dsp:nvSpPr>
        <dsp:cNvPr id="0" name=""/>
        <dsp:cNvSpPr/>
      </dsp:nvSpPr>
      <dsp:spPr>
        <a:xfrm>
          <a:off x="0" y="2742941"/>
          <a:ext cx="1252112" cy="914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Simplicity and Analysis</a:t>
          </a:r>
          <a:endParaRPr lang="en-US" sz="12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0" y="2742941"/>
        <a:ext cx="1252112" cy="914127"/>
      </dsp:txXfrm>
    </dsp:sp>
    <dsp:sp modelId="{95C92B5E-ECAD-4345-9DD1-E4C0D9EEE40B}">
      <dsp:nvSpPr>
        <dsp:cNvPr id="0" name=""/>
        <dsp:cNvSpPr/>
      </dsp:nvSpPr>
      <dsp:spPr>
        <a:xfrm>
          <a:off x="1346020" y="2784452"/>
          <a:ext cx="4914539" cy="830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Chroma </a:t>
          </a: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is user-friendly, with straightforward APIs and visualization tools to explore and analyze data relationships.</a:t>
          </a:r>
        </a:p>
      </dsp:txBody>
      <dsp:txXfrm>
        <a:off x="1346020" y="2784452"/>
        <a:ext cx="4914539" cy="830213"/>
      </dsp:txXfrm>
    </dsp:sp>
    <dsp:sp modelId="{2DBF60FD-D165-4DD6-BDD1-AD876109E27D}">
      <dsp:nvSpPr>
        <dsp:cNvPr id="0" name=""/>
        <dsp:cNvSpPr/>
      </dsp:nvSpPr>
      <dsp:spPr>
        <a:xfrm>
          <a:off x="1252112" y="3614666"/>
          <a:ext cx="50084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65F023-DBBE-4373-97F5-D62C4235ADC2}">
      <dsp:nvSpPr>
        <dsp:cNvPr id="0" name=""/>
        <dsp:cNvSpPr/>
      </dsp:nvSpPr>
      <dsp:spPr>
        <a:xfrm>
          <a:off x="0" y="3657069"/>
          <a:ext cx="626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2B3AD-98C3-4349-BF82-3E6932F5D6C9}">
      <dsp:nvSpPr>
        <dsp:cNvPr id="0" name=""/>
        <dsp:cNvSpPr/>
      </dsp:nvSpPr>
      <dsp:spPr>
        <a:xfrm>
          <a:off x="0" y="3657069"/>
          <a:ext cx="1252112" cy="914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Cross-Platform Support</a:t>
          </a:r>
          <a:endParaRPr lang="en-US" sz="12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0" y="3657069"/>
        <a:ext cx="1252112" cy="914127"/>
      </dsp:txXfrm>
    </dsp:sp>
    <dsp:sp modelId="{CEB6C81D-C8BC-4F27-8917-2825B67887D9}">
      <dsp:nvSpPr>
        <dsp:cNvPr id="0" name=""/>
        <dsp:cNvSpPr/>
      </dsp:nvSpPr>
      <dsp:spPr>
        <a:xfrm>
          <a:off x="1346020" y="3698580"/>
          <a:ext cx="4914539" cy="830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Chroma </a:t>
          </a:r>
          <a:r>
            <a:rPr lang="en-US" sz="12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works on Linux, macOS, and Windows, offering easy integration with various development environments.</a:t>
          </a:r>
        </a:p>
      </dsp:txBody>
      <dsp:txXfrm>
        <a:off x="1346020" y="3698580"/>
        <a:ext cx="4914539" cy="830213"/>
      </dsp:txXfrm>
    </dsp:sp>
    <dsp:sp modelId="{3D156F64-4C89-4C75-B68B-B1CD4F829FF9}">
      <dsp:nvSpPr>
        <dsp:cNvPr id="0" name=""/>
        <dsp:cNvSpPr/>
      </dsp:nvSpPr>
      <dsp:spPr>
        <a:xfrm>
          <a:off x="1252112" y="4528794"/>
          <a:ext cx="50084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E8103-825D-4175-9FFE-25D2D989852F}">
      <dsp:nvSpPr>
        <dsp:cNvPr id="0" name=""/>
        <dsp:cNvSpPr/>
      </dsp:nvSpPr>
      <dsp:spPr>
        <a:xfrm>
          <a:off x="0" y="289799"/>
          <a:ext cx="7073360" cy="1216800"/>
        </a:xfrm>
        <a:prstGeom prst="roundRect">
          <a:avLst/>
        </a:pr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Vectara  is a cloud-based vector search platform designed for creating and managing sophisticated search and recommendation systems. </a:t>
          </a:r>
          <a:endParaRPr lang="en-IN" sz="1400" kern="1200" dirty="0">
            <a:solidFill>
              <a:schemeClr val="tx1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9399" y="349198"/>
        <a:ext cx="6954562" cy="1098002"/>
      </dsp:txXfrm>
    </dsp:sp>
    <dsp:sp modelId="{495CA4CA-7A19-4C4D-8785-D918845A8D4E}">
      <dsp:nvSpPr>
        <dsp:cNvPr id="0" name=""/>
        <dsp:cNvSpPr/>
      </dsp:nvSpPr>
      <dsp:spPr>
        <a:xfrm>
          <a:off x="0" y="1693799"/>
          <a:ext cx="7073360" cy="1216800"/>
        </a:xfrm>
        <a:prstGeom prst="roundRect">
          <a:avLst/>
        </a:pr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It's particularly geared towards enterprise-level applications, offering features and capabilities that support complex, high-volume search requirements.</a:t>
          </a:r>
          <a:endParaRPr lang="en-IN" sz="1400" kern="1200" dirty="0">
            <a:solidFill>
              <a:schemeClr val="tx1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9399" y="1753198"/>
        <a:ext cx="6954562" cy="10980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1362CF-8DCE-4BB3-B4DC-429608F241A0}">
      <dsp:nvSpPr>
        <dsp:cNvPr id="0" name=""/>
        <dsp:cNvSpPr/>
      </dsp:nvSpPr>
      <dsp:spPr>
        <a:xfrm>
          <a:off x="0" y="158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EFFF7-0691-44E4-BEF7-DDEA3F965A62}">
      <dsp:nvSpPr>
        <dsp:cNvPr id="0" name=""/>
        <dsp:cNvSpPr/>
      </dsp:nvSpPr>
      <dsp:spPr>
        <a:xfrm>
          <a:off x="0" y="1587"/>
          <a:ext cx="10515600" cy="1082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LMs can reason about wide-ranging topics, but their knowledge is limited to the public data up to a specific point in time that they were trained on. </a:t>
          </a:r>
        </a:p>
      </dsp:txBody>
      <dsp:txXfrm>
        <a:off x="0" y="1587"/>
        <a:ext cx="10515600" cy="1082463"/>
      </dsp:txXfrm>
    </dsp:sp>
    <dsp:sp modelId="{B5206798-B1BE-4457-8CD4-5B320E17F753}">
      <dsp:nvSpPr>
        <dsp:cNvPr id="0" name=""/>
        <dsp:cNvSpPr/>
      </dsp:nvSpPr>
      <dsp:spPr>
        <a:xfrm>
          <a:off x="0" y="108405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6D576-92E2-4541-B559-37C12213695B}">
      <dsp:nvSpPr>
        <dsp:cNvPr id="0" name=""/>
        <dsp:cNvSpPr/>
      </dsp:nvSpPr>
      <dsp:spPr>
        <a:xfrm>
          <a:off x="0" y="1084050"/>
          <a:ext cx="10515600" cy="1082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If you want to build AI applications that can reason about private data or data introduced after a model’s cutoff date, you need to augment the knowledge of the model with the specific information it needs. </a:t>
          </a:r>
        </a:p>
      </dsp:txBody>
      <dsp:txXfrm>
        <a:off x="0" y="1084050"/>
        <a:ext cx="10515600" cy="1082463"/>
      </dsp:txXfrm>
    </dsp:sp>
    <dsp:sp modelId="{A778EC14-0476-47BB-BBF0-E0E9371B1AA0}">
      <dsp:nvSpPr>
        <dsp:cNvPr id="0" name=""/>
        <dsp:cNvSpPr/>
      </dsp:nvSpPr>
      <dsp:spPr>
        <a:xfrm>
          <a:off x="0" y="216651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B5DD6-A653-48D7-9B30-6D7F39691A87}">
      <dsp:nvSpPr>
        <dsp:cNvPr id="0" name=""/>
        <dsp:cNvSpPr/>
      </dsp:nvSpPr>
      <dsp:spPr>
        <a:xfrm>
          <a:off x="0" y="2166513"/>
          <a:ext cx="10515600" cy="1082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The process of bringing the appropriate information and inserting it into the model prompt is known as Retrieval Augmented Generation (RAG).</a:t>
          </a:r>
        </a:p>
      </dsp:txBody>
      <dsp:txXfrm>
        <a:off x="0" y="2166513"/>
        <a:ext cx="10515600" cy="108246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684E3-E58C-4918-9B68-4DAB76FDD113}">
      <dsp:nvSpPr>
        <dsp:cNvPr id="0" name=""/>
        <dsp:cNvSpPr/>
      </dsp:nvSpPr>
      <dsp:spPr>
        <a:xfrm>
          <a:off x="0" y="830625"/>
          <a:ext cx="5591907" cy="1107501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5FA11-4D02-4D81-8546-F688F6A9378E}">
      <dsp:nvSpPr>
        <dsp:cNvPr id="0" name=""/>
        <dsp:cNvSpPr/>
      </dsp:nvSpPr>
      <dsp:spPr>
        <a:xfrm>
          <a:off x="2457" y="0"/>
          <a:ext cx="1621871" cy="1107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Load</a:t>
          </a:r>
          <a:endParaRPr lang="en-US" sz="18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2457" y="0"/>
        <a:ext cx="1621871" cy="1107501"/>
      </dsp:txXfrm>
    </dsp:sp>
    <dsp:sp modelId="{BFF13EB8-04BE-441B-B023-D1B6AF798597}">
      <dsp:nvSpPr>
        <dsp:cNvPr id="0" name=""/>
        <dsp:cNvSpPr/>
      </dsp:nvSpPr>
      <dsp:spPr>
        <a:xfrm>
          <a:off x="674955" y="1245938"/>
          <a:ext cx="276875" cy="2768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A54FA-4BE5-438D-A235-80E79752AF4B}">
      <dsp:nvSpPr>
        <dsp:cNvPr id="0" name=""/>
        <dsp:cNvSpPr/>
      </dsp:nvSpPr>
      <dsp:spPr>
        <a:xfrm>
          <a:off x="1705422" y="1661251"/>
          <a:ext cx="1621871" cy="1107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Split</a:t>
          </a:r>
          <a:endParaRPr lang="en-US" sz="18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1705422" y="1661251"/>
        <a:ext cx="1621871" cy="1107501"/>
      </dsp:txXfrm>
    </dsp:sp>
    <dsp:sp modelId="{141CA8A6-0595-4D07-B931-CBC87B8AC089}">
      <dsp:nvSpPr>
        <dsp:cNvPr id="0" name=""/>
        <dsp:cNvSpPr/>
      </dsp:nvSpPr>
      <dsp:spPr>
        <a:xfrm>
          <a:off x="2377920" y="1245938"/>
          <a:ext cx="276875" cy="2768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8BEAA-6580-4046-909A-A1BFC89A4617}">
      <dsp:nvSpPr>
        <dsp:cNvPr id="0" name=""/>
        <dsp:cNvSpPr/>
      </dsp:nvSpPr>
      <dsp:spPr>
        <a:xfrm>
          <a:off x="3408387" y="0"/>
          <a:ext cx="1621871" cy="1107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Store</a:t>
          </a:r>
          <a:endParaRPr lang="en-US" sz="18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3408387" y="0"/>
        <a:ext cx="1621871" cy="1107501"/>
      </dsp:txXfrm>
    </dsp:sp>
    <dsp:sp modelId="{2152F782-B5A3-4746-BFE9-166A4DF8F22A}">
      <dsp:nvSpPr>
        <dsp:cNvPr id="0" name=""/>
        <dsp:cNvSpPr/>
      </dsp:nvSpPr>
      <dsp:spPr>
        <a:xfrm>
          <a:off x="4080885" y="1245938"/>
          <a:ext cx="276875" cy="2768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684E3-E58C-4918-9B68-4DAB76FDD113}">
      <dsp:nvSpPr>
        <dsp:cNvPr id="0" name=""/>
        <dsp:cNvSpPr/>
      </dsp:nvSpPr>
      <dsp:spPr>
        <a:xfrm>
          <a:off x="0" y="830625"/>
          <a:ext cx="5591907" cy="1107501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5FA11-4D02-4D81-8546-F688F6A9378E}">
      <dsp:nvSpPr>
        <dsp:cNvPr id="0" name=""/>
        <dsp:cNvSpPr/>
      </dsp:nvSpPr>
      <dsp:spPr>
        <a:xfrm>
          <a:off x="61" y="0"/>
          <a:ext cx="2454923" cy="1107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Retrieve</a:t>
          </a:r>
          <a:endParaRPr lang="en-US" sz="18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61" y="0"/>
        <a:ext cx="2454923" cy="1107501"/>
      </dsp:txXfrm>
    </dsp:sp>
    <dsp:sp modelId="{BFF13EB8-04BE-441B-B023-D1B6AF798597}">
      <dsp:nvSpPr>
        <dsp:cNvPr id="0" name=""/>
        <dsp:cNvSpPr/>
      </dsp:nvSpPr>
      <dsp:spPr>
        <a:xfrm>
          <a:off x="1089085" y="1245938"/>
          <a:ext cx="276875" cy="2768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A54FA-4BE5-438D-A235-80E79752AF4B}">
      <dsp:nvSpPr>
        <dsp:cNvPr id="0" name=""/>
        <dsp:cNvSpPr/>
      </dsp:nvSpPr>
      <dsp:spPr>
        <a:xfrm>
          <a:off x="2577731" y="1661251"/>
          <a:ext cx="2454923" cy="1107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Generate</a:t>
          </a:r>
          <a:endParaRPr lang="en-US" sz="18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2577731" y="1661251"/>
        <a:ext cx="2454923" cy="1107501"/>
      </dsp:txXfrm>
    </dsp:sp>
    <dsp:sp modelId="{141CA8A6-0595-4D07-B931-CBC87B8AC089}">
      <dsp:nvSpPr>
        <dsp:cNvPr id="0" name=""/>
        <dsp:cNvSpPr/>
      </dsp:nvSpPr>
      <dsp:spPr>
        <a:xfrm>
          <a:off x="3666755" y="1245938"/>
          <a:ext cx="276875" cy="2768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E8103-825D-4175-9FFE-25D2D989852F}">
      <dsp:nvSpPr>
        <dsp:cNvPr id="0" name=""/>
        <dsp:cNvSpPr/>
      </dsp:nvSpPr>
      <dsp:spPr>
        <a:xfrm>
          <a:off x="0" y="5766"/>
          <a:ext cx="10122923" cy="1085760"/>
        </a:xfrm>
        <a:prstGeom prst="roundRect">
          <a:avLst/>
        </a:pr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Question Answering Systems: </a:t>
          </a:r>
          <a:r>
            <a:rPr lang="en-US" sz="1400" kern="12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RAG is particularly effective in question-answering systems where the answer might not be contained in a single document or may require synthesis from multiple sources.</a:t>
          </a:r>
          <a:endParaRPr lang="en-IN" sz="1400" kern="1200" dirty="0">
            <a:solidFill>
              <a:schemeClr val="tx1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3002" y="58768"/>
        <a:ext cx="10016919" cy="979756"/>
      </dsp:txXfrm>
    </dsp:sp>
    <dsp:sp modelId="{A5C4EDE8-C51D-4B90-A316-AE493822C182}">
      <dsp:nvSpPr>
        <dsp:cNvPr id="0" name=""/>
        <dsp:cNvSpPr/>
      </dsp:nvSpPr>
      <dsp:spPr>
        <a:xfrm>
          <a:off x="0" y="1258566"/>
          <a:ext cx="10122923" cy="1085760"/>
        </a:xfrm>
        <a:prstGeom prst="roundRect">
          <a:avLst/>
        </a:pr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Chatbots and Virtual Assistants</a:t>
          </a:r>
          <a:r>
            <a:rPr lang="en-US" sz="1400" kern="12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: Improving the quality of responses in conversational AI by providing more accurate and detailed answers.</a:t>
          </a:r>
          <a:endParaRPr lang="en-IN" sz="1400" kern="1200" dirty="0">
            <a:solidFill>
              <a:schemeClr val="tx1"/>
            </a:solidFill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3002" y="1311568"/>
        <a:ext cx="10016919" cy="979756"/>
      </dsp:txXfrm>
    </dsp:sp>
    <dsp:sp modelId="{495CA4CA-7A19-4C4D-8785-D918845A8D4E}">
      <dsp:nvSpPr>
        <dsp:cNvPr id="0" name=""/>
        <dsp:cNvSpPr/>
      </dsp:nvSpPr>
      <dsp:spPr>
        <a:xfrm>
          <a:off x="0" y="2511366"/>
          <a:ext cx="10122923" cy="1085760"/>
        </a:xfrm>
        <a:prstGeom prst="roundRect">
          <a:avLst/>
        </a:pr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Information Retrieval: </a:t>
          </a:r>
          <a:r>
            <a:rPr lang="en-US" sz="1400" kern="12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rPr>
            <a:t>Enhancing search systems to provide more relevant results by combining retrieval with generation.</a:t>
          </a:r>
        </a:p>
      </dsp:txBody>
      <dsp:txXfrm>
        <a:off x="53002" y="2564368"/>
        <a:ext cx="10016919" cy="97975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97166-2BEC-4554-86C7-9E8DEE3E26BF}">
      <dsp:nvSpPr>
        <dsp:cNvPr id="0" name=""/>
        <dsp:cNvSpPr/>
      </dsp:nvSpPr>
      <dsp:spPr>
        <a:xfrm>
          <a:off x="0" y="30927"/>
          <a:ext cx="10791092" cy="56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What it is</a:t>
          </a: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</a:t>
          </a:r>
        </a:p>
      </dsp:txBody>
      <dsp:txXfrm>
        <a:off x="27415" y="58342"/>
        <a:ext cx="10736262" cy="506770"/>
      </dsp:txXfrm>
    </dsp:sp>
    <dsp:sp modelId="{F00CDB01-08A9-4E8F-8FD0-410ED7C8E978}">
      <dsp:nvSpPr>
        <dsp:cNvPr id="0" name=""/>
        <dsp:cNvSpPr/>
      </dsp:nvSpPr>
      <dsp:spPr>
        <a:xfrm>
          <a:off x="0" y="592527"/>
          <a:ext cx="10791092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617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Looks for exact keyword matches between your query and documents.</a:t>
          </a:r>
        </a:p>
      </dsp:txBody>
      <dsp:txXfrm>
        <a:off x="0" y="592527"/>
        <a:ext cx="10791092" cy="496800"/>
      </dsp:txXfrm>
    </dsp:sp>
    <dsp:sp modelId="{F787A834-E7BE-44F4-A8AC-0DA02E7EF07D}">
      <dsp:nvSpPr>
        <dsp:cNvPr id="0" name=""/>
        <dsp:cNvSpPr/>
      </dsp:nvSpPr>
      <dsp:spPr>
        <a:xfrm>
          <a:off x="0" y="1089327"/>
          <a:ext cx="10791092" cy="56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How it works</a:t>
          </a: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</a:t>
          </a:r>
        </a:p>
      </dsp:txBody>
      <dsp:txXfrm>
        <a:off x="27415" y="1116742"/>
        <a:ext cx="10736262" cy="506770"/>
      </dsp:txXfrm>
    </dsp:sp>
    <dsp:sp modelId="{D49F8119-07C6-47AB-961B-061DCAB99F3D}">
      <dsp:nvSpPr>
        <dsp:cNvPr id="0" name=""/>
        <dsp:cNvSpPr/>
      </dsp:nvSpPr>
      <dsp:spPr>
        <a:xfrm>
          <a:off x="0" y="1650927"/>
          <a:ext cx="10791092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617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Think of scanning printed index cards: you flip through and pick cards that contain the exact words you asked for.</a:t>
          </a:r>
        </a:p>
      </dsp:txBody>
      <dsp:txXfrm>
        <a:off x="0" y="1650927"/>
        <a:ext cx="10791092" cy="496800"/>
      </dsp:txXfrm>
    </dsp:sp>
    <dsp:sp modelId="{76F43287-C7C9-4899-B328-32EC9E72B6BF}">
      <dsp:nvSpPr>
        <dsp:cNvPr id="0" name=""/>
        <dsp:cNvSpPr/>
      </dsp:nvSpPr>
      <dsp:spPr>
        <a:xfrm>
          <a:off x="0" y="2147727"/>
          <a:ext cx="10791092" cy="56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Example</a:t>
          </a: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 </a:t>
          </a:r>
        </a:p>
      </dsp:txBody>
      <dsp:txXfrm>
        <a:off x="27415" y="2175142"/>
        <a:ext cx="10736262" cy="506770"/>
      </dsp:txXfrm>
    </dsp:sp>
    <dsp:sp modelId="{105D1EA0-6997-4150-BA40-5795320F05B6}">
      <dsp:nvSpPr>
        <dsp:cNvPr id="0" name=""/>
        <dsp:cNvSpPr/>
      </dsp:nvSpPr>
      <dsp:spPr>
        <a:xfrm>
          <a:off x="0" y="2709327"/>
          <a:ext cx="10791092" cy="65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617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If you search for “apple pie recipe,” sparse retrieval finds documents containing the words “apple,” “pie,” and “recipe.” It won’t surface a document titled “Grandma’s Famous Fruit Tart,” even if it describes an apple dessert.</a:t>
          </a:r>
        </a:p>
      </dsp:txBody>
      <dsp:txXfrm>
        <a:off x="0" y="2709327"/>
        <a:ext cx="10791092" cy="65205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7CD8F-EE43-4D21-A00D-084648EBAC25}">
      <dsp:nvSpPr>
        <dsp:cNvPr id="0" name=""/>
        <dsp:cNvSpPr/>
      </dsp:nvSpPr>
      <dsp:spPr>
        <a:xfrm>
          <a:off x="0" y="4164"/>
          <a:ext cx="10996337" cy="413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What it is?</a:t>
          </a:r>
          <a:endParaRPr lang="en-US" sz="14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20179" y="24343"/>
        <a:ext cx="10955979" cy="373011"/>
      </dsp:txXfrm>
    </dsp:sp>
    <dsp:sp modelId="{9498B86B-41FB-42CE-BDF3-A0DA27ACF40E}">
      <dsp:nvSpPr>
        <dsp:cNvPr id="0" name=""/>
        <dsp:cNvSpPr/>
      </dsp:nvSpPr>
      <dsp:spPr>
        <a:xfrm>
          <a:off x="0" y="417533"/>
          <a:ext cx="10996337" cy="298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134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Combines sparse and dense methods to get the best of both worlds.</a:t>
          </a:r>
        </a:p>
      </dsp:txBody>
      <dsp:txXfrm>
        <a:off x="0" y="417533"/>
        <a:ext cx="10996337" cy="298311"/>
      </dsp:txXfrm>
    </dsp:sp>
    <dsp:sp modelId="{3384730F-7CA9-462F-9D6D-C7D1603251D4}">
      <dsp:nvSpPr>
        <dsp:cNvPr id="0" name=""/>
        <dsp:cNvSpPr/>
      </dsp:nvSpPr>
      <dsp:spPr>
        <a:xfrm>
          <a:off x="0" y="715845"/>
          <a:ext cx="10996337" cy="413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How it works</a:t>
          </a:r>
          <a:endParaRPr lang="en-US" sz="1400" kern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20179" y="736024"/>
        <a:ext cx="10955979" cy="373011"/>
      </dsp:txXfrm>
    </dsp:sp>
    <dsp:sp modelId="{8FF739EA-B9E6-4BE5-AAA4-1ADB560F2E3E}">
      <dsp:nvSpPr>
        <dsp:cNvPr id="0" name=""/>
        <dsp:cNvSpPr/>
      </dsp:nvSpPr>
      <dsp:spPr>
        <a:xfrm>
          <a:off x="0" y="1129214"/>
          <a:ext cx="10996337" cy="943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134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Sparse pass: Quickly filters for documents with keyword overlap (fast, precise on keywords).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Dense pass: Ranks those (or all) documents by semantic similarity (captures meaning).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Fusion: Merges scores (e.g., adds or weights them) so top results are both keyword-relevant and semantically related.</a:t>
          </a:r>
        </a:p>
      </dsp:txBody>
      <dsp:txXfrm>
        <a:off x="0" y="1129214"/>
        <a:ext cx="10996337" cy="943050"/>
      </dsp:txXfrm>
    </dsp:sp>
    <dsp:sp modelId="{E7C17A5A-CC13-4134-AE0B-E635943AAC2E}">
      <dsp:nvSpPr>
        <dsp:cNvPr id="0" name=""/>
        <dsp:cNvSpPr/>
      </dsp:nvSpPr>
      <dsp:spPr>
        <a:xfrm>
          <a:off x="0" y="2072265"/>
          <a:ext cx="10996337" cy="413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Why use it</a:t>
          </a:r>
          <a:endParaRPr lang="en-US" sz="1400" kern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20179" y="2092444"/>
        <a:ext cx="10955979" cy="373011"/>
      </dsp:txXfrm>
    </dsp:sp>
    <dsp:sp modelId="{5A5B0603-516C-41C4-8009-66AEA4703D90}">
      <dsp:nvSpPr>
        <dsp:cNvPr id="0" name=""/>
        <dsp:cNvSpPr/>
      </dsp:nvSpPr>
      <dsp:spPr>
        <a:xfrm>
          <a:off x="0" y="2485634"/>
          <a:ext cx="10996337" cy="615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134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Catches exact matches (via sparse) for precise queries.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Also surfaces paraphrases or related content (via dense) when keywords differ.</a:t>
          </a:r>
        </a:p>
      </dsp:txBody>
      <dsp:txXfrm>
        <a:off x="0" y="2485634"/>
        <a:ext cx="10996337" cy="615869"/>
      </dsp:txXfrm>
    </dsp:sp>
    <dsp:sp modelId="{E5BF2B2A-912B-4CFF-BE5E-326CB44DAF2C}">
      <dsp:nvSpPr>
        <dsp:cNvPr id="0" name=""/>
        <dsp:cNvSpPr/>
      </dsp:nvSpPr>
      <dsp:spPr>
        <a:xfrm>
          <a:off x="0" y="3101504"/>
          <a:ext cx="10996337" cy="413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Example: You search “child care benefits.”</a:t>
          </a:r>
          <a:endParaRPr lang="en-US" sz="1400" kern="120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20179" y="3121683"/>
        <a:ext cx="10955979" cy="373011"/>
      </dsp:txXfrm>
    </dsp:sp>
    <dsp:sp modelId="{26BE072D-9EAD-4FF2-BD75-130E971EB050}">
      <dsp:nvSpPr>
        <dsp:cNvPr id="0" name=""/>
        <dsp:cNvSpPr/>
      </dsp:nvSpPr>
      <dsp:spPr>
        <a:xfrm>
          <a:off x="0" y="3514873"/>
          <a:ext cx="10996337" cy="1193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134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Sparse part grabs docs mentioning “child,” “care,” “benefits.”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Dense part boosts a policy document titled “Family Support Allowances” because its meaning aligns closely.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>
              <a:latin typeface="Microsoft JhengHei" panose="020B0604030504040204" pitchFamily="34" charset="-120"/>
              <a:ea typeface="Microsoft JhengHei" panose="020B0604030504040204" pitchFamily="34" charset="-120"/>
            </a:rPr>
            <a:t>Hybrid ranking ensures you see both direct hits (e.g., “child care benefits guide”) and semantically relevant ones (e.g., “family support allowances overview”).</a:t>
          </a:r>
        </a:p>
      </dsp:txBody>
      <dsp:txXfrm>
        <a:off x="0" y="3514873"/>
        <a:ext cx="10996337" cy="11932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21.6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44 113 9536 0 0,'-6'-1'-4'0'0,"0"0"-10"0"0,-1 4 35 0 0,5-2 82 0 0,-3 3 432 0 0,4-1-281 0 0,0-2-38 0 0,1 0 0 0 0,0 0 0 0 0,-1 1 0 0 0,1-1 1 0 0,-1 0-1 0 0,1 0 0 0 0,-1 0 0 0 0,0 0 0 0 0,0 0 1 0 0,1 0-1 0 0,-1 0 0 0 0,0 0 0 0 0,0 0 0 0 0,0 0 0 0 0,0 0 1 0 0,0 0-1 0 0,0-1 0 0 0,-2 2 0 0 0,4-6 2813 0 0,0 3-2962 0 0,0 0 0 0 0,0 1 0 0 0,-1-1 0 0 0,1 1 0 0 0,0-1 0 0 0,0 1 0 0 0,0-1 0 0 0,0 1 0 0 0,0 0 0 0 0,0 0 0 0 0,0-1 0 0 0,0 1 0 0 0,2 0 0 0 0,107-6 630 0 0,-1 0-305 0 0,255-45 1063 0 0,-339 45-1171 0 0,0-1-1 0 0,40-17 1 0 0,-25 8 265 0 0,-39 15-532 0 0,0 1 27 0 0,0 0-1 0 0,-1 0 1 0 0,1 0-1 0 0,-1 0 1 0 0,1 0 0 0 0,-1-1-1 0 0,1 1 1 0 0,0 0 0 0 0,-1 0-1 0 0,1-1 1 0 0,-1 1 0 0 0,1 0-1 0 0,-1-1 1 0 0,1 1 0 0 0,-1 0-1 0 0,0-1 1 0 0,1 1 0 0 0,-1-1-1 0 0,1 1 1 0 0,-1-1-1 0 0,0 1 1 0 0,1-1 0 0 0,-1 1-1 0 0,0-1 1 0 0,0 1 0 0 0,1-1-1 0 0,-1 1 1 0 0,0-1 0 0 0,0 1-1 0 0,0-1 1 0 0,0 0 0 0 0,0 1-1 0 0,1-2 1 0 0,-26 2 955 0 0,19 0-859 0 0,0 1 1 0 0,0 0 0 0 0,0 1-1 0 0,0 0 1 0 0,-11 4 0 0 0,-13 4 139 0 0,20-8-161 0 0,-1 1 0 0 0,1 0 1 0 0,0 0-1 0 0,-15 8 1 0 0,14-6 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22.2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88 11352 0 0,'6'8'0'0'0,"-2"-1"2"0"0,-3-3 11 0 0,-1-1 16 0 0,0-2 38 0 0,0 1 0 0 0,-1-1 1 0 0,1 0-1 0 0,-1 0 0 0 0,1 0 1 0 0,-1 0-1 0 0,0 1 0 0 0,1-1 1 0 0,-1 0-1 0 0,0 0 0 0 0,0 0 1 0 0,0 0-1 0 0,-2 1 0 0 0,2-1 105 0 0,-4 5 2741 0 0,18-7-977 0 0,44-3-1374 0 0,119-15 512 0 0,-139 13-785 0 0,-1-1 0 0 0,67-23 0 0 0,-57 14 49 0 0,1 2 1 0 0,0 2-1 0 0,80-9 0 0 0,-95 18-184 0 0,-5 2 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22.8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5 114 13968 0 0,'-2'-5'0'0'0,"0"1"0"0"0,2 2 2 0 0,-1 1 4 0 0,1 0 15 0 0,27-3 1198 0 0,-1 3-179 0 0,52-4 207 0 0,110-21 0 0 0,41-10 100 0 0,-208 33-1140 0 0,26-8 1 0 0,-27 6 55 0 0,28-4 0 0 0,-40 8-182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23.5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25 136 8032 0 0,'-8'-1'317'0'0,"-4"1"990"0"0,12 0-1281 0 0,0 0 1 0 0,-1 0 0 0 0,1 0-1 0 0,0 1 1 0 0,0-1 0 0 0,0 0 0 0 0,-1 0-1 0 0,1 0 1 0 0,0 0 0 0 0,0 0-1 0 0,0 0 1 0 0,-1 1 0 0 0,1-1-1 0 0,0 0 1 0 0,0 0 0 0 0,0 0 0 0 0,0 0-1 0 0,0 1 1 0 0,0-1 0 0 0,-1 0-1 0 0,1 0 1 0 0,0 0 0 0 0,0 1-1 0 0,0-1 1 0 0,0 0 0 0 0,0 0 0 0 0,0 0-1 0 0,0 1 1 0 0,0-1 0 0 0,0 0-1 0 0,0 0 1 0 0,0 0 0 0 0,0 1-1 0 0,0-1 1 0 0,0 0 0 0 0,0 0 0 0 0,0 1-1 0 0,0-1 1 0 0,2 1 264 0 0,0 0 0 0 0,0 0 0 0 0,0-1 0 0 0,0 1 1 0 0,-1-1-1 0 0,1 1 0 0 0,0-1 0 0 0,4 1 0 0 0,34 9 664 0 0,-33-7-830 0 0,0-1 0 0 0,1 0-1 0 0,0-1 1 0 0,11 2 0 0 0,11-2 245 0 0,0-2 0 0 0,0-1 0 0 0,42-7 0 0 0,87-27 538 0 0,-65 13-455 0 0,122-34 452 0 0,-166 42-725 0 0,-28 10-41 0 0,0 0-1 0 0,0 1 1 0 0,1 1 0 0 0,-1 1-1 0 0,1 2 1 0 0,26 1 0 0 0,-41-1-53 0 0,0 0 1 0 0,0-1 0 0 0,12-2 0 0 0,-14 1 31 0 0,1 1 1 0 0,0 0-1 0 0,0 1 1 0 0,11 0 0 0 0,-5 4 1235 0 0,-13-2-1274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30.5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10 105 10152 0 0,'8'-2'0'0'0,"-8"-10"80"0"0,-13-13 88 0 0,9-1 128 0 0,22 9 128 0 0,7 2-104 0 0,-4 7-104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30.8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64 9144 0 0,'0'0'0'0'0,"0"-2"16"0"0,0-9 24 0 0,0 2 112 0 0,4 0 96 0 0,5-3-24 0 0,13-8-24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32.8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1 113 8840 0 0,'0'0'0'0'0,"4"-20"128"0"0,4-18 128 0 0,6 16 160 0 0,6 10 136 0 0,4 0-48 0 0,2 4-48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54.5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17183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55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7 120 2208 0 0,'-1'-2'13'0'0,"-1"0"48"0"0,0 1 42 0 0,1 1 477 0 0,4 0 424 0 0,24-1 515 0 0,0-1 0 0 0,43-8-1 0 0,51-21-489 0 0,-66 14-373 0 0,0 4-1 0 0,84-11 1 0 0,-127 22-302 0 0,1 0 0 0 0,-1 0 0 0 0,23-9 0 0 0,-27 12 1480 0 0,-8-1-1774 0 0,0 0 0 0 0,0 0 0 0 0,0 0 0 0 0,0 1 0 0 0,0-1 0 0 0,0 0 0 0 0,0 0 0 0 0,0 0 0 0 0,0 0 0 0 0,0 0 0 0 0,0 1 0 0 0,0-1 0 0 0,0 0 0 0 0,0 0 0 0 0,0 0 0 0 0,0 0-1 0 0,0 0 1 0 0,0 1 0 0 0,0-1 0 0 0,0 0 0 0 0,0 0 0 0 0,0 0 0 0 0,0 0 0 0 0,0 0 0 0 0,0 1 0 0 0,0-1 0 0 0,0 0 0 0 0,0 0 0 0 0,-1 0 0 0 0,1 0 0 0 0,0 0 0 0 0,0 0 0 0 0,0 0 0 0 0,0 1 0 0 0,0-1 0 0 0,0 0-1 0 0,0 0 1 0 0,-1 0 0 0 0,1 0 0 0 0,0 0 0 0 0,0 0 0 0 0,0 0 0 0 0,0 0 0 0 0,0 0 0 0 0,0 0 0 0 0,-1 0 0 0 0,1 0 0 0 0,0 0 0 0 0,0 0 0 0 0,-16 8 218 0 0,1-1 1 0 0,-1-1-1 0 0,-29 8 1 0 0,-50 5 425 0 0,56-13-73 0 0,-50 16 1 0 0,56-10-241 0 0,21-7-208 0 0,0-1-1 0 0,-13 3 1 0 0,5-2 32 0 0,-54 12 851 0 0,62-12-754 0 0,9-4-117 0 0,0 0 0 0 0,1 0 1 0 0,-1 0-1 0 0,0-1 0 0 0,0 1 1 0 0,1-1-1 0 0,-4 1 1 0 0,9-1-86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57.1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13 130 3312 0 0,'0'3'3'0'0,"0"0"12"0"0,-1-1 13 0 0,0-1 40 0 0,-1-2 110 0 0,0-1-13 0 0,-4-22 1229 0 0,6 22-405 0 0,10 2 1316 0 0,33-1-1551 0 0,0-1-1 0 0,0-2 1 0 0,65-15 0 0 0,-60 6-494 0 0,127-37 680 0 0,-157 42-703 0 0,-12 5-18 0 0,1 0-1 0 0,-1 1 1 0 0,9-2 0 0 0,-26 4 673 0 0,-1 1 1 0 0,-11 3 0 0 0,-138 40 22 0 0,37-17 61 0 0,117-25-888 0 0,1 1 0 0 0,0 0 0 0 0,0 0 0 0 0,1 0 0 0 0,-1 1 0 0 0,1 0 1 0 0,-1 0-1 0 0,1 0 0 0 0,-8 9 0 0 0,-16 14 719 0 0,14-13 31 0 0,14-11-678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58.1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78 992 0 0,'3'-4'3425'0'0,"1"1"-438"0"0,1 2-1812 0 0,3 2-919 0 0,2 0 909 0 0,43-4-8 0 0,-1-2 0 0 0,0-2 1 0 0,-1-2-1 0 0,83-26 0 0 0,-108 25-735 0 0,-12 8-214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58.7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0 180 96 0 0,'18'-14'-11'0'0,"-10"8"62"0"0,-16 13 465 0 0,8-7-248 0 0,0-1-181 0 0,0 1 1 0 0,0-1-1 0 0,0 1 1 0 0,0 0 0 0 0,0-1-1 0 0,0 1 1 0 0,0-1 0 0 0,0 1-1 0 0,0-1 1 0 0,0 1-1 0 0,0-1 1 0 0,1 1 0 0 0,-1 0-1 0 0,0-1 1 0 0,0 1-1 0 0,1-1 1 0 0,-1 1 0 0 0,0 0-1 0 0,1-1 1 0 0,13-6 3816 0 0,8 1-2767 0 0,-7 2-881 0 0,37-13 523 0 0,57-16 689 0 0,-51 17-400 0 0,56-24 0 0 0,-40 13-156 0 0,-52 19-640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32.8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182 260 2904 0 0,'4'-15'520'0'0,"-3"12"-164"0"0,0 1 0 0 0,1-1 0 0 0,0 1 0 0 0,-1-1 0 0 0,5-4-1 0 0,23-17 3648 0 0,-20 17-3351 0 0,15-12-225 0 0,-4 5 60 0 0,30-19 953 0 0,-49 32-1391 0 0,0-1 119 0 0,1 1 0 0 0,0-1-1 0 0,-1 1 1 0 0,1-1 0 0 0,0 1 0 0 0,0 0 0 0 0,0 0 0 0 0,3-3 3026 0 0,-21 10-2877 0 0,-170 98 971 0 0,166-91-1028 0 0,1 1-1 0 0,-22 21 0 0 0,20-17 115 0 0,19-17-341 0 0,0 1 0 0 0,-1-1 0 0 0,1 1 0 0 0,-1-1 0 0 0,1 0 0 0 0,-4 1-1 0 0,4-2-12 0 0,0 1 1 0 0,1-1-1 0 0,-1 1 0 0 0,0 0 0 0 0,1 0 0 0 0,-1 0 0 0 0,0 0 0 0 0,1 0 1 0 0,-1 0-1 0 0,1 0 0 0 0,0 0 0 0 0,-1 0 0 0 0,1 1 0 0 0,0-1 0 0 0,-2 3 0 0 0,2-3-14 0 0,1-1 0 0 0,0 0 0 0 0,0 0 0 0 0,0 1 0 0 0,0-1 0 0 0,0 0 0 0 0,0 0 0 0 0,0 1 0 0 0,0-1 0 0 0,0 0 0 0 0,0 0 0 0 0,0 1 0 0 0,0-1 0 0 0,0 0 0 0 0,0 0 0 0 0,0 1 0 0 0,0-1 0 0 0,0 0 0 0 0,0 0 0 0 0,0 1 0 0 0,0-1 0 0 0,0 0 0 0 0,1 0 0 0 0,-1 1 0 0 0,0-1 0 0 0,0 0 0 0 0,0 0 0 0 0,0 0-1 0 0,1 1 1 0 0,-1-1 0 0 0,0 0 0 0 0,0 0 0 0 0,0 0 0 0 0,1 0 0 0 0,-1 1 0 0 0,0-1 0 0 0,0 0 0 0 0,0 0 0 0 0,1 0 0 0 0,-1 0 0 0 0,0 0 0 0 0,0 0 0 0 0,1 0 0 0 0,-1 0 0 0 0,0 0 0 0 0,1 0 0 0 0,-1 0 0 0 0,0 0 0 0 0,0 0 0 0 0,1 0 0 0 0,-1 0 0 0 0,0 0 0 0 0,0 0 0 0 0,1 0 0 0 0,-1 0 0 0 0,0 0 0 0 0,0 0 0 0 0,1 0 0 0 0,-1-1 0 0 0,0 1-1 0 0,0 0 1 0 0,1 0 0 0 0,5-6 26 0 0,0 0 0 0 0,1 0 0 0 0,0 0 0 0 0,0 1 0 0 0,8-4 0 0 0,9-7 20 0 0,86-64 119 0 0,-93 67-122 0 0,20-22 1 0 0,-23 22-2 0 0,0-1 0 0 0,21-13 0 0 0,41-29 184 0 0,-37 26 13 0 0,-40 30-235 0 0,1 0 0 0 0,0 0 0 0 0,-1 0 0 0 0,1 0 0 0 0,0 0 0 0 0,-1 0 0 0 0,1 0 0 0 0,0 0 1 0 0,-1 0-1 0 0,1 0 0 0 0,-1 0 0 0 0,1 0 0 0 0,0 0 0 0 0,-1-1 0 0 0,1 1 0 0 0,0 0 0 0 0,0 0 0 0 0,-1 0 0 0 0,1 0 0 0 0,0-1 0 0 0,-1 1 0 0 0,1 0 0 0 0,0 0 0 0 0,0 0 0 0 0,-1-1 0 0 0,1 1 1 0 0,0 0-1 0 0,0-1 0 0 0,0 1 0 0 0,-1 0 0 0 0,1 0 0 0 0,0-1 0 0 0,0 1 0 0 0,0 0 0 0 0,0-1 0 0 0,0 1 0 0 0,0 0 0 0 0,0-1 0 0 0,-1 1 0 0 0,1 0 0 0 0,0-1 0 0 0,0 1 0 0 0,0 0 0 0 0,0-1 1 0 0,0 1-1 0 0,1 0 0 0 0,-1-1 0 0 0,0 1 0 0 0,0 0 0 0 0,0-1 0 0 0,0 1 0 0 0,0 0 0 0 0,0-1 0 0 0,1 1 0 0 0,-1 0 0 0 0,0-1 0 0 0,0 1 0 0 0,0 0 0 0 0,1 0 0 0 0,-1-1 0 0 0,0 1 0 0 0,0 0 1 0 0,1 0-1 0 0,-1 0 0 0 0,0-1 0 0 0,0 1 0 0 0,1 0 0 0 0,-1 0 0 0 0,1 0 0 0 0,-8 0 12 0 0,1 1 0 0 0,-1-1 0 0 0,0 2 0 0 0,1-1 1 0 0,-1 1-1 0 0,-6 3 0 0 0,-40 19 60 0 0,25-11-20 0 0,21-10-47 0 0,3-1-5 0 0,1-1-1 0 0,-1 1 1 0 0,1-1-1 0 0,0 1 1 0 0,0 0-1 0 0,0 0 1 0 0,0 0-1 0 0,0 1 1 0 0,0-1-1 0 0,-4 6 1 0 0,6-7 3 0 0,1-1-6 0 0,5 0-83 0 0,-2 0 42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33.7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1 148 20303 0 0,'48'-49'0'0'0,"-22"14"0"0"0,-19 7 0 0 0,-14 14-24 0 0,-16 6 0 0 0,10 4 8 0 0,15-1 0 0 0,19 2 72 0 0,16 2 0 0 0,-1 1 8 0 0,-7 0 0 0 0,-8 0 24 0 0,-4 1 16 0 0,-4 4-16 0 0,-4 1 8 0 0,-3-5-128 0 0,-1 3 0 0 0,-1-3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34.2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0 192 13056 0 0,'8'-1'69'0'0,"-3"-3"250"0"0,3-4 293 0 0,21-11 324 0 0,-11 9-519 0 0,140-75 1834 0 0,-129 72-1995 0 0,0 1 0 0 0,1 1 0 0 0,56-13-1 0 0,-71 22-179 0 0,-1 0 0 0 0,17 1-1 0 0,-8 1 30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35.0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80 8136 0 0,'2'0'310'0'0,"1"-2"986"0"0,-3 1-1117 0 0,1 1-1 0 0,-1-1 0 0 0,1 1 1 0 0,-1-1-1 0 0,1 1 1 0 0,-1 0-1 0 0,1-1 0 0 0,0 1 1 0 0,-1 0-1 0 0,1 0 0 0 0,0-1 1 0 0,-1 1-1 0 0,1 0 0 0 0,-1 0 1 0 0,1 0-1 0 0,0 0 1 0 0,1 0-1 0 0,105-4 2862 0 0,-85 2-2681 0 0,0-1 1 0 0,0 0 0 0 0,22-9-1 0 0,-33 9-198 0 0,39-13 615 0 0,58-11 1 0 0,-95 25-587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35.7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76 10344 0 0,'-4'-3'515'0'0,"3"0"1554"0"0,13 0 1440 0 0,-7 2-3243 0 0,81-24 1782 0 0,-52 14-1112 0 0,57-11 0 0 0,-78 20-661 0 0,1 0 364 0 0,24-2 1 0 0,-31 4-442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31.3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20 179 3616 0 0,'-3'-3'88'0'0,"-1"-2"-18"0"0,4 4-36 0 0,0 1 0 0 0,0-1 1 0 0,-1 1-1 0 0,1-1 0 0 0,0 1 1 0 0,-1-1-1 0 0,1 1 0 0 0,-1-1 1 0 0,1 1-1 0 0,0-1 0 0 0,-1 1 1 0 0,1 0-1 0 0,-1-1 0 0 0,1 1 1 0 0,-1 0-1 0 0,1-1 0 0 0,-1 1 1 0 0,1 0-1 0 0,-1 0 1 0 0,0 0-1 0 0,0-1 0 0 0,1 1-17 0 0,0 0-1 0 0,-1 0 0 0 0,1 0 1 0 0,0 0-1 0 0,0-1 1 0 0,0 1-1 0 0,0 0 0 0 0,0 0 1 0 0,-1 0-1 0 0,1 0 0 0 0,0-1 1 0 0,0 1-1 0 0,0 0 1 0 0,0 0-1 0 0,0 0 0 0 0,0 0 1 0 0,0-1-1 0 0,0 1 1 0 0,0 0-1 0 0,0 0 0 0 0,0 0 1 0 0,0-1-1 0 0,0 1 0 0 0,0 0 1 0 0,0 0-1 0 0,0 0 1 0 0,0-1-1 0 0,0 1 0 0 0,0 0 1 0 0,0 0-1 0 0,0 0 1 0 0,0-1-1 0 0,0 1 0 0 0,1 0 1 0 0,-1 0-1 0 0,0 0 0 0 0,0 0 1 0 0,0-1-1 0 0,0 1 1 0 0,1 0-1 0 0,4-10 415 0 0,21-18 57 0 0,-5 3-255 0 0,-16 19-171 0 0,0 0 0 0 0,1 1 0 0 0,11-9 0 0 0,-9 5-5 0 0,-2 4 26 0 0,-1 0 1 0 0,1 0-1 0 0,13-8 1 0 0,7-5 140 0 0,-19 13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31.7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14 154 7136 0 0,'0'0'0'0'0,"-8"-11"24"0"0,2-7 32 0 0,8-7 160 0 0,13 8 160 0 0,19-9-192 0 0,-11 8-16 0 0,3-1 0 0 0,2-1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32.2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25 105 5320 0 0,'0'-3'0'0'0,"-7"-1"376"0"0,-5-6 384 0 0,7 1 96 0 0,19-2 80 0 0,13-1-136 0 0,1-2-160 0 0,10-3-304 0 0,-8 10-336 0 0,2-1 0 0 0,-1-1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4:32.5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43 121 8840 0 0,'5'0'0'0'0,"-14"-4"112"0"0,-21-8 128 0 0,21-8 160 0 0,35 0 168 0 0,20-3-280 0 0,-23 10-72 0 0,5-2 0 0 0,-2 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39.1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6 865 96 0 0,'-4'3'0'0'0,"3"-5"1"0"0,10-31 61 0 0,4 2 719 0 0,1 0 0 0 0,34-50 0 0 0,-28 47-76 0 0,6-7 118 0 0,2 0 0 0 0,2 2 0 0 0,1 2 0 0 0,2 1 0 0 0,50-44 0 0 0,86-75 1330 0 0,-127 111-657 0 0,65-87-1 0 0,-88 108-771 0 0,-11 17-125 0 0,-8 6-576 0 0,0 0 0 0 0,0 0 0 0 0,1 1 0 0 0,-1-1 0 0 0,0 0 0 0 0,0 0 0 0 0,0 1 0 0 0,0-1 0 0 0,0 0-1 0 0,0 0 1 0 0,1 1 0 0 0,-1-1 0 0 0,0 0 0 0 0,0 1 0 0 0,0-1 0 0 0,0 0 0 0 0,0 0 0 0 0,0 1 0 0 0,0-1 0 0 0,0 0 0 0 0,-1 1 0 0 0,1-1-1 0 0,0 0 1 0 0,0 0 0 0 0,0 1 0 0 0,0-1 0 0 0,0 0 0 0 0,0 1 0 0 0,0-1 0 0 0,-1 0 0 0 0,1 0 0 0 0,0 1 0 0 0,0-1 0 0 0,-2 8 650 0 0,6-11-32 0 0,-3 2-543 0 0,0-1 0 0 0,0 1-1 0 0,0 0 1 0 0,0-1 0 0 0,-1 1-1 0 0,1-1 1 0 0,-1 0 0 0 0,1 1-1 0 0,-1-1 1 0 0,1-2 0 0 0,-1-9 944 0 0,0 8-599 0 0,0 7 58 0 0,-17-1 150 0 0,2 17-414 0 0,6-7-155 0 0,-21 21 102 0 0,21-18-130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39.6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137 35 11352 0 0,'-5'-14'435'0'0,"5"12"-111"0"0,-1 0 1 0 0,0 0-1 0 0,1 0 0 0 0,-1 0 0 0 0,1 0 0 0 0,0 0 1 0 0,-1 0-1 0 0,1-3 0 0 0,-2 43-33 0 0,-2-1-1 0 0,-1 0 1 0 0,-13 47 0 0 0,11-54-181 0 0,-31 96 47 0 0,-1 5 68 0 0,35-113-184 0 0,1-8 20 0 0,1-1-1 0 0,0 1 1 0 0,0 0-1 0 0,1 0 1 0 0,1 0 0 0 0,-1 0-1 0 0,2 0 1 0 0,1 14-1 0 0,-2-23-2 0 0,1 1 0 0 0,-1-1 0 0 0,0 1 0 0 0,1-1 0 0 0,-1 1 0 0 0,1-1 0 0 0,0 0 0 0 0,-1 1 0 0 0,1-1 0 0 0,0 0 0 0 0,2 2-1 0 0,-3-2-32 0 0,1-1 0 0 0,0 1-1 0 0,0-1 1 0 0,0 1-1 0 0,0-1 1 0 0,-1 0 0 0 0,1 1-1 0 0,0-1 1 0 0,0 0-1 0 0,0 0 1 0 0,0 0 0 0 0,0 1-1 0 0,0-1 1 0 0,0 0 0 0 0,0 0-1 0 0,0 0 1 0 0,0-1-1 0 0,0 1 1 0 0,0 0 0 0 0,1-1-1 0 0,4 0 43 0 0,0-1 0 0 0,-1 0 0 0 0,1-1 0 0 0,-1 1 1 0 0,1-1-1 0 0,-1 0 0 0 0,8-6 0 0 0,32-30 232 0 0,-32 27-191 0 0,-8 7-65 0 0,14-10 157 0 0,-2-2-1 0 0,0 0 0 0 0,-1-1 1 0 0,27-38-1 0 0,-40 51-159 0 0,20-32 310 0 0,-20 34-313 0 0,-1 1 0 0 0,1-1 0 0 0,0 0 1 0 0,-1 1-1 0 0,1-1 0 0 0,0 1 0 0 0,0 0 0 0 0,1 0 0 0 0,4-2 0 0 0,5-1 91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42.3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119 220 2208 0 0,'-1'2'-15'0'0,"-1"0"-49"0"0,2-2 61 0 0,0 0 0 0 0,0 0 0 0 0,0 0-1 0 0,1 0 1 0 0,-1 0 0 0 0,0 0 0 0 0,0 0-1 0 0,0 0 1 0 0,0 0 0 0 0,0 0 0 0 0,0 0 0 0 0,0 1-1 0 0,0-1 1 0 0,1 0 0 0 0,-1 0 0 0 0,0 0-1 0 0,0 0 1 0 0,0 0 0 0 0,0 0 0 0 0,0 0 0 0 0,0 0-1 0 0,0 0 1 0 0,0 0 0 0 0,0 1 0 0 0,0-1-1 0 0,0 0 1 0 0,0 0 0 0 0,1 0 0 0 0,-1 0 0 0 0,0 0-1 0 0,0 0 1 0 0,0 1 0 0 0,0-1 0 0 0,0 0-1 0 0,0 0 1 0 0,0 0 0 0 0,0 0 0 0 0,0 0-1 0 0,0 0 1 0 0,0 0 0 0 0,0 1 0 0 0,-1-1 0 0 0,1 0-1 0 0,0 0 1 0 0,0 0 0 0 0,0 0 0 0 0,0 0-1 0 0,0 0 1 0 0,0 0 0 0 0,0 1 0 0 0,0-1 0 0 0,0 0-1 0 0,0 0 1 0 0,0 0 0 0 0,0 0 0 0 0,-1 0-1 0 0,1 0 1 0 0,0 0 0 0 0,0 0 0 0 0,0 0 0 0 0,0 0-1 0 0,22-1 127 0 0,0-1 0 0 0,0-2 0 0 0,0 0 0 0 0,0-1 0 0 0,0-1 1 0 0,28-13-1 0 0,-28 10-57 0 0,8-2 147 0 0,0-2 0 0 0,33-20 0 0 0,48-30 939 0 0,-101 57-721 0 0,-2 0 0 0 0,1 0 0 0 0,-1 0 0 0 0,0-1 0 0 0,0-1 0 0 0,10-11 2656 0 0,-21 22-2160 0 0,-118 59 1342 0 0,87-46-1842 0 0,-282 121 3078 0 0,274-125-2709 0 0,33-5-221 0 0,9-7-554 0 0,0 0 0 0 0,0 0-1 0 0,0 0 1 0 0,0 0 0 0 0,0 0 0 0 0,0 0 0 0 0,0-1 0 0 0,0 1 0 0 0,0 0 0 0 0,0 0 0 0 0,0 0 0 0 0,0 0 0 0 0,0 0 0 0 0,0 0 0 0 0,0 0 0 0 0,0 0 0 0 0,0 0 0 0 0,0 0-1 0 0,0 0 1 0 0,-1 0 0 0 0,1 0 0 0 0,0 0 0 0 0,0 0 0 0 0,0 0 0 0 0,0 0 0 0 0,0 0 0 0 0,0 0 0 0 0,0 0 0 0 0,0 0 0 0 0,0 0 0 0 0,0 0 0 0 0,0 0 0 0 0,0 0-1 0 0,0 0 1 0 0,0 0 0 0 0,0 0 0 0 0,0 0 0 0 0,-1 0 0 0 0,1 1 0 0 0,0-1 0 0 0,0 0 0 0 0,0 0 0 0 0,0 0 0 0 0,0 0 0 0 0,0 0 0 0 0,0 0 0 0 0,0 0 0 0 0,0 0 0 0 0,0 0-1 0 0,0 0 1 0 0,0 0 0 0 0,0 0 0 0 0,0 0 0 0 0,0 0 0 0 0,0 0 0 0 0,0 0 0 0 0,0 0 0 0 0,0 0 0 0 0,0 1 0 0 0,0-1 0 0 0,21-8 524 0 0,30-14-28 0 0,94-54-1 0 0,-33 14 182 0 0,-99 54-246 0 0,-12 7-7 0 0,-8 6-290 0 0,-57 44 97 0 0,29-21-130 0 0,-60 36 1 0 0,17-14 18 0 0,5-2 3 0 0,69-46-134 0 0,0-1 0 0 0,0 1 0 0 0,0-1 0 0 0,0 0 0 0 0,0 0 0 0 0,0 0 0 0 0,-6 0 1 0 0,-18 5 62 0 0,27-5-66 0 0,-1 0 1 0 0,0 0 0 0 0,1 1-1 0 0,-1-1 1 0 0,1 0 0 0 0,0 1-1 0 0,-1-1 1 0 0,1 1 0 0 0,0 0-1 0 0,0-1 1 0 0,0 1 0 0 0,0 0-1 0 0,0 0 1 0 0,0-1 0 0 0,1 1 0 0 0,-1 0-1 0 0,1 0 1 0 0,-1 0 0 0 0,1 0-1 0 0,-1 4 1 0 0,15-7 101 0 0,-2-3-98 0 0,1-1 0 0 0,-1-1-1 0 0,0 0 1 0 0,20-13 0 0 0,-15 8 2 0 0,21-9 0 0 0,33-10 11 0 0,-32 14-5 0 0,1-2 0 0 0,70-44 1 0 0,-108 60-18 0 0,19-12 24 0 0,25-14 0 0 0,-51 27 19 0 0,-7 5-2 0 0,0 1-29 0 0,0 0-1 0 0,0 0 0 0 0,-19 4 0 0 0,-9 3 5 0 0,-1 4 15 0 0,1 1 0 0 0,-57 34 0 0 0,74-39-9 0 0,17-10-8 0 0,1 1 0 0 0,0-1-1 0 0,0 1 1 0 0,0 0 0 0 0,1 0 0 0 0,-6 5-1 0 0,9-5 88 0 0,6-3-45 0 0,14-4-19 0 0,-6 1-13 0 0,3 1 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48.4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89 285 96 0 0,'2'-2'35'0'0,"0"-1"53"0"0,1 2 40 0 0,2-1 135 0 0,5-1 248 0 0,19-10 427 0 0,-1-1 0 0 0,-1-2 0 0 0,48-34 0 0 0,5-11 1023 0 0,-33 27-1141 0 0,0 1-7 0 0,-27 20-97 0 0,21-18-1 0 0,-38 29-381 0 0,3-3-305 0 0,0 4 2982 0 0,-16 11-1818 0 0,-185 144 1719 0 0,137-117-2318 0 0,-28 22 121 0 0,68-47-486 0 0,-1 0 0 0 0,0-1 0 0 0,0-1 0 0 0,-1 0 0 0 0,-34 10 0 0 0,47-17-111 0 0,6-3-70 0 0,0 0 1 0 0,0 1-1 0 0,0-1 0 0 0,0 0 1 0 0,1 1-1 0 0,-1-1 0 0 0,0 1 1 0 0,0-1-1 0 0,1 1 0 0 0,-1-1 1 0 0,0 1-1 0 0,1 0 0 0 0,-1-1 0 0 0,1 1 1 0 0,-1 0-1 0 0,1 0 0 0 0,-1-1 1 0 0,1 1-1 0 0,-1 0 0 0 0,0 1 1 0 0,19-14 655 0 0,33-20-416 0 0,69-47 145 0 0,-97 62-271 0 0,0-2 0 0 0,38-40-1 0 0,-15 15 433 0 0,-55 55-291 0 0,1 0 0 0 0,0 0 1 0 0,-10 20-1 0 0,16-24-270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6:07.5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687 68 96 0 0,'-8'-8'0'0'0,"-1"-1"9"0"0,-2-5 15 0 0,4 9-2 0 0,3 3-4 0 0,-16-7 464 0 0,-27-7 1030 0 0,45 15-1393 0 0,0 1 1 0 0,0-1-1 0 0,0 0 0 0 0,0 1 1 0 0,0-1-1 0 0,0 1 1 0 0,-1 0-1 0 0,-3 0 1 0 0,0 0 95 0 0,3 0-90 0 0,0-1 0 0 0,1 1-1 0 0,-1 0 1 0 0,0 0-1 0 0,0 0 1 0 0,0 1 0 0 0,0-1-1 0 0,-5 2 1 0 0,-2 0 155 0 0,-4-1 144 0 0,1 1 0 0 0,-1 1 0 0 0,1 0 0 0 0,0 0 0 0 0,0 1 0 0 0,0 1 0 0 0,0 1 0 0 0,1-1 0 0 0,0 2 1 0 0,0 0-1 0 0,-14 10 0 0 0,-25 23 874 0 0,1 2 1 0 0,-58 63 0 0 0,91-86-1022 0 0,-40 47 766 0 0,49-56-895 0 0,1 1 0 0 0,1-1-1 0 0,0 1 1 0 0,1 0 0 0 0,-5 14-1 0 0,6-12-37 0 0,0-1-1 0 0,1 1 0 0 0,1 0 0 0 0,0 0 1 0 0,1 1-1 0 0,0-1 0 0 0,1 0 1 0 0,0 0-1 0 0,1 0 0 0 0,1 0 1 0 0,0 0-1 0 0,0 0 0 0 0,2 0 1 0 0,0 0-1 0 0,0-1 0 0 0,1 0 1 0 0,10 18-1 0 0,-5-12-27 0 0,1-1 1 0 0,0-1-1 0 0,2 0 0 0 0,0 0 0 0 0,0-2 1 0 0,2 1-1 0 0,0-2 0 0 0,0 0 0 0 0,1-1 1 0 0,1 0-1 0 0,0-1 0 0 0,1-1 0 0 0,0-1 1 0 0,0 0-1 0 0,29 8 0 0 0,-40-15-53 0 0,0-1-1 0 0,1 0 1 0 0,-1 0 0 0 0,1 0-1 0 0,-1-1 1 0 0,1 0-1 0 0,-1-1 1 0 0,0 0 0 0 0,1 0-1 0 0,10-3 1 0 0,8-4 89 0 0,38-18 1 0 0,-45 18-74 0 0,19-8 19 0 0,-1-1 0 0 0,-1-3 0 0 0,0-1 0 0 0,-1-1 0 0 0,-2-2-1 0 0,0-1 1 0 0,-2-2 0 0 0,43-46 0 0 0,-68 65-43 0 0,0-1-1 0 0,0 1 1 0 0,-1-1 0 0 0,0-1-1 0 0,-1 1 1 0 0,0-1 0 0 0,0 1-1 0 0,-1-1 1 0 0,0 0-1 0 0,-1 0 1 0 0,0-1 0 0 0,0 1-1 0 0,-1 0 1 0 0,-1-1 0 0 0,0 1-1 0 0,0-1 1 0 0,-3-12 0 0 0,2 11 3 0 0,-1 0 0 0 0,-1 0 0 0 0,0 1 1 0 0,-1-1-1 0 0,0 1 0 0 0,-1-1 1 0 0,0 1-1 0 0,-1 1 0 0 0,0-1 1 0 0,0 1-1 0 0,-1 0 0 0 0,-1 0 0 0 0,0 1 1 0 0,-13-13-1 0 0,-14-8 75 0 0,-1 2 0 0 0,-60-37-1 0 0,82 57-64 0 0,0 1 0 0 0,-1 0-1 0 0,1 1 1 0 0,-1 1 0 0 0,0 0-1 0 0,-1 1 1 0 0,1 1 0 0 0,-1 0-1 0 0,0 1 1 0 0,-31 0 0 0 0,29 3 46 0 0,1 1 0 0 0,0 0 0 0 0,-32 9 0 0 0,43-9-45 0 0,-1 0 0 0 0,1 1 0 0 0,-1 0 0 0 0,1 0 0 0 0,0 1 0 0 0,0-1 0 0 0,0 1 0 0 0,0 1 0 0 0,1-1 0 0 0,0 1 1 0 0,0 0-1 0 0,-6 6 0 0 0,4-1 19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45.2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1 5520 0 0,'6'10'0'0'0,"-5"-4"0"0"0,-1-3-4 0 0,0-3 2 0 0,0 0 0 0 0,0 0 1 0 0,0 0-1 0 0,-1 1 0 0 0,1-1 0 0 0,0 0 1 0 0,0 0-1 0 0,0 0 0 0 0,0 0 0 0 0,-1 1 0 0 0,1-1 1 0 0,0 0-1 0 0,0 0 0 0 0,0 0 0 0 0,-1 0 1 0 0,1 0-1 0 0,0 0 0 0 0,0 1 0 0 0,0-1 1 0 0,-1 0-1 0 0,1 0 0 0 0,0 0 0 0 0,0 0 1 0 0,-1 0-1 0 0,1 0 0 0 0,0 0 0 0 0,0 0 1 0 0,-1 0-1 0 0,1 0 0 0 0,0 0 0 0 0,0 0 0 0 0,0 0 1 0 0,-1-1-1 0 0,1 1 0 0 0,0 0 0 0 0,0 0 1 0 0,-1 0-1 0 0,1 0 0 0 0,-2-1 40 0 0,9 3 229 0 0,-5 4-115 0 0,-1-3-125 0 0,13 32 538 0 0,-2 2 1 0 0,-1 0-1 0 0,7 49 1 0 0,-4 84 288 0 0,-8-86-385 0 0,0 171 1807 0 0,-7-185-1466 0 0,-9 69 1621 0 0,10-129-2090 0 0,0-9-276 0 0,0 0 1 0 0,1 0 0 0 0,-1-1 0 0 0,0 1 0 0 0,0 0 0 0 0,0 0 0 0 0,0 0 0 0 0,0-1 0 0 0,0 1 0 0 0,-1 0 0 0 0,1 0 0 0 0,0 0 0 0 0,0-1-1 0 0,-1 1 1 0 0,1 0 0 0 0,0 0 0 0 0,-1-1 0 0 0,1 1 0 0 0,0 0 0 0 0,-1-1 0 0 0,1 1 0 0 0,-1 0 0 0 0,1-1 0 0 0,-1 1 0 0 0,0 0-1 0 0,-12 6 754 0 0,8-4-557 0 0,-1 0 1 0 0,0-1-1 0 0,0 1 0 0 0,-7 1 0 0 0,11-3-229 0 0,0-1 0 0 0,-1 0 0 0 0,1 1 0 0 0,0-1 0 0 0,0 0 0 0 0,0 0 0 0 0,0-1 0 0 0,0 1 0 0 0,0 0 0 0 0,0-1 0 0 0,0 1 0 0 0,0-1-1 0 0,0 0 1 0 0,0 1 0 0 0,0-1 0 0 0,1 0 0 0 0,-4-2 0 0 0,-1-1-81 0 0,0 0 0 0 0,0 0 0 0 0,0-1 0 0 0,0 1 0 0 0,1-2 0 0 0,0 1-1 0 0,0 0 1 0 0,0-1 0 0 0,1 0 0 0 0,0 0 0 0 0,0-1 0 0 0,0 1 0 0 0,1-1 0 0 0,0 1 0 0 0,-4-13 0 0 0,2 5-658 0 0,-13-25 1 0 0,-3-8-1953 0 0,19 42 1679 0 0,0 0 0 0 0,0 0 0 0 0,-1 0 0 0 0,0 1 0 0 0,0-1 1 0 0,-3-3-1 0 0,5 7 846 0 0,1 0 0 0 0,-1 0 0 0 0,0 0 0 0 0,1 1 1 0 0,-1-1-1 0 0,1 0 0 0 0,0 0 0 0 0,-1 0 0 0 0,1 0 1 0 0,0 0-1 0 0,-1 0 0 0 0,1 0 0 0 0,0 0 0 0 0,0 0 1 0 0,0 1-1 0 0,0-3 0 0 0,0-21-246 0 0,1 13 200 0 0,3-19 46 0 0,0 11 171 0 0,-4 19-27 0 0,0 0 0 0 0,0 0 1 0 0,0 0-1 0 0,0-1 0 0 0,0 1 0 0 0,0 0 0 0 0,0 0 0 0 0,0 0 0 0 0,0 0 0 0 0,0-1 1 0 0,0 1-1 0 0,0 0 0 0 0,0 0 0 0 0,0 0 0 0 0,0-1 0 0 0,0 1 0 0 0,0 0 1 0 0,0 0-1 0 0,0 0 0 0 0,1 0 0 0 0,-1-1 0 0 0,0 1 0 0 0,0 0 0 0 0,0 0 0 0 0,0 0 1 0 0,0 0-1 0 0,1 0 0 0 0,-1 0 0 0 0,0-1 0 0 0,0 1 0 0 0,0 0 0 0 0,0 0 0 0 0,1 0 1 0 0,-1 0-1 0 0,0 0 0 0 0,0 0 0 0 0,0 0 0 0 0,0 0 0 0 0,1 0 0 0 0,-1 0 1 0 0,0 0-1 0 0,0 0 0 0 0,0 0 0 0 0,1 0 0 0 0,-1 0 0 0 0,0 0 0 0 0,0 0 0 0 0,0 0 1 0 0,1 0-1 0 0,-1 0 0 0 0,0 0 0 0 0,0 0 0 0 0,0 0 0 0 0,0 0 0 0 0,1 1 0 0 0,-1-1 1 0 0,0 0-1 0 0,0 0 0 0 0,0 0 0 0 0,0 0 0 0 0,0 0 0 0 0,1 1 0 0 0,-1-1 1 0 0,9 13 792 0 0,27 90 1006 0 0,-24-62-824 0 0,3 0 1 0 0,1-1 0 0 0,34 60-1 0 0,-11-47 949 0 0,-39-52-1852 0 0,1-1 0 0 0,-1 0 0 0 0,1 1 1 0 0,-1-1-1 0 0,1 0 0 0 0,-1 1 0 0 0,1-1 0 0 0,-1 0 1 0 0,1 0-1 0 0,-1 0 0 0 0,1 1 0 0 0,0-1 0 0 0,-1 0 0 0 0,1 0 1 0 0,-1 0-1 0 0,1 0 0 0 0,0 0 0 0 0,-1 0 0 0 0,1 0 1 0 0,-1 0-1 0 0,1 0 0 0 0,0 0 0 0 0,-1 0 0 0 0,1-1 1 0 0,-1 1-1 0 0,2 0 0 0 0,17-8 1220 0 0,-13 5-1134 0 0,0 0-15 0 0,0-1-1 0 0,-1 1 0 0 0,1-1 0 0 0,-1 0 0 0 0,0 0 0 0 0,8-9 0 0 0,26-32 502 0 0,-33 37-515 0 0,2-1 16 0 0,-1 0 0 0 0,0-1 0 0 0,-1 1 0 0 0,0-1 0 0 0,0-1 0 0 0,-1 1 0 0 0,-1-1 0 0 0,0 0 0 0 0,0 0 0 0 0,-1 0 0 0 0,0-1 0 0 0,-1 1 0 0 0,-1-1 0 0 0,1-18 0 0 0,-2 10 76 0 0,-3 8-119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45.6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18 17079 0 0,'-12'-9'666'0'0,"12"9"-636"0"0,0 0 1 0 0,0 0 0 0 0,-1 0-1 0 0,1-1 1 0 0,0 1 0 0 0,0 0-1 0 0,0 0 1 0 0,-1-1 0 0 0,1 1-1 0 0,0 0 1 0 0,0-1 0 0 0,0 1-1 0 0,0 0 1 0 0,0 0 0 0 0,0-1-1 0 0,-1 1 1 0 0,1 0 0 0 0,0-1-1 0 0,0 1 1 0 0,0 0 0 0 0,0-1-1 0 0,0 1 1 0 0,0 0 0 0 0,0-1-1 0 0,0 1 1 0 0,1 0 0 0 0,-1 0-1 0 0,0-1 1 0 0,0 1 0 0 0,0-1-1 0 0,3 3-86 0 0,0 9-312 0 0,-2 317-2449 0 0,-10-239 2623 0 0,6-65 191 0 0,0 0 1 0 0,2 0-1 0 0,3 45 0 0 0,-1-51 64 0 0,0-4-3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6:10.5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746 75 96 0 0,'-4'-2'0'0'0,"-1"-5"0"0"0,4-4 0 0 0,0 2 1 0 0,-5 6 6 0 0,-1-1 38 0 0,6 2 21 0 0,0 1 1 0 0,-1 0-1 0 0,1 0 0 0 0,-1 0 1 0 0,1 0-1 0 0,-1 1 1 0 0,0-1-1 0 0,1 0 0 0 0,-1 1 1 0 0,0-1-1 0 0,-3 0 0 0 0,-22-4 1102 0 0,13 1-856 0 0,-62-12 592 0 0,68 15-685 0 0,-1 0 0 0 0,1 1 0 0 0,0 0 0 0 0,-1 0 0 0 0,1 1 0 0 0,0 0 0 0 0,-15 3 0 0 0,-44 13 1597 0 0,50-14-1359 0 0,1 0 0 0 0,0 2 0 0 0,0-1 1 0 0,0 2-1 0 0,-24 12 0 0 0,-10 10 574 0 0,25-15-179 0 0,-29 20 1 0 0,45-26-522 0 0,1 1 0 0 0,0 0-1 0 0,-10 12 1 0 0,10-10 36 0 0,0-1 0 0 0,-15 12 0 0 0,13-13-128 0 0,1 0 0 0 0,0 0 0 0 0,0 0 0 0 0,1 1 0 0 0,-10 14 0 0 0,14-16-147 0 0,0 0 0 0 0,1 0 0 0 0,-1 0 0 0 0,1 0 0 0 0,1 0-1 0 0,-1 1 1 0 0,1 0 0 0 0,0-1 0 0 0,0 11 0 0 0,-1 7 108 0 0,-5 78 646 0 0,9-93-780 0 0,0 0 0 0 0,0 0 0 0 0,1 0 0 0 0,0 0-1 0 0,1 0 1 0 0,0 0 0 0 0,1 0 0 0 0,5 10 0 0 0,2 1 69 0 0,1 0 1 0 0,20 26-1 0 0,-20-32-49 0 0,0-1-1 0 0,0 0 1 0 0,2 0-1 0 0,-1-1 1 0 0,2-1-1 0 0,25 17 1 0 0,-27-21-33 0 0,1-1 1 0 0,-1 0-1 0 0,1-1 1 0 0,0-1-1 0 0,1 0 1 0 0,-1-1-1 0 0,1-1 1 0 0,27 4-1 0 0,-18-6-14 0 0,0-1 0 0 0,0-1 0 0 0,0-1 0 0 0,0-1 0 0 0,0-1 0 0 0,0-1 0 0 0,-1-1 0 0 0,0-1 0 0 0,0-1 0 0 0,-1-1 0 0 0,0-2 0 0 0,-1 0 0 0 0,0 0 0 0 0,0-2 0 0 0,-2-1 0 0 0,32-27 0 0 0,-38 28-4 0 0,-1-1 1 0 0,0 0-1 0 0,0 0 1 0 0,-2-1-1 0 0,10-18 1 0 0,37-84 200 0 0,-36 69-147 0 0,-14 34-54 0 0,-1-1 0 0 0,-1 1 0 0 0,0-1-1 0 0,-1-1 1 0 0,-1 1 0 0 0,2-21 0 0 0,-4 26 2 0 0,-1 0 1 0 0,0-1-1 0 0,-1 1 1 0 0,0 0-1 0 0,-1 0 1 0 0,0 0-1 0 0,-1 0 1 0 0,0 0-1 0 0,0 0 1 0 0,-9-16-1 0 0,6 15-1 0 0,0 1-1 0 0,-1 0 0 0 0,0 1 0 0 0,-1-1 0 0 0,0 2 1 0 0,0-1-1 0 0,-1 1 0 0 0,-14-10 0 0 0,7 7 22 0 0,0 0-1 0 0,-1 1 1 0 0,-1 1 0 0 0,-26-9-1 0 0,25 12 23 0 0,-1 1 0 0 0,0 1 0 0 0,0 1 0 0 0,0 1 0 0 0,-39 0 0 0 0,40 3-6 0 0,0 2 0 0 0,0 0 1 0 0,0 1-1 0 0,0 1 1 0 0,-22 9-1 0 0,20-7 0 0 0,12-4-20 0 0,0 0 0 0 0,-1 1 0 0 0,-13 9 1 0 0,19-10-36 0 0,-1 0 1 0 0,1 0-1 0 0,0 0 0 0 0,1 1 1 0 0,-1-1-1 0 0,1 1 1 0 0,-1 0-1 0 0,-4 8 1 0 0,4-2 15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6:12.6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950 113 13560 0 0,'-5'-7'-2'0'0,"-1"3"-24"0"0,0 3-168 0 0,4 1-24 0 0,0-1-1982 0 0,-3-8-5111 0 0,-5 1 6004 0 0,-13-4 2042 0 0,19 11-1208 0 0,2 0 470 0 0,1-1 1 0 0,-1 1-1 0 0,0 1 1 0 0,0-1 0 0 0,0 0-1 0 0,0 0 1 0 0,0 1-1 0 0,0-1 1 0 0,-3 0-1 0 0,-20-3-8 0 0,-93-16-4 0 0,95 18 37 0 0,1 1 0 0 0,-1 1 0 0 0,-37 4 0 0 0,46-1 123 0 0,-1 1 0 0 0,0 0 0 0 0,1 1 0 0 0,-23 11 0 0 0,-51 33 994 0 0,60-30-697 0 0,7-5 110 0 0,-32 16-1 0 0,43-25-374 0 0,-11 4 346 0 0,0 1 0 0 0,1 1 0 0 0,0 1 0 0 0,-27 21 0 0 0,29-17-151 0 0,0 1-1 0 0,2 1 1 0 0,0 0-1 0 0,1 1 1 0 0,1 1-1 0 0,1 0 1 0 0,-17 34-1 0 0,24-43-187 0 0,2 1 0 0 0,-1 0-1 0 0,2 0 1 0 0,-1 0 0 0 0,2 0 0 0 0,-1 1 0 0 0,2-1-1 0 0,0 1 1 0 0,0-1 0 0 0,1 1 0 0 0,1-1-1 0 0,0 1 1 0 0,0 0 0 0 0,2-1 0 0 0,-1 0-1 0 0,6 15 1 0 0,12 26 635 0 0,37 73 0 0 0,-47-109-670 0 0,1 1 1 0 0,0-2 0 0 0,1 1-1 0 0,0-2 1 0 0,2 0 0 0 0,0 0-1 0 0,25 20 1 0 0,-26-26-46 0 0,-1 0 1 0 0,2-1-1 0 0,-1 0 1 0 0,1-1-1 0 0,0 0 1 0 0,1-1-1 0 0,16 4 1 0 0,-20-7-43 0 0,1-1 1 0 0,-1 0-1 0 0,0-1 0 0 0,0-1 1 0 0,1 0-1 0 0,-1 0 1 0 0,0-1-1 0 0,1 0 1 0 0,-1-1-1 0 0,18-5 0 0 0,0-3 49 0 0,0-1-1 0 0,-1-2 0 0 0,0-1 1 0 0,-1-1-1 0 0,-1-1 0 0 0,26-20 1 0 0,138-129 438 0 0,-133 114-392 0 0,-12 11-18 0 0,-16 16-13 0 0,-1-1 0 0 0,35-42 1 0 0,-57 59-102 0 0,1-1 0 0 0,-2 1 1 0 0,1-1-1 0 0,-1 0 1 0 0,0 0-1 0 0,-1-1 0 0 0,0 1 1 0 0,-1-1-1 0 0,0 0 1 0 0,0 0-1 0 0,-1 0 1 0 0,0 0-1 0 0,0-17 0 0 0,-3 6 21 0 0,0 1-1 0 0,-2-1 0 0 0,0 1 0 0 0,-2 0 1 0 0,0 0-1 0 0,-1 1 0 0 0,-1 0 0 0 0,-17-35 1 0 0,15 38-10 0 0,0 0 0 0 0,-1 1 1 0 0,-1 0-1 0 0,0 0 1 0 0,-1 1-1 0 0,0 1 1 0 0,-1 0-1 0 0,-1 1 0 0 0,0 0 1 0 0,-18-11-1 0 0,20 17-2 0 0,0 0-1 0 0,0 1 0 0 0,0 0 0 0 0,-1 1 1 0 0,0 0-1 0 0,0 1 0 0 0,0 0 0 0 0,-18 0 1 0 0,1 1 53 0 0,1 1-1 0 0,-51 6 1 0 0,58-2-37 0 0,1 1-1 0 0,0 1 0 0 0,0 1 1 0 0,-35 14-1 0 0,38-12-24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49.3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93 0 96 0 0,'-5'5'1'0'0,"4"-4"16"0"0,1 0-1 0 0,-1 0 0 0 0,0 0 0 0 0,0 0 1 0 0,0 1-1 0 0,1-1 0 0 0,-1 0 0 0 0,0 1 1 0 0,1-1-1 0 0,-1 0 0 0 0,1 1 0 0 0,0-1 1 0 0,-1 1-1 0 0,1-1 0 0 0,0 0 0 0 0,0 1 1 0 0,0-1-1 0 0,0 1 0 0 0,0-1 1 0 0,0 1-1 0 0,0-1 0 0 0,1 3 0 0 0,0-2 57 0 0,2 275 5785 0 0,6-6-3284 0 0,-7-230-1962 0 0,-6 68 1 0 0,-5 25 638 0 0,1-6 59 0 0,-9-44 4 0 0,12-61-685 0 0,0-8 598 0 0,2-16-197 0 0,1-7-473 0 0,0-2-325 0 0,0 0-1 0 0,-1 0 0 0 0,-5-12 0 0 0,-1-4-25 0 0,4 8-61 0 0,1 0 0 0 0,1 0 0 0 0,0-1 0 0 0,2 0 0 0 0,0 1-1 0 0,1-1 1 0 0,1 0 0 0 0,4-29 0 0 0,1 21 96 0 0,0 1 0 0 0,1 0 0 0 0,2 0 0 0 0,1 1-1 0 0,17-32 1 0 0,-19 38-52 0 0,0 0-1 0 0,9-34 1 0 0,-12 36-100 0 0,3-3 12 0 0,-8 17-97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5:49.7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68 9240 0 0,'-8'-18'189'0'0,"7"-1"367"0"0,1 12-420 0 0,1-2 22 0 0,-2-4 75 0 0,1 13-231 0 0,0 0 0 0 0,0 0 1 0 0,-1 0-1 0 0,1-1 1 0 0,0 1-1 0 0,-1 0 0 0 0,1 0 1 0 0,0 0-1 0 0,-1 0 1 0 0,1 0-1 0 0,0 0 0 0 0,-1 0 1 0 0,1 0-1 0 0,0 0 0 0 0,-1 0 1 0 0,1 0-1 0 0,0 0 1 0 0,-1 0-1 0 0,1 0 0 0 0,0 0 1 0 0,-1 0-1 0 0,1 0 1 0 0,0 0-1 0 0,-1 0 0 0 0,1 0 1 0 0,0 1-1 0 0,-1-1 0 0 0,1 0 1 0 0,0 0-1 0 0,0 0 1 0 0,-1 1-1 0 0,1-1 0 0 0,0 0 1 0 0,0 0-1 0 0,-1 1 1 0 0,1-1-1 0 0,0 1 0 0 0,0-1-2 0 0,-1 1-1 0 0,1 0 1 0 0,0 0-1 0 0,0-1 1 0 0,0 1 0 0 0,0 0-1 0 0,0 0 1 0 0,0 0-1 0 0,1-1 1 0 0,-1 1-1 0 0,0 0 1 0 0,0 0-1 0 0,0-1 1 0 0,1 1-1 0 0,-1 0 1 0 0,1-1-1 0 0,-1 1 1 0 0,1 1-1 0 0,5 9-4 0 0,19 39-17 0 0,18 58 0 0 0,-23-57 23 0 0,-3 3 87 0 0,-14-41 98 0 0,1-1 0 0 0,0 1 0 0 0,1 0 0 0 0,0-1 0 0 0,1 0 1 0 0,8 12-1 0 0,-13-23-66 0 0,0 0 1 0 0,-1 0 0 0 0,1-1-1 0 0,0 1 1 0 0,-1 0-1 0 0,1-1 1 0 0,0 1 0 0 0,0 0-1 0 0,0-1 1 0 0,0 1-1 0 0,0-1 1 0 0,-1 0 0 0 0,1 1-1 0 0,0-1 1 0 0,0 0 0 0 0,0 1-1 0 0,0-1 1 0 0,0 0-1 0 0,0 0 1 0 0,0 0 0 0 0,0 0-1 0 0,0 0 1 0 0,0 0 0 0 0,0 0-1 0 0,0 0 1 0 0,0 0-1 0 0,0 0 1 0 0,0-1 0 0 0,0 1-1 0 0,0 0 1 0 0,0-1 0 0 0,0 1-1 0 0,0-1 1 0 0,0 1-1 0 0,1-2 1 0 0,4-2 85 0 0,-1 0 0 0 0,0 0 1 0 0,0-1-1 0 0,6-6 0 0 0,-6 6-101 0 0,13-16 210 0 0,0-1-1 0 0,-2-1 1 0 0,0-1 0 0 0,-2 0-1 0 0,-1-1 1 0 0,0 0 0 0 0,-2-1-1 0 0,11-39 1 0 0,-16 50-106 0 0,0 0 1 0 0,8-16-1 0 0,-11 25-162 0 0,2-6 79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03:46:14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769 127 96 0 0,'-4'-8'0'0'0,"-5"-7"0"0"0,-8-13 0 0 0,-1-1 3 0 0,17 28-2 0 0,1 0 0 0 0,-1 0 0 0 0,1 1 0 0 0,-1-1 0 0 0,1 0 0 0 0,-1 0 1 0 0,0 1-1 0 0,1-1 0 0 0,-1 0 0 0 0,0 1 0 0 0,1-1 0 0 0,-2 0 0 0 0,-20-13 23 0 0,11 9 6 0 0,4 2-5 0 0,-21-3 640 0 0,-7 2 673 0 0,24 3-1146 0 0,-67-2 1675 0 0,68 3-1627 0 0,1 0 1 0 0,-1 1-1 0 0,1 0 1 0 0,0 1-1 0 0,0 0 1 0 0,-16 6-1 0 0,3 3 120 0 0,0 1-1 0 0,1 1 1 0 0,0 1 0 0 0,1 1-1 0 0,1 1 1 0 0,-19 19-1 0 0,-148 149 4173 0 0,177-173-4274 0 0,1 0 0 0 0,0 0-1 0 0,0 0 1 0 0,1 1-1 0 0,0 0 1 0 0,1 1 0 0 0,1 0-1 0 0,0-1 1 0 0,0 2 0 0 0,-2 17-1 0 0,1-4 21 0 0,2 0 0 0 0,2 0 0 0 0,0 1 0 0 0,3 33 0 0 0,1-32-58 0 0,1 0-1 0 0,2 0 1 0 0,15 55 0 0 0,-13-63-59 0 0,1 0 0 0 0,1-1-1 0 0,1 0 1 0 0,1-1 0 0 0,24 35 0 0 0,-30-48-108 0 0,0 0 0 0 0,1 0 1 0 0,-1-1-1 0 0,1 1 0 0 0,1-1 0 0 0,-1-1 0 0 0,1 1 0 0 0,0-1 1 0 0,0 0-1 0 0,11 4 0 0 0,-7-4 19 0 0,1-1 0 0 0,-1 0 0 0 0,1 0 0 0 0,0-1 0 0 0,0-1 0 0 0,16 0 0 0 0,1-2 77 0 0,0-1-1 0 0,0-2 1 0 0,0-1 0 0 0,54-17 0 0 0,-61 14-100 0 0,0 0 1 0 0,0-1-1 0 0,-1-1 0 0 0,-1-2 0 0 0,1 0 0 0 0,-2-1 0 0 0,0 0 0 0 0,24-24 0 0 0,-25 19-4 0 0,0 0 0 0 0,-2-2 0 0 0,0 0 0 0 0,18-31 0 0 0,-10 9 33 0 0,19-46 1 0 0,-29 53-27 0 0,-1 0 1 0 0,-2-1-1 0 0,12-67 1 0 0,-22 92-44 0 0,0-1 0 0 0,-1 1 1 0 0,0 0-1 0 0,-1 0 0 0 0,-1 0 0 0 0,0-1 1 0 0,0 1-1 0 0,-1 1 0 0 0,0-1 0 0 0,-6-12 1 0 0,-7-12 15 0 0,-32-53 0 0 0,37 70-17 0 0,5 7-2 0 0,-1 0 1 0 0,0 1 0 0 0,-1 0 0 0 0,-8-9 0 0 0,12 15-5 0 0,0 0 1 0 0,0 1-1 0 0,-1-1 1 0 0,1 1-1 0 0,-1 0 1 0 0,0 1-1 0 0,0-1 1 0 0,0 1-1 0 0,0 0 1 0 0,0 0-1 0 0,-9-2 1 0 0,-2 2 4 0 0,0 0 1 0 0,-1 1-1 0 0,1 1 0 0 0,0 0 1 0 0,0 1-1 0 0,-1 1 1 0 0,1 0-1 0 0,0 1 1 0 0,0 1-1 0 0,1 1 1 0 0,-1 0-1 0 0,1 1 1 0 0,0 0-1 0 0,0 1 0 0 0,1 1 1 0 0,-19 14-1 0 0,11-5 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28.3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34 0 17983 0 0,'7'310'4414'0'0,"-2"122"-1946"0"0,-12-310-1817 0 0,-23 125 0 0 0,21-189-343 0 0,12-42 55 0 0,-3-16-282 0 0,0-1-1 0 0,0-6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166 281 18791 0 0,'1'0'9'0'0,"-1"-1"0"0"0,1 0 0 0 0,0 0 0 0 0,-1 0 0 0 0,1 0 0 0 0,-1 1-1 0 0,0-1 1 0 0,1 0 0 0 0,-1 0 0 0 0,0 0 0 0 0,1 0 0 0 0,-1 0 0 0 0,0 0 0 0 0,0 0-1 0 0,0 0 1 0 0,0-1 0 0 0,0 1 41 0 0,0 1 0 0 0,0 0-1 0 0,0-1 1 0 0,0 1 0 0 0,0 0 0 0 0,0-1-1 0 0,0 1 1 0 0,0-1 0 0 0,0 1 0 0 0,0 0-1 0 0,0-1 1 0 0,1 1 0 0 0,-1 0 0 0 0,0-1-1 0 0,0 1 1 0 0,0 0 0 0 0,0-1 0 0 0,1 1-1 0 0,-1 0 1 0 0,0 0 0 0 0,0-1 0 0 0,1 1-1 0 0,-1 0 1 0 0,0 0 0 0 0,1-1 0 0 0,-1 1-1 0 0,0 0 1 0 0,1 0 0 0 0,13-11 1338 0 0,-11 9-1199 0 0,0 0 0 0 0,0 0 0 0 0,1 0 0 0 0,-1 1-1 0 0,1-1 1 0 0,6-1 0 0 0,13-5 543 0 0,42-9 0 0 0,45-6 158 0 0,-4 6-581 0 0,156-20 223 0 0,461-36 714 0 0,-502 56-796 0 0,-144 10-297 0 0,178-20 460 0 0,-191 23-271 0 0,-38 8 199 0 0,-25-4-519 0 0,1 0-1 0 0,0 1 1 0 0,-1-1-1 0 0,0 1 1 0 0,1 0-1 0 0,-1-1 1 0 0,1 1-1 0 0,-1 0 1 0 0,0 0-1 0 0,1 0 1 0 0,-1 0-1 0 0,0 0 1 0 0,0 0-1 0 0,0 0 1 0 0,0 0 0 0 0,0 1-1 0 0,0-1 1 0 0,1 2-1 0 0,0-1-3 0 0,-1 1 0 0 0,1-1 0 0 0,-1 1 0 0 0,1 0 0 0 0,-1 0 0 0 0,0-1-1 0 0,0 1 1 0 0,0 0 0 0 0,0 5 0 0 0,4 200 86 0 0,39 287-4 0 0,-30-415-92 0 0,22 167 13 0 0,-33-222-18 0 0,-1 1-1 0 0,-2 0 0 0 0,-1 0 1 0 0,-1 0-1 0 0,-1-1 0 0 0,-12 50 0 0 0,13-69 0 0 0,-1 0 0 0 0,0-1-1 0 0,0 1 1 0 0,0-1-1 0 0,-1 0 1 0 0,0 0 0 0 0,0 0-1 0 0,0 0 1 0 0,0-1-1 0 0,-1 0 1 0 0,0 0 0 0 0,0 0-1 0 0,-10 6 1 0 0,2-3-1 0 0,0 0 1 0 0,0-1 0 0 0,-1 0-1 0 0,-25 7 1 0 0,7-6-2 0 0,0-1 0 0 0,-39 2 0 0 0,-66-4 0 0 0,87-3 0 0 0,-252-6-1 0 0,62-2 9 0 0,26 6 1 0 0,-304 7 46 0 0,174-1 59 0 0,286-7-81 0 0,-39-3 52 0 0,95 5-80 0 0,0 0 1 0 0,0-1 0 0 0,0 1 0 0 0,0 0-1 0 0,0-1 1 0 0,0 0 0 0 0,0 1-1 0 0,-3-3 1 0 0,5 3-4 0 0,0 0-1 0 0,0 0 0 0 0,0 0 1 0 0,0-1-1 0 0,-1 1 0 0 0,1 0 1 0 0,0 0-1 0 0,0 0 1 0 0,0 0-1 0 0,0 0 0 0 0,0-1 1 0 0,0 1-1 0 0,0 0 0 0 0,0 0 1 0 0,0 0-1 0 0,0-1 0 0 0,-1 1 1 0 0,1 0-1 0 0,0 0 1 0 0,0 0-1 0 0,0-1 0 0 0,0 1 1 0 0,0 0-1 0 0,0 0 0 0 0,0 0 1 0 0,0-1-1 0 0,1 1 1 0 0,-1 0-1 0 0,0 0 0 0 0,0 0 1 0 0,0-1-1 0 0,9-7 38 0 0,18-12-4 0 0,-4 4-19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1.9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52 181 16983 0 0,'0'4'0'0'0,"-2"-1"0"0"0,-1 2 5 0 0,-2 2 68 0 0,5-7-59 0 0,0 0-1 0 0,0 0 1 0 0,0 0 0 0 0,-1 1 0 0 0,1-1 0 0 0,0 0-1 0 0,0 0 1 0 0,0 0 0 0 0,-1 1 0 0 0,1-1 0 0 0,0 0 0 0 0,0 0-1 0 0,0 0 1 0 0,-1 0 0 0 0,1 0 0 0 0,0 0 0 0 0,0 0-1 0 0,-1 0 1 0 0,1 0 0 0 0,0 1 0 0 0,0-1 0 0 0,-1 0-1 0 0,1 0 1 0 0,0 0 0 0 0,0 0 0 0 0,-1 0 0 0 0,1-1-1 0 0,-18 2 453 0 0,18-1-453 0 0,0 0 0 0 0,0 0 0 0 0,-1 0 0 0 0,1 0 0 0 0,0 0 0 0 0,0 0 0 0 0,-1 1 0 0 0,1-1 0 0 0,0 0 0 0 0,-1 0 0 0 0,1 0 0 0 0,0 0 0 0 0,0 0 0 0 0,0 0 0 0 0,-1 0 0 0 0,1 0 0 0 0,0 1 0 0 0,0-1 0 0 0,-1 0 1 0 0,1 0-1 0 0,0 0 0 0 0,0 1 0 0 0,0-1 0 0 0,0 0 0 0 0,-1 0 0 0 0,1 0 0 0 0,0 1 0 0 0,0-1 0 0 0,0 0 0 0 0,0 0 0 0 0,0 1 0 0 0,0-1 0 0 0,0 0 0 0 0,0 0 0 0 0,-1 1 0 0 0,-1 6 153 0 0,0 1 1 0 0,0-1-1 0 0,0 1 0 0 0,1-1 1 0 0,0 1-1 0 0,1 0 0 0 0,0-1 1 0 0,0 1-1 0 0,1 10 0 0 0,3 14 738 0 0,9 31 0 0 0,15 73 1250 0 0,-27-134-2107 0 0,-1 0 0 0 0,0-1 0 0 0,1 1 0 0 0,-1 0 0 0 0,0 0 0 0 0,0 0 0 0 0,0 0 0 0 0,0 0 0 0 0,-1 0 0 0 0,1 0 0 0 0,0 0 0 0 0,-1-1 0 0 0,-1 4 0 0 0,5 5 383 0 0,-1-9-238 0 0,1-8-24 0 0,7-89 124 0 0,10-67 13 0 0,-16 139-244 0 0,2 0 1 0 0,1 0-1 0 0,1 0 1 0 0,18-35-1 0 0,-16 37-7 0 0,-2 5 14 0 0,1 1 1 0 0,16-24 0 0 0,-23 36-53 0 0,1 1 1 0 0,0-1-1 0 0,0 1 0 0 0,1-1 1 0 0,-1 1-1 0 0,1 0 0 0 0,0 0 1 0 0,0 1-1 0 0,0-1 0 0 0,0 1 1 0 0,0 0-1 0 0,0 0 0 0 0,0 0 1 0 0,1 0-1 0 0,4 0 1 0 0,5 0 34 0 0,-1 0 0 0 0,1 1 1 0 0,-1 0-1 0 0,1 1 1 0 0,26 4-1 0 0,-32-3-21 0 0,0 1-1 0 0,1 0 1 0 0,-1 0-1 0 0,0 1 0 0 0,-1 0 1 0 0,1 1-1 0 0,0-1 0 0 0,-1 2 1 0 0,0-1-1 0 0,13 10 0 0 0,-18-11-11 0 0,0-1-1 0 0,1 1 0 0 0,-1 0 0 0 0,0 0 0 0 0,-1 0 0 0 0,1 0 0 0 0,-1 0 0 0 0,1 0 0 0 0,-1 1 0 0 0,0-1 0 0 0,0 0 0 0 0,0 1 0 0 0,0-1 0 0 0,-1 0 0 0 0,0 1 0 0 0,1 6 0 0 0,-1-6-3 0 0,-1 0 1 0 0,1 1-1 0 0,0-1 1 0 0,-1 0-1 0 0,0 0 1 0 0,0 1-1 0 0,-1-1 1 0 0,1 0-1 0 0,-1 0 1 0 0,1 0-1 0 0,-1-1 1 0 0,-1 1-1 0 0,-3 5 0 0 0,-5 4 12 0 0,-1-2 0 0 0,0 1-1 0 0,-1-1 1 0 0,-1-1-1 0 0,0-1 1 0 0,-20 12-1 0 0,-97 39 128 0 0,114-53-131 0 0,-2 0 0 0 0,-1-1 0 0 0,-28 5 0 0 0,43-10-18 0 0,0 0-1 0 0,0 1 0 0 0,0-1 0 0 0,0 1 1 0 0,0 0-1 0 0,-6 4 0 0 0,8-3-3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2.4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89 127 17791 0 0,'-1'10'-50'0'0,"-2"-1"269"0"0,-4 12 852 0 0,-4 61 255 0 0,-6 38 684 0 0,13-94-1576 0 0,-4 18 119 0 0,8-43-534 0 0,-1-1 0 0 0,1 1 0 0 0,0 0 0 0 0,0-1 0 0 0,0 1 0 0 0,0-1 0 0 0,0 1 0 0 0,-1-1 0 0 0,1 1 0 0 0,0 0 0 0 0,-1-1 0 0 0,1 1 0 0 0,0-1 0 0 0,-1 1 0 0 0,1-1 0 0 0,0 0 0 0 0,-1 1 0 0 0,1-1 0 0 0,-1 1 0 0 0,1-1 0 0 0,-1 0 0 0 0,1 1 0 0 0,-1-1 0 0 0,1 0 0 0 0,-1 0 0 0 0,0 1 0 0 0,1-1 0 0 0,-1 0 0 0 0,1 0 0 0 0,-1 0 0 0 0,1 0 0 0 0,-1 1 0 0 0,0-1 0 0 0,0-1 2 0 0,0 1-1 0 0,0-1 1 0 0,1 1 0 0 0,-1 0 0 0 0,0-1 0 0 0,1 1 0 0 0,-1-1 0 0 0,0 0 0 0 0,1 1 0 0 0,-1-1 0 0 0,1 1 0 0 0,-1-1 0 0 0,1 0 0 0 0,-1 0 0 0 0,1 1-1 0 0,-1-1 1 0 0,1 0 0 0 0,0 0 0 0 0,-1 1 0 0 0,1-1 0 0 0,0 0 0 0 0,0 0 0 0 0,-1-1 0 0 0,-3-22 99 0 0,1 0 0 0 0,1-1 1 0 0,1 1-1 0 0,3-36 0 0 0,21-96 411 0 0,-22 148-491 0 0,1 1 1 0 0,0 0 0 0 0,0 1-1 0 0,1-1 1 0 0,-1 0-1 0 0,2 1 1 0 0,6-11-1 0 0,-8 13-18 0 0,1 1 1 0 0,0-1-1 0 0,0 1 0 0 0,0 0 0 0 0,1 0 0 0 0,-1 1 0 0 0,1-1 1 0 0,-1 1-1 0 0,1-1 0 0 0,0 1 0 0 0,0 0 0 0 0,0 0 0 0 0,8-2 1 0 0,8-1 78 0 0,37-6 1 0 0,-49 10-74 0 0,0 1 0 0 0,0 0 0 0 0,0 0 0 0 0,1 0 0 0 0,-1 1-1 0 0,0 0 1 0 0,14 5 0 0 0,-8-1 10 0 0,0 1-1 0 0,-1 1 0 0 0,0 0 1 0 0,0 0-1 0 0,-1 2 0 0 0,0-1 1 0 0,-1 2-1 0 0,1-1 0 0 0,-2 2 1 0 0,1-1-1 0 0,8 14 0 0 0,-14-18-13 0 0,-1 0 0 0 0,0 0-1 0 0,0 1 1 0 0,-1-1 0 0 0,1 1-1 0 0,-2 0 1 0 0,1 0 0 0 0,-1 0-1 0 0,3 13 1 0 0,-5-16-8 0 0,1 0 1 0 0,-1 1-1 0 0,1-1 0 0 0,-1 1 0 0 0,-1 0 0 0 0,1-1 0 0 0,-1 1 1 0 0,0-1-1 0 0,0 0 0 0 0,0 1 0 0 0,0-1 0 0 0,-1 0 0 0 0,1 0 1 0 0,-1 1-1 0 0,0-1 0 0 0,-6 7 0 0 0,0-1 14 0 0,-1 0 0 0 0,0-1 0 0 0,-1 0 0 0 0,0-1 0 0 0,0 0-1 0 0,-1 0 1 0 0,0-1 0 0 0,0 0 0 0 0,-1-1 0 0 0,0-1 0 0 0,-22 8 0 0 0,-180 59 363 0 0,199-68-348 0 0,14-4-42 0 0,1 0 0 0 0,0 0 0 0 0,-1 1 1 0 0,1-1-1 0 0,-1 0 0 0 0,1 0 0 0 0,0 0 0 0 0,-1 0 0 0 0,1 0 0 0 0,-1 0 0 0 0,1 0 0 0 0,-1 0 0 0 0,1 0 0 0 0,-1 0 0 0 0,1 0 0 0 0,0 0 0 0 0,-1 0 1 0 0,1 0-1 0 0,-1 0 0 0 0,1 0 0 0 0,0-1 0 0 0,-1 1 0 0 0,1 0 0 0 0,-1 0 0 0 0,1-1 0 0 0,-1 1 0 0 0,1-3 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2.8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39 133 17183 0 0,'-1'2'-5'0'0,"-1"0"81"0"0,-1-1 73 0 0,-4-1 148 0 0,-2-1 136 0 0,8 0-384 0 0,1 1-36 0 0,0 0 0 0 0,-1 0 0 0 0,1 0 1 0 0,0 0-1 0 0,0 0 0 0 0,0 0 0 0 0,0 0 0 0 0,-1 0 0 0 0,1 0 0 0 0,0 0 0 0 0,0 0 1 0 0,0 0-1 0 0,0 0 0 0 0,0 0 0 0 0,-1 0 0 0 0,1 0 0 0 0,0 0 0 0 0,0 0 0 0 0,0 0 1 0 0,0 0-1 0 0,-1 0 0 0 0,1 0 0 0 0,0 0 0 0 0,0 0 0 0 0,0 1 0 0 0,0-1 0 0 0,0 0 1 0 0,0 0-1 0 0,-1 0 0 0 0,1 0 0 0 0,0 0 0 0 0,0 0 0 0 0,0 1 0 0 0,0-1 0 0 0,0 0 1 0 0,0 0-1 0 0,0 0 0 0 0,-8 12 508 0 0,7-12-499 0 0,1 0 0 0 0,0 1 0 0 0,0-1 1 0 0,0 1-1 0 0,-1-1 0 0 0,1 0 0 0 0,0 1 0 0 0,0-1 0 0 0,0 1 0 0 0,0-1 0 0 0,0 0 1 0 0,0 1-1 0 0,0-1 0 0 0,0 1 0 0 0,0-1 0 0 0,0 0 0 0 0,0 1 0 0 0,0-1 0 0 0,0 1 1 0 0,0-1-1 0 0,0 0 0 0 0,1 1 0 0 0,-1-1 0 0 0,0 1 0 0 0,0-1 0 0 0,1 1 0 0 0,52 157 3121 0 0,-46-144-2913 0 0,-5-13-164 0 0,-1 1 0 0 0,0 1 0 0 0,0-1 0 0 0,0 0 0 0 0,0 0 0 0 0,0 0 0 0 0,0 0-1 0 0,0 1 1 0 0,0 4 0 0 0,3 4 369 0 0,-1-7-160 0 0,-2-10 190 0 0,-1-36-135 0 0,2-1-1 0 0,2 0 1 0 0,17-71 0 0 0,-18 106-288 0 0,0 1 0 0 0,0-1 0 0 0,1 0 0 0 0,1 1 0 0 0,-1 0 0 0 0,1 0 1 0 0,0 0-1 0 0,1 0 0 0 0,0 1 0 0 0,0 0 0 0 0,0 0 0 0 0,8-5 1 0 0,-8 7-16 0 0,0 0 0 0 0,0 1 0 0 0,0 0 0 0 0,1 0 0 0 0,-1 0 0 0 0,1 1 0 0 0,0-1 1 0 0,0 2-1 0 0,-1-1 0 0 0,1 1 0 0 0,0 0 0 0 0,0 0 0 0 0,1 1 0 0 0,-1 0 1 0 0,0 1-1 0 0,8 0 0 0 0,-11 1-22 0 0,0-1 1 0 0,-1 0 0 0 0,1 1-1 0 0,-1-1 1 0 0,1 1-1 0 0,-1 0 1 0 0,0 1 0 0 0,0-1-1 0 0,4 4 1 0 0,2 4-5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3.0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54 17983 0 0,'5'-3'0'0'0,"4"-2"408"0"0,2 4 400 0 0,10-2 8 0 0,10-2 8 0 0,6-4-160 0 0,-3-2-160 0 0,10 4-240 0 0,-16 5-192 0 0,0-3 0 0 0,-4 2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3.5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81 1 13168 0 0,'0'17'21'0'0,"-2"-8"92"0"0,0 12 258 0 0,-20 283 4370 0 0,7-186-3835 0 0,-4 34 15 0 0,12-77-610 0 0,-5 53 239 0 0,12-125-536 0 0,-1 1 25 0 0,1 0-1 0 0,0 0 1 0 0,0 1-1 0 0,0-1 0 0 0,0 0 1 0 0,1 1-1 0 0,0-1 1 0 0,2 8-1 0 0,-3-12-34 0 0,0 0 1 0 0,0 0-1 0 0,0 0 1 0 0,0 0-1 0 0,1 0 1 0 0,-1 0-1 0 0,0 0 1 0 0,0 0-1 0 0,0 0 1 0 0,0 0-1 0 0,0 0 1 0 0,0 0-1 0 0,0 0 1 0 0,0 0-1 0 0,0 0 1 0 0,0 0-1 0 0,0 0 0 0 0,0 0 1 0 0,0 0-1 0 0,0 0 1 0 0,0 0-1 0 0,0 0 1 0 0,1 0-1 0 0,-1 0 1 0 0,0 0-1 0 0,0 0 1 0 0,0 0-1 0 0,0 0 1 0 0,0 0-1 0 0,0 0 1 0 0,0 0-1 0 0,0 0 1 0 0,0 0-1 0 0,0 0 0 0 0,0 0 1 0 0,0 0-1 0 0,0 0 1 0 0,0 0-1 0 0,0 0 1 0 0,0 0-1 0 0,0 0 1 0 0,1 0-1 0 0,-1 0 1 0 0,0 0-1 0 0,0 0 1 0 0,0 0-1 0 0,0 0 1 0 0,0 1-1 0 0,0-1 1 0 0,0 0-1 0 0,0 0 0 0 0,0 0 1 0 0,0 0-1 0 0,0 0 1 0 0,0 0-1 0 0,0 0 1 0 0,0-7 200 0 0,0 7-209 0 0,0-10 77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4.0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0 291 11256 0 0,'4'-33'304'0'0,"-4"21"-38"0"0,2 0 1 0 0,0 0 0 0 0,3-13-1 0 0,-2 19-77 0 0,-1 0-1 0 0,1 0 0 0 0,0 0 1 0 0,1 0-1 0 0,-1 1 1 0 0,1-1-1 0 0,1 1 1 0 0,-1 0-1 0 0,0 0 0 0 0,1 1 1 0 0,0 0-1 0 0,0-1 1 0 0,1 2-1 0 0,-1-1 0 0 0,12-6 1 0 0,7-1 64 0 0,0 1 1 0 0,42-12 0 0 0,-60 20-258 0 0,52-14 215 0 0,0 3-1 0 0,1 2 1 0 0,113-5 0 0 0,-88 12 38 0 0,146-2 767 0 0,152 7 572 0 0,-249 5-854 0 0,11 0 79 0 0,125 8 1099 0 0,-261-13-1826 0 0,2 0 112 0 0,0 0 1 0 0,0 1-1 0 0,-1 0 0 0 0,16 6 0 0 0,-22-7-129 0 0,-1 0 1 0 0,1 1-1 0 0,-1 0 1 0 0,0 0-1 0 0,0-1 1 0 0,0 1-1 0 0,0 1 1 0 0,0-1-1 0 0,0 0 1 0 0,-1 0-1 0 0,1 1 1 0 0,-1-1-1 0 0,2 4 1 0 0,1 3-31 0 0,0 1-1 0 0,2 13 1 0 0,-2-10 40 0 0,4 17 3 0 0,37 149 355 0 0,-22-49-188 0 0,12 75 56 0 0,-26-144-224 0 0,2 9 89 0 0,2 98 1 0 0,-14-158-152 0 0,0 1 1 0 0,0 0-1 0 0,-1 0 1 0 0,-1-1-1 0 0,0 0 1 0 0,0 1-1 0 0,-1-1 1 0 0,0 0-1 0 0,-1 0 1 0 0,0-1 0 0 0,-1 0-1 0 0,0 0 1 0 0,0 0-1 0 0,-1 0 1 0 0,0-1-1 0 0,0 0 1 0 0,-14 10-1 0 0,14-13-2 0 0,1 0-1 0 0,-2-1 0 0 0,1 0 0 0 0,-1-1 0 0 0,1 0 0 0 0,-1 0 0 0 0,0-1 1 0 0,-16 4-1 0 0,-5-2 29 0 0,-33 1 1 0 0,43-4-31 0 0,-373 2 276 0 0,-1-24 10 0 0,-15 0 17 0 0,158 9-85 0 0,226 10-179 0 0,-37-7 0 0 0,54 7-36 0 0,0 1-1 0 0,0-1 1 0 0,0-1 0 0 0,0 0-1 0 0,0 1 1 0 0,1-2-1 0 0,-1 1 1 0 0,1-1 0 0 0,-9-7-1 0 0,14 10-14 0 0,1 1-1 0 0,-1-1 1 0 0,1 1 0 0 0,-1-1-1 0 0,1 0 1 0 0,-1 1 0 0 0,1-1-1 0 0,0 0 1 0 0,-1 1 0 0 0,1-1-1 0 0,0 0 1 0 0,-1 0 0 0 0,1 1-1 0 0,0-1 1 0 0,0 0 0 0 0,0 0-1 0 0,0 1 1 0 0,0-1 0 0 0,0-1-1 0 0,0-5 29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4.46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49 260 19591 0 0,'0'2'-50'0'0,"-1"0"26"0"0,-1 0 63 0 0,-2-1 144 0 0,-2 2 606 0 0,4 4 73 0 0,2 26 420 0 0,9 51-1 0 0,-5-51-581 0 0,-1-9-365 0 0,-1-18-210 0 0,-1 1 0 0 0,0 0 1 0 0,0 0-1 0 0,-1-1 1 0 0,1 1-1 0 0,-2 0 1 0 0,-1 13-1 0 0,2-19-116 0 0,-1-1 0 0 0,1 1 0 0 0,0 0-1 0 0,-1 0 1 0 0,0-1 0 0 0,1 1 0 0 0,-1 0 0 0 0,1-1-1 0 0,-1 1 1 0 0,0-1 0 0 0,1 1 0 0 0,-1-1-1 0 0,0 1 1 0 0,0-1 0 0 0,1 1 0 0 0,-1-1 0 0 0,0 1-1 0 0,0-1 1 0 0,0 0 0 0 0,0 0 0 0 0,1 1 0 0 0,-1-1-1 0 0,0 0 1 0 0,0 0 0 0 0,0 0 0 0 0,0 0-1 0 0,0 0 1 0 0,0 0 0 0 0,0 0 0 0 0,1 0 0 0 0,-1-1-1 0 0,0 1 1 0 0,0 0 0 0 0,0 0 0 0 0,0-1 0 0 0,1 1-1 0 0,-1-1 1 0 0,-1 0 0 0 0,0 0-5 0 0,1-1 1 0 0,0 0-1 0 0,-1 0 1 0 0,1 0-1 0 0,0 0 0 0 0,0 0 1 0 0,0 0-1 0 0,0 0 1 0 0,0 0-1 0 0,1 0 1 0 0,-2-4-1 0 0,-3-29 18 0 0,4 25-16 0 0,-1-14 9 0 0,1-1 0 0 0,1 1 1 0 0,1 0-1 0 0,2 0 0 0 0,0 0 0 0 0,1 0 0 0 0,1 0 0 0 0,13-35 0 0 0,-13 47-5 0 0,1 0 0 0 0,0 1 0 0 0,1-1 0 0 0,0 1 0 0 0,0 0-1 0 0,2 1 1 0 0,-1-1 0 0 0,1 2 0 0 0,0-1 0 0 0,1 1 0 0 0,20-14 0 0 0,-18 15 0 0 0,1 1 0 0 0,0-1 1 0 0,0 2-1 0 0,0 0 0 0 0,1 1 1 0 0,0 0-1 0 0,0 1 0 0 0,0 0 1 0 0,0 1-1 0 0,21-1 0 0 0,4 3 30 0 0,-37 2-34 0 0,1-1 1 0 0,0 0 0 0 0,0 0 0 0 0,-1 1-1 0 0,1 0 1 0 0,0-1 0 0 0,-1 1-1 0 0,1 0 1 0 0,-1 0 0 0 0,1 0-1 0 0,2 3 1 0 0,-4-3 9 0 0,0 1-1 0 0,0-1 1 0 0,0 1 0 0 0,0-1-1 0 0,0 1 1 0 0,0 0 0 0 0,-1-1-1 0 0,1 1 1 0 0,-1 0-1 0 0,1 0 1 0 0,-1 0 0 0 0,0-1-1 0 0,0 1 1 0 0,1 0 0 0 0,-1 0-1 0 0,0 0 1 0 0,-1 0-1 0 0,1 2 1 0 0,-1 2 10 0 0,0-1 1 0 0,0 0-1 0 0,0 0 0 0 0,-1 1 1 0 0,-2 4-1 0 0,-2-1 2 0 0,0 0 0 0 0,-1-1 0 0 0,0 1 1 0 0,0-1-1 0 0,-1-1 0 0 0,0 1 0 0 0,-15 9 0 0 0,4-3 40 0 0,0-2 0 0 0,-39 19 0 0 0,37-21 7 0 0,1 1 0 0 0,-33 23 0 0 0,44-27-40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4.8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76 192 17887 0 0,'0'6'0'0'0,"-3"-1"0"0"0,-2 3 6 0 0,-3 3 76 0 0,-2-3 361 0 0,-16 9 96 0 0,26-17-511 0 0,-1 0 0 0 0,0 1 0 0 0,1-1 0 0 0,-1 0 0 0 0,1 1 0 0 0,-1-1 0 0 0,1 1 0 0 0,-1-1 0 0 0,1 1 0 0 0,-1-1 0 0 0,1 1 0 0 0,-1 0 0 0 0,1-1 0 0 0,-1 1 0 0 0,1 0 0 0 0,0-1 0 0 0,-1 1 0 0 0,1 1 0 0 0,0-2-16 0 0,-3 5 90 0 0,1 1 0 0 0,0-1 0 0 0,0 0 0 0 0,1 1 0 0 0,-1-1 0 0 0,1 1 0 0 0,0 0 0 0 0,1-1 0 0 0,0 11 0 0 0,5 27 539 0 0,-2-22-102 0 0,1 29 1 0 0,-4-44-466 0 0,0-1 25 0 0,0 1 1 0 0,0 0-1 0 0,0 0 1 0 0,1 0 0 0 0,0 0-1 0 0,0 0 1 0 0,4 10-1 0 0,-5-15-91 0 0,0-1-1 0 0,0 0 1 0 0,0 1 0 0 0,0-1-1 0 0,0 0 1 0 0,1 0-1 0 0,-1 1 1 0 0,0-1-1 0 0,0 0 1 0 0,0 1 0 0 0,1-1-1 0 0,-1 0 1 0 0,0 0-1 0 0,0 0 1 0 0,0 1 0 0 0,1-1-1 0 0,-1 0 1 0 0,0 0-1 0 0,1 0 1 0 0,-1 1-1 0 0,0-1 1 0 0,0 0 0 0 0,1 0-1 0 0,-1 0 1 0 0,0 0-1 0 0,1 0 1 0 0,-1 0-1 0 0,0 0 1 0 0,1 0 0 0 0,-1 0-1 0 0,0 0 1 0 0,1 0-1 0 0,5-10 105 0 0,-2-27-58 0 0,-3 29-22 0 0,5-51 148 0 0,3 0 0 0 0,3 1 0 0 0,31-95 0 0 0,-40 147-140 0 0,-1-1 1 0 0,1 1-1 0 0,1 0 0 0 0,-1 0 0 0 0,1 0 0 0 0,0 0 0 0 0,1 1 1 0 0,-1 0-1 0 0,1 0 0 0 0,9-8 0 0 0,-2 5 37 0 0,0 0 0 0 0,0 1-1 0 0,1 0 1 0 0,14-5 0 0 0,-24 10-56 0 0,0 1 1 0 0,0 0 0 0 0,1 0-1 0 0,-1 0 1 0 0,0 0 0 0 0,0 1 0 0 0,0-1-1 0 0,1 1 1 0 0,5 0 0 0 0,-7 0-1 0 0,0 0 0 0 0,0 1 0 0 0,0 0 1 0 0,0-1-1 0 0,0 1 0 0 0,0 0 0 0 0,0 0 0 0 0,0 0 0 0 0,-1 0 1 0 0,1 0-1 0 0,0 0 0 0 0,-1 1 0 0 0,1-1 0 0 0,-1 0 1 0 0,1 1-1 0 0,1 2 0 0 0,5 4 98 0 0,-7-7-99 0 0,0 0 0 0 0,0 0 0 0 0,0 0 0 0 0,0 0-1 0 0,0 0 1 0 0,-1 0 0 0 0,1 0 0 0 0,0 1 0 0 0,0-1 0 0 0,-1 0 0 0 0,1 0 0 0 0,-1 1 0 0 0,1-1 0 0 0,-1 0 0 0 0,0 1-1 0 0,1-1 1 0 0,-1 2 0 0 0,1 9 128 0 0,0-1 0 0 0,-1 1-1 0 0,-3 22 1 0 0,2-29-114 0 0,-1 0-1 0 0,1 0 1 0 0,-1-1 0 0 0,0 1-1 0 0,0 0 1 0 0,0-1 0 0 0,-1 1-1 0 0,1-1 1 0 0,-1 0 0 0 0,0 0-1 0 0,-6 6 1 0 0,-23 20 231 0 0,-1-2 0 0 0,-73 47 0 0 0,106-75-262 0 0,-28 17 220 0 0,26-16-151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5.0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18591 0 0,'1'11'112'0'0,"5"1"357"0"0,-5-9-318 0 0,0-1-1 0 0,0 0 1 0 0,0 0-1 0 0,0 0 1 0 0,0 1 0 0 0,-1-1-1 0 0,2 4 1 0 0,-1-1 46 0 0,1 20 780 0 0,-1 12 175 0 0,2 8-238 0 0,-2 212 906 0 0,2-232-1355 0 0,-3-22-392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5.2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86 18991 0 0,'1'-1'0'0'0,"1"0"1"0"0,0-1 0 0 0,-1 0 3 0 0,-1-4 49 0 0,0 6-26 0 0,0-1 20 0 0,0 0 0 0 0,0 0 0 0 0,0 1 0 0 0,0-1 0 0 0,0 0-1 0 0,0 0 1 0 0,0 0 0 0 0,0 1 0 0 0,-1-1 0 0 0,1 0 0 0 0,0 0 0 0 0,0 1 0 0 0,-1-1 0 0 0,1 0 0 0 0,-1 0 0 0 0,0-1 0 0 0,0 1 101 0 0,1 0-136 0 0,0 1 1 0 0,0 0-1 0 0,0 0 0 0 0,0 0 0 0 0,0 0 0 0 0,0-1 0 0 0,0 1 0 0 0,0 0 0 0 0,0 0 0 0 0,0 0 0 0 0,0-1 1 0 0,0 1-1 0 0,0 0 0 0 0,0 0 0 0 0,0 0 0 0 0,0 0 0 0 0,0-1 0 0 0,0 1 0 0 0,0 0 0 0 0,0 0 0 0 0,0 0 0 0 0,0 0 1 0 0,0-1-1 0 0,0 1 0 0 0,0 0 0 0 0,1 0 0 0 0,-1 0 0 0 0,0 0 0 0 0,0 0 0 0 0,0-1 0 0 0,0 1 0 0 0,0 0 0 0 0,1 0 1 0 0,-1 0-1 0 0,0 0 0 0 0,0 0 0 0 0,0 0 0 0 0,0 0 0 0 0,1 0 0 0 0,-1 0 0 0 0,0 0 0 0 0,0-1 0 0 0,7-3 177 0 0,-1 0 0 0 0,1 1 1 0 0,0-1-1 0 0,0 1 0 0 0,0 0 0 0 0,0 1 0 0 0,15-3 0 0 0,61-7 1315 0 0,-24 5-585 0 0,-44 5-685 0 0,0 1 1 0 0,0 0-1 0 0,0 1 0 0 0,22 3 0 0 0,60 15 421 0 0,-50-9-481 0 0,-25-4-78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6.5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2233 18 15376 0 0,'-1'1'-9'0'0,"-1"-1"0"0"0,-1 0 2 0 0,-1-2 130 0 0,-37-15 2217 0 0,47 34 1877 0 0,-8-14-3847 0 0,-6 0-273 0 0,0 1 0 0 0,0-1 0 0 0,0-1 1 0 0,0 1-1 0 0,-1-1 0 0 0,1-1 1 0 0,-14 2-1 0 0,-8 1 61 0 0,-89 14 373 0 0,-166 3 0 0 0,192-17-339 0 0,-505 12 896 0 0,309-9-628 0 0,-28-1 223 0 0,278-7-378 0 0,-57-9 0 0 0,87 7-229 0 0,9 3-66 0 0,-1-1 1 0 0,1 1 0 0 0,0 0-1 0 0,0 0 1 0 0,-1 0-1 0 0,1-1 1 0 0,0 1-1 0 0,0 0 1 0 0,-1 0-1 0 0,1 0 1 0 0,0 0-1 0 0,-1 0 1 0 0,1 0 0 0 0,0-1-1 0 0,-1 1 1 0 0,1 0-1 0 0,0 0 1 0 0,-1 0-1 0 0,1 0 1 0 0,0 0-1 0 0,0 0 1 0 0,-1 0 0 0 0,1 1-1 0 0,0-1 1 0 0,-1 0-1 0 0,1 0 1 0 0,0 0-1 0 0,-1 0 1 0 0,1 0-1 0 0,0 0 1 0 0,0 0-1 0 0,-1 1 1 0 0,1-1 0 0 0,0 0-1 0 0,0 0 1 0 0,-1 0-1 0 0,1 1 1 0 0,0-1-1 0 0,0 0 1 0 0,0 0-1 0 0,-1 1 1 0 0,1-1 0 0 0,0 0-1 0 0,0 0 1 0 0,0 1-1 0 0,0-1 1 0 0,0 0-1 0 0,-1 1 1 0 0,1-1-1 0 0,0 0 1 0 0,0 0-1 0 0,0 1 1 0 0,0-1 0 0 0,0 0-1 0 0,0 1 1 0 0,0-1-1 0 0,0 0 1 0 0,0 1-1 0 0,0-1 1 0 0,0 0-1 0 0,0 1 1 0 0,1-1 0 0 0,-1 1-1 0 0,0 7 18 0 0,1 72 113 0 0,-4 0 0 0 0,-14 82 0 0 0,-51 423 151 0 0,55-436-235 0 0,-9 19 67 0 0,-65 249 0 0 0,84-404-109 0 0,0 0 1 0 0,1 1-1 0 0,0 20 0 0 0,2-28-2 0 0,0 0-1 0 0,0 0 1 0 0,1-1 0 0 0,0 1 0 0 0,0 0 0 0 0,1-1-1 0 0,-1 1 1 0 0,1-1 0 0 0,0 1 0 0 0,6 9-1 0 0,-6-13-5 0 0,0 0 0 0 0,0 1 0 0 0,1-1 0 0 0,-1 0-1 0 0,1-1 1 0 0,-1 1 0 0 0,1 0 0 0 0,0-1-1 0 0,0 0 1 0 0,-1 1 0 0 0,1-1 0 0 0,0 0-1 0 0,0 0 1 0 0,4 0 0 0 0,2 2 7 0 0,27 7 28 0 0,1-2 0 0 0,1-1 0 0 0,0-2-1 0 0,47 1 1 0 0,157-12 119 0 0,-98 0-88 0 0,328 17 153 0 0,-448-10-212 0 0,351 12 210 0 0,-175 2-65 0 0,-149-9-102 0 0,7-3 9 0 0,-40-3-27 0 0,1 1 0 0 0,-1 0 0 0 0,21 6 1 0 0,-31-6 26 0 0,-7-1-62 0 0,-1 0-1 0 0,0 0 0 0 0,0 0 1 0 0,1 0-1 0 0,-1 0 1 0 0,0 0-1 0 0,1 0 1 0 0,-1 0-1 0 0,0 0 0 0 0,0 0 1 0 0,0 0-1 0 0,1 1 1 0 0,-1-1-1 0 0,0 0 0 0 0,0 0 1 0 0,1 0-1 0 0,-1 0 1 0 0,0 0-1 0 0,0 1 0 0 0,0-1 1 0 0,1 0-1 0 0,-1 0 1 0 0,0 1-1 0 0,0-1 0 0 0,0 0 1 0 0,0 0-1 0 0,0 0 1 0 0,0 1-1 0 0,1-1 0 0 0,-1 0 1 0 0,0 0-1 0 0,0 1 1 0 0,0-1-1 0 0,0 0 0 0 0,0 1 1 0 0,0-1-1 0 0,0 0 1 0 0,0 0-1 0 0,0 1 0 0 0,0-1 0 0 0,0 1 0 0 0,0-1-1 0 0,0 1 1 0 0,0-1-1 0 0,1 1 1 0 0,-1-1 0 0 0,0 1-1 0 0,0-1 1 0 0,1 0-1 0 0,-1 1 1 0 0,0-1 0 0 0,1 1-1 0 0,-1-1 1 0 0,0 0 0 0 0,1 1-1 0 0,-1-1 1 0 0,1 0-1 0 0,-1 1 1 0 0,0-1 0 0 0,1 0-1 0 0,-1 0 1 0 0,1 0-1 0 0,-1 1 1 0 0,1-1 0 0 0,-1 0-1 0 0,1 0 1 0 0,-1 0-1 0 0,2 0 1 0 0,-1 0 3 0 0,0 0-1 0 0,1 0 1 0 0,-1-1-1 0 0,0 1 0 0 0,0 0 1 0 0,1-1-1 0 0,-1 1 1 0 0,0-1-1 0 0,0 0 1 0 0,2-1-1 0 0,3-2 10 0 0,-1 0-1 0 0,0 0 0 0 0,6-8 1 0 0,-5 5-4 0 0,0-1 0 0 0,-1 0 0 0 0,0 0 0 0 0,0 0 0 0 0,-1-1 0 0 0,0 1 0 0 0,2-11 0 0 0,17-67 57 0 0,-17 61-44 0 0,125-627 336 0 0,-107 506-236 0 0,6-201 1 0 0,-31 262 31 0 0,-20-137 0 0 0,7 148 35 0 0,13 70-170 0 0,1 0 0 0 0,-1 0 0 0 0,1 1 0 0 0,0-1 0 0 0,1-5 0 0 0,0 5-11 0 0,-1 0 0 0 0,0 0 1 0 0,0 0-1 0 0,-1-7 0 0 0,-18-10-10 0 0,17 19 0 0 0,0-1 0 0 0,0 0 0 0 0,-1 0 0 0 0,1 1 0 0 0,-1-1 0 0 0,1 1 0 0 0,-1 0 0 0 0,0 0 0 0 0,0 0 0 0 0,0 0 0 0 0,-7-2 0 0 0,-1 2 0 0 0,10 2 0 0 0,0-1 0 0 0,1 1 0 0 0,-1 0 0 0 0,0 0 0 0 0,0 0 0 0 0,0 0 0 0 0,0 0 0 0 0,0 0 0 0 0,0 0 0 0 0,0 0 0 0 0,0 0 0 0 0,0 0 0 0 0,0 0 0 0 0,0 1 0 0 0,0-1 0 0 0,0 0 0 0 0,-1 1 0 0 0,-2 1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7.2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84 1 21207 0 0,'-1'3'0'0'0,"-1"0"0"0"0,-5 3 27 0 0,-6 4 339 0 0,-17 6 456 0 0,29-16-793 0 0,1 0 0 0 0,-1 1 0 0 0,0-1 0 0 0,1 0 0 0 0,-1 1 0 0 0,1-1 0 0 0,-1 0 0 0 0,0 1 0 0 0,1-1 0 0 0,-1 1 0 0 0,1-1 0 0 0,0 1 0 0 0,-1-1 0 0 0,1 1 0 0 0,-1-1 0 0 0,1 1 0 0 0,0-1 0 0 0,-1 1 0 0 0,1 0 0 0 0,-1 0 0 0 0,-2 6 111 0 0,0-1-1 0 0,0 1 1 0 0,1 0 0 0 0,0 0-1 0 0,0 0 1 0 0,0 0-1 0 0,1 0 1 0 0,0 14-1 0 0,1-3 238 0 0,2 1 0 0 0,1-1 0 0 0,0 0-1 0 0,12 35 1 0 0,-11-39-201 0 0,2-1 1 0 0,-1 0-1 0 0,2 0 0 0 0,0 0 1 0 0,0-1-1 0 0,2 0 0 0 0,9 11 1 0 0,-18-22-167 0 0,1 0 0 0 0,0-1 0 0 0,-1 1 1 0 0,1 0-1 0 0,0-1 0 0 0,0 1 0 0 0,0 0 0 0 0,-1-1 0 0 0,1 1 1 0 0,0-1-1 0 0,0 1 0 0 0,0-1 0 0 0,0 1 0 0 0,0-1 1 0 0,0 0-1 0 0,0 0 0 0 0,0 1 0 0 0,0-1 0 0 0,0 0 1 0 0,0 0-1 0 0,0 0 0 0 0,2 0 0 0 0,-1-1-1 0 0,0 1 0 0 0,-1-1-1 0 0,1 0 1 0 0,-1 1 0 0 0,1-1 0 0 0,-1 0 0 0 0,1 0-1 0 0,-1 0 1 0 0,0 0 0 0 0,0 0 0 0 0,1-1 0 0 0,1-1-1 0 0,3-5 12 0 0,-1 0-1 0 0,0 0 0 0 0,8-17 0 0 0,-11 20-6 0 0,36-66 59 0 0,-19 38 32 0 0,23-58 0 0 0,-42 91-100 0 0,0 0 0 0 0,0-1 0 0 0,0 1 0 0 0,0 0-1 0 0,0-1 1 0 0,0 1 0 0 0,0 0 0 0 0,1 0-1 0 0,-1-1 1 0 0,0 1 0 0 0,0 0 0 0 0,0 0 0 0 0,0-1-1 0 0,0 1 1 0 0,1 0 0 0 0,-1 0 0 0 0,0-1-1 0 0,0 1 1 0 0,0 0 0 0 0,1 0 0 0 0,-1 0-1 0 0,0 0 1 0 0,0-1 0 0 0,1 1 0 0 0,-1 0 0 0 0,0 0-1 0 0,0 0 1 0 0,1 0 0 0 0,-1 0 0 0 0,0 0-1 0 0,1 0 1 0 0,-1 0 0 0 0,0 0 0 0 0,0 0 0 0 0,1 0-1 0 0,-1 0 1 0 0,0 0 0 0 0,1 0 0 0 0,-1 0-1 0 0,0 0 1 0 0,1 0 0 0 0,-1 0 1 0 0,1 1-1 0 0,-1-1 1 0 0,1 0-1 0 0,-1 0 1 0 0,0 1-1 0 0,1-1 1 0 0,-1 1-1 0 0,0-1 1 0 0,1 0-1 0 0,-1 1 1 0 0,0-1 0 0 0,0 1-1 0 0,0-1 1 0 0,1 1-1 0 0,-1-1 1 0 0,0 1-1 0 0,0-1 1 0 0,0 1-1 0 0,0-1 1 0 0,0 1 0 0 0,0 0-1 0 0,1 12 10 0 0,0 0 1 0 0,1 0-1 0 0,1 0 0 0 0,0 0 0 0 0,0 0 1 0 0,1 0-1 0 0,1-1 0 0 0,0 0 1 0 0,11 19-1 0 0,-14-29-11 0 0,0 0 0 0 0,-1 1 0 0 0,1-1-1 0 0,0 0 1 0 0,1 0 0 0 0,-1-1 0 0 0,0 1 0 0 0,0 0 0 0 0,1-1 0 0 0,-1 1 0 0 0,1-1 0 0 0,0 0 0 0 0,-1 0 0 0 0,1 0 0 0 0,0 0 0 0 0,-1 0-1 0 0,1-1 1 0 0,0 1 0 0 0,0-1 0 0 0,0 0 0 0 0,0 0 0 0 0,0 0 0 0 0,-1 0 0 0 0,5-1 0 0 0,6-1 2 0 0,0 0-1 0 0,0-1 1 0 0,22-9 0 0 0,-11 2 8 0 0,0-1 0 0 0,27-17 0 0 0,-37 20-6 0 0,-12 6 0 0 0,1 1 0 0 0,-1-1 0 0 0,0 1 0 0 0,0-1 0 0 0,0 0 0 0 0,0 0 0 0 0,-1 0 0 0 0,1 0 0 0 0,0 0 0 0 0,-1 0 0 0 0,1 0-1 0 0,-1-1 1 0 0,0 1 0 0 0,0-1 0 0 0,0 1 0 0 0,2-5 0 0 0,-2 2 28 0 0,-1-1-1 0 0,1 1 1 0 0,-1 0 0 0 0,0 0-1 0 0,0-1 1 0 0,0 1-1 0 0,-2-10 1 0 0,-4-1 64 0 0,5 14-61 0 0,0-1 0 0 0,0 1 0 0 0,0-1 0 0 0,1 1 1 0 0,-1-1-1 0 0,0 0 0 0 0,1-4 0 0 0,0 7-29 0 0,-1 0 0 0 0,1-1 0 0 0,0 1 0 0 0,0-1 0 0 0,0 1 0 0 0,-1 0 0 0 0,1-1 0 0 0,0 1 0 0 0,0 0 0 0 0,-1-1 0 0 0,1 1 0 0 0,0 0 0 0 0,-1-1 0 0 0,1 1 0 0 0,-1 0 0 0 0,1 0 0 0 0,0-1 0 0 0,-1 1 0 0 0,1 0 0 0 0,-1 0 0 0 0,1 0 0 0 0,0 0 0 0 0,-1-1 0 0 0,1 1 0 0 0,-1 0 0 0 0,1 0 0 0 0,-1 0 0 0 0,1 0 0 0 0,-1 0 0 0 0,1 0 0 0 0,-1 0 0 0 0,-3 3 63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7.5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0 203 18591 0 0,'15'-4'110'0'0,"7"-12"792"0"0,-8 5-352 0 0,-1 4 35 0 0,0 0 0 0 0,18-6 0 0 0,9-4 692 0 0,-30 13-990 0 0,-9 3-254 0 0,1 1-1 0 0,-1-1 0 0 0,0 1 0 0 0,0-1 1 0 0,0 1-1 0 0,1-1 0 0 0,-1 0 0 0 0,0 1 0 0 0,0-1 1 0 0,0 0-1 0 0,0 0 0 0 0,0 0 0 0 0,0 0 0 0 0,0 0 1 0 0,-1 0-1 0 0,1 0 0 0 0,0 0 0 0 0,-1 0 0 0 0,2-2 1 0 0,7-11 93 0 0,-8 13-115 0 0,0 0 1 0 0,0-1-1 0 0,0 1 0 0 0,0 0 0 0 0,0-1 1 0 0,0 1-1 0 0,-1-1 0 0 0,1 1 0 0 0,-1-1 1 0 0,1 0-1 0 0,-1 1 0 0 0,1-1 0 0 0,-1 0 1 0 0,0 1-1 0 0,0-4 0 0 0,0 2 18 0 0,0-1 0 0 0,0 1 0 0 0,-1-1 0 0 0,1 1 0 0 0,-1-1 0 0 0,0 1 1 0 0,0 0-1 0 0,-1-1 0 0 0,1 1 0 0 0,-1 0 0 0 0,1 0 0 0 0,-1 0 0 0 0,0 0 0 0 0,0 0 0 0 0,0 0 0 0 0,-1 0 0 0 0,-2-2 0 0 0,3 4 11 0 0,-1 0 0 0 0,1 1 1 0 0,-1-1-1 0 0,1 1 0 0 0,-1-1 1 0 0,0 1-1 0 0,1 0 0 0 0,-1 0 1 0 0,1 0-1 0 0,-1 0 0 0 0,0 0 0 0 0,1 0 1 0 0,-1 1-1 0 0,1 0 0 0 0,-1-1 1 0 0,0 1-1 0 0,-3 2 0 0 0,-3 3 36 0 0,2 1-1 0 0,-1-1 1 0 0,1 2-1 0 0,0-1 1 0 0,1 1-1 0 0,-1 0 1 0 0,2 0-1 0 0,-1 0 1 0 0,1 1-1 0 0,0 0 1 0 0,1 0-1 0 0,0 0 1 0 0,0 1-1 0 0,1 0 1 0 0,1-1-1 0 0,-1 1 1 0 0,2 0-1 0 0,-1 0 1 0 0,1 0-1 0 0,1 0 1 0 0,0 0-1 0 0,0 1 1 0 0,1-1-1 0 0,0 0 1 0 0,1 0-1 0 0,5 17 1 0 0,-6-24-55 0 0,0 0-1 0 0,1-1 1 0 0,-1 1 0 0 0,0 0 0 0 0,1-1 0 0 0,0 0 0 0 0,0 1-1 0 0,0-1 1 0 0,0 0 0 0 0,0 0 0 0 0,0 0 0 0 0,0 0 0 0 0,1 0-1 0 0,-1 0 1 0 0,1-1 0 0 0,-1 1 0 0 0,1-1 0 0 0,0 0-1 0 0,-1 0 1 0 0,1 0 0 0 0,0 0 0 0 0,0 0 0 0 0,4 0 0 0 0,-1 0 0 0 0,-1-1 1 0 0,1 0 0 0 0,-1 0 0 0 0,1 0 0 0 0,-1-1-1 0 0,1 0 1 0 0,-1 0 0 0 0,1 0 0 0 0,-1-1 0 0 0,0 0-1 0 0,9-4 1 0 0,4-4 34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37.9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 1 17983 0 0,'0'22'771'0'0,"2"63"1121"0"0,13 97 815 0 0,-15-166-2531 0 0,-1 0 1 0 0,-1 0 0 0 0,0-1-1 0 0,-1 1 1 0 0,-8 28 0 0 0,9-33 116 0 0,3-11-283 0 0,-1 0 0 0 0,0 0 1 0 0,1 0-1 0 0,-1 1 0 0 0,0-1 0 0 0,0 0 0 0 0,1 0 0 0 0,-1 0 1 0 0,0 0-1 0 0,1 0 0 0 0,-1 0 0 0 0,0-1 0 0 0,0 1 1 0 0,1 0-1 0 0,-1 0 0 0 0,0 0 0 0 0,0 0 0 0 0,1 0 0 0 0,-1 0 1 0 0,0 0-1 0 0,0-1 0 0 0,1 1 0 0 0,-1 0 0 0 0,0 0 1 0 0,0 0-1 0 0,1 0 0 0 0,-1-1 0 0 0,0 1 0 0 0,0 0 0 0 0,0 0 1 0 0,0-1-1 0 0,1 1 0 0 0,-1 0 0 0 0,0 0 0 0 0,0-1 1 0 0,14-11 73 0 0,1 0 0 0 0,1 1 0 0 0,25-14 0 0 0,-25 15-39 0 0,0 1 16 0 0,0 0 0 0 0,21-7 0 0 0,-29 13 6 0 0,1 0-1 0 0,0 1 1 0 0,0 0 0 0 0,0 0 0 0 0,0 1 0 0 0,13 0 0 0 0,-20 1-46 0 0,1 0 0 0 0,0 1 0 0 0,-1-1 1 0 0,0 1-1 0 0,1-1 0 0 0,-1 1 0 0 0,1 0 1 0 0,-1 0-1 0 0,0 0 0 0 0,1 0 0 0 0,-1 1 1 0 0,0-1-1 0 0,3 3 0 0 0,24 25 158 0 0,-19-18-113 0 0,-8-8-47 0 0,1 0 0 0 0,-1 0 0 0 0,0 1 0 0 0,0-1 0 0 0,0 1 0 0 0,0 0 0 0 0,0 0 1 0 0,-1-1-1 0 0,0 1 0 0 0,0 0 0 0 0,0 0 0 0 0,0 0 0 0 0,0 0 0 0 0,-1 1 0 0 0,0-1 0 0 0,0 0 0 0 0,-1 5 0 0 0,0 0 44 0 0,0 1 0 0 0,-1-1 0 0 0,0 0 0 0 0,-1 0 0 0 0,0 0 0 0 0,-6 12 0 0 0,6-16-35 0 0,0 0-1 0 0,-1 0 1 0 0,1 0-1 0 0,-1 0 1 0 0,0-1 0 0 0,0 1-1 0 0,-1-1 1 0 0,1 0-1 0 0,-1-1 1 0 0,0 1 0 0 0,0-1-1 0 0,0 0 1 0 0,0 0-1 0 0,0 0 1 0 0,-1-1-1 0 0,-9 3 1 0 0,-4 0 81 0 0,0 0 0 0 0,0-1 0 0 0,-34 2 0 0 0,28-4-3 0 0,7 0 4 0 0,-1-1 0 0 0,0 0 0 0 0,1-1 0 0 0,-1-1 0 0 0,-23-4 0 0 0,33 3-13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4.5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 12 6528 0 0,'0'0'30'0'0,"-1"0"118"0"0,-1-1 104 0 0,-3-1 278 0 0,1 0 4 0 0,-10-4 1929 0 0,11 5-2039 0 0,2 7 31 0 0,-5 26 347 0 0,2-1 1 0 0,-1 33-1 0 0,4 73-1745 0 0,1-79 853 0 0,0-46 114 0 0,-7 417-2918 0 0,-15 3 3662 0 0,19-383-578 0 0,3-1-1 0 0,2 0 0 0 0,8 55 1 0 0,12-133 3728 0 0,-10 13-3689 0 0,0-7 473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5.0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112 226 6332 0 0,'13'-30'11441'0'0,"-2"20"-9554"0"0,15-11-1887 0 0,-13 10 0 0 0,1 2 0 0 0,0 0 0 0 0,1 0 0 0 0,-1 1 0 0 0,1 1 0 0 0,30-9 0 0 0,13 2-843 0 0,101-10-1 0 0,61 9-2501 0 0,-56 6-368 0 0,11 0 3700 0 0,112-13 1425 0 0,-244 20 6394 0 0,-40 5-8266 0 0,7 33 282 0 0,-2-1 1 0 0,-2 1-1 0 0,-1 0 0 0 0,0 44 0 0 0,0 278-4852 0 0,5 44 4534 0 0,-4-198 549 0 0,-5-168-38 0 0,-1-1 1 0 0,-2 0-1 0 0,-2 0 0 0 0,-1 0 0 0 0,-1-1 1 0 0,-21 62-1 0 0,24-87 15 0 0,-1-1-1 0 0,0 0 1 0 0,0 1 0 0 0,-1-1-1 0 0,0-1 1 0 0,0 1 0 0 0,-1-1-1 0 0,-8 9 1 0 0,9-12 27 0 0,0 1-1 0 0,0-1 1 0 0,-1-1-1 0 0,0 1 1 0 0,1-1-1 0 0,-1 0 1 0 0,0 0-1 0 0,0 0 1 0 0,-1-1-1 0 0,1 0 1 0 0,0 0-1 0 0,-10 1 1 0 0,-15-1-44 0 0,0-1-1 0 0,-48-4 1 0 0,29 1 101 0 0,-277-27-1049 0 0,5-19 1071 0 0,226 34-104 0 0,-57-9 42 0 0,131 18-56 0 0,0-1 1 0 0,1-1 0 0 0,0-1-1 0 0,-35-17 1 0 0,27 6 3 0 0,27 18 2 0 0,1-1 1 0 0,-1 1-1 0 0,1-1 1 0 0,0 1-1 0 0,-1-1 1 0 0,1 1-1 0 0,0-1 1 0 0,0 0-1 0 0,0 0 1 0 0,0 1-1 0 0,0-1 1 0 0,0 0-1 0 0,1 0 0 0 0,-1-3 1 0 0,2-16 721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5.2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74 9648 0 0,'3'-10'470'0'0,"9"2"1506"0"0,-2 2 776 0 0,-8 4-2183 0 0,8-5 1977 0 0,-4 4-2315 0 0,0 1 0 0 0,0-1 1 0 0,0 2-1 0 0,0-1 0 0 0,1 1 0 0 0,6-1 1 0 0,2 0-152 0 0,46-6-266 0 0,65 0 0 0 0,-20 2-1420 0 0,-78 5 192 0 0,0 0-1 0 0,33 4 1 0 0,-8 8 6232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5.4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50 8440 0 0,'-3'-6'825'0'0,"0"2"-363"0"0,0-1 171 0 0,-2-4 222 0 0,0 0-193 0 0,4 9-566 0 0,1-1 0 0 0,-1 1 0 0 0,1-1 0 0 0,0 1 0 0 0,0-1 0 0 0,-1 1 0 0 0,1-1-1 0 0,0 1 1 0 0,0-1 0 0 0,-1 1 0 0 0,1-1 0 0 0,0 0 0 0 0,0 1 0 0 0,0-1 0 0 0,0 1 0 0 0,0-1 0 0 0,0 1-1 0 0,0-1 1 0 0,0 0 0 0 0,0 1 0 0 0,0-1 0 0 0,0 1 0 0 0,0-1 0 0 0,1 0 0 0 0,-1-1 353 0 0,0 2-431 0 0,0 1 1 0 0,0-1-1 0 0,0 0 1 0 0,0 0-1 0 0,0 0 1 0 0,0 0-1 0 0,0 0 1 0 0,0 0-1 0 0,0 0 1 0 0,1 0-1 0 0,-1 0 1 0 0,0 0-1 0 0,0 0 1 0 0,0 0-1 0 0,0 0 1 0 0,0 0-1 0 0,0 0 1 0 0,0 0 0 0 0,0 0-1 0 0,0 0 1 0 0,0 0-1 0 0,0 0 1 0 0,0 0-1 0 0,0 0 1 0 0,0 0-1 0 0,1 0 1 0 0,-1 0-1 0 0,0 0 1 0 0,0 0-1 0 0,0 0 1 0 0,0 0-1 0 0,0 0 1 0 0,0 0-1 0 0,0 0 1 0 0,0 0-1 0 0,0 0 1 0 0,0 0-1 0 0,0 0 1 0 0,0 0-1 0 0,0 0 1 0 0,0 0-1 0 0,0 0 1 0 0,1 0-1 0 0,-1 0 1 0 0,0 0-1 0 0,0 0 1 0 0,0-1-1 0 0,0 1 1 0 0,0 0-1 0 0,0 0 1 0 0,0 0 0 0 0,0 0-1 0 0,0 0 1 0 0,0 0-1 0 0,0 0 1 0 0,0 0-1 0 0,0 0 1 0 0,0 0-1 0 0,0 0 1 0 0,0 0-1 0 0,0 0 1 0 0,0 0-1 0 0,0-1 1 0 0,10 5 773 0 0,0-1 0 0 0,0 0 0 0 0,0 0 0 0 0,21 1 0 0 0,51 1-1233 0 0,-44-4 673 0 0,204 4-2253 0 0,-187-6 258 0 0,-43 0 1525 0 0,1 0-1 0 0,-1 1 1 0 0,1 1 0 0 0,-1 0 0 0 0,1 0 0 0 0,22 7 0 0 0,-31-6 276 0 0,-4 1-18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5.7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32 7436 0 0,'-2'-8'11408'0'0,"11"8"-10871"0"0,6-4-445 0 0,0 2 0 0 0,28-3 0 0 0,-14 3-89 0 0,-26 1 15 0 0,27-3-691 0 0,1 1-1 0 0,-1 1 1 0 0,56 4-1 0 0,-52-2 1611 0 0,-29 0-763 0 0,0 0 0 0 0,1 0 0 0 0,-1 0 0 0 0,0 0 0 0 0,0 1 0 0 0,0 0-1 0 0,0 0 1 0 0,0 0 0 0 0,9 4 0 0 0,-6-2-174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5.9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 8036 0 0,'5'3'406'0'0,"-5"-3"-314"0"0,0 0 0 0 0,1 0 0 0 0,-1 0-1 0 0,1 0 1 0 0,-1 0 0 0 0,0 0 0 0 0,1 0-1 0 0,-1 0 1 0 0,0 0 0 0 0,1 0 0 0 0,-1-1-1 0 0,0 1 1 0 0,1 0 0 0 0,-1 0-1 0 0,0 0 1 0 0,1 0 0 0 0,-1-1 0 0 0,0 1-1 0 0,1 0 1 0 0,-1 0 0 0 0,0 0 0 0 0,0-1-1 0 0,1 1 1 0 0,-1 0 0 0 0,0-1-1 0 0,0 1 1 0 0,1 0 0 0 0,-1-1 0 0 0,3-2 1294 0 0,-3 3-1155 0 0,1-1 0 0 0,-1 1 0 0 0,1-1 0 0 0,0 1 0 0 0,-1 0 0 0 0,1-1 0 0 0,0 1 0 0 0,-1 0 0 0 0,1 0 0 0 0,0-1 0 0 0,-1 1 0 0 0,1 0 0 0 0,1 0 0 0 0,32 3 3126 0 0,19 10-2643 0 0,8 1-848 0 0,-20-10-449 0 0,-1-2 0 0 0,66-6 0 0 0,-68 1-787 0 0,1 2-1 0 0,-1 2 1 0 0,44 6-1 0 0,-55-5 3279 0 0,-27-2-1848 0 0,3 0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6.3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243 1 8744 0 0,'-5'8'318'0'0,"0"1"18"0"0,3-4-123 0 0,0 1-5 0 0,1 0 73 0 0,-7 16 1970 0 0,-6 34-1 0 0,4-17-1139 0 0,-40 155 2011 0 0,-19 104-6143 0 0,23-73-1077 0 0,45-221 4109 0 0,-21 107 9 0 0,18-88 162 0 0,2 1 1 0 0,0 39-1 0 0,14-43 4551 0 0,-10-27-3826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6.8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23 283 8692 0 0,'0'-1'70'0'0,"-1"-2"184"0"0,-2-4 436 0 0,-3-7 359 0 0,-4-14 457 0 0,9 27-1467 0 0,1 1 1 0 0,0 0 0 0 0,0-1 0 0 0,-1 1-1 0 0,1-1 1 0 0,0 1 0 0 0,0-1-1 0 0,0 1 1 0 0,0-1 0 0 0,0 1 0 0 0,0-1-1 0 0,0 1 1 0 0,0-1 0 0 0,0 1 0 0 0,0-1-1 0 0,0 1 1 0 0,0-1 0 0 0,0 1 0 0 0,0-1-1 0 0,0 1 1 0 0,1-1 0 0 0,-1 1-1 0 0,1-1 1 0 0,8-22 2172 0 0,-9 23-2160 0 0,0-1 0 0 0,0 0 0 0 0,1 1-1 0 0,-1-1 1 0 0,0 1 0 0 0,1-1 0 0 0,-1 1-1 0 0,0-1 1 0 0,1 1 0 0 0,-1-1 0 0 0,1 1-1 0 0,-1-1 1 0 0,1 1 0 0 0,-1 0 0 0 0,1-1-1 0 0,-1 1 1 0 0,1 0 0 0 0,-1-1 0 0 0,1 1-1 0 0,0 0 1 0 0,-1 0 0 0 0,2-1 0 0 0,28-12 1469 0 0,55-16 1 0 0,268-45-6515 0 0,-273 64 3152 0 0,46-7 1231 0 0,97-20 1000 0 0,-214 36 75 0 0,0-1 1 0 0,0 1-1 0 0,0 0 0 0 0,0 1 1 0 0,11 1-1 0 0,-18-1-229 0 0,-1 1 0 0 0,1-1-1 0 0,0 1 1 0 0,-1 0 0 0 0,1-1 0 0 0,-1 1 0 0 0,1 0 0 0 0,-1 0-1 0 0,1 0 1 0 0,-1 0 0 0 0,1 0 0 0 0,-1 0 0 0 0,0 0-1 0 0,0 1 1 0 0,0-1 0 0 0,0 0 0 0 0,2 3 0 0 0,-1 8-234 0 0,-1 1-1 0 0,0-1 1 0 0,-1 1 0 0 0,0-1 0 0 0,-3 24 0 0 0,1-18-11 0 0,-15 325-673 0 0,16-113-2757 0 0,-9 6 1551 0 0,5-151 1944 0 0,3-58-35 0 0,0 0 1 0 0,-12 49 0 0 0,11-67 2 0 0,0 0 0 0 0,0 1 0 0 0,-1-2 0 0 0,0 1-1 0 0,0 0 1 0 0,-1-1 0 0 0,0 0 0 0 0,0 0 0 0 0,-1 0 0 0 0,0-1 0 0 0,-10 10 0 0 0,10-12 35 0 0,0 0 0 0 0,0-1 0 0 0,-1 1 0 0 0,0-1-1 0 0,0 0 1 0 0,0-1 0 0 0,0 0 0 0 0,0 0 0 0 0,0 0 0 0 0,-11 1-1 0 0,-26 5 1528 0 0,-1-2 0 0 0,-83 3-1 0 0,92-11-1806 0 0,0-1 0 0 0,-38-7 0 0 0,10 0-1425 0 0,-24-5-962 0 0,75 12 2494 0 0,1-2 0 0 0,0 0 0 0 0,0 0 1 0 0,-20-10-1 0 0,29 12 116 0 0,0 0 1 0 0,0 0-1 0 0,-1 0 1 0 0,2 0-1 0 0,-1-1 1 0 0,0 1-1 0 0,0-1 1 0 0,-3-5-1 0 0,-1-8 14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7.0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66 9244 0 0,'-2'-4'986'0'0,"-1"-4"262"0"0,1 1-317 0 0,0-1-236 0 0,3 1 271 0 0,5-8 1045 0 0,-6 14-1975 0 0,0 1 0 0 0,0 0-1 0 0,0 0 1 0 0,1-1 0 0 0,-1 1 0 0 0,0 0-1 0 0,0 0 1 0 0,0-1 0 0 0,0 1 0 0 0,0 0 0 0 0,0 0-1 0 0,1 0 1 0 0,-1-1 0 0 0,0 1 0 0 0,0 0-1 0 0,0 0 1 0 0,1 0 0 0 0,-1 0 0 0 0,0-1-1 0 0,0 1 1 0 0,0 0 0 0 0,1 0 0 0 0,-1 0 0 0 0,0 0-1 0 0,0 0 1 0 0,1 0 0 0 0,-1 0 0 0 0,0 0-1 0 0,0 0 1 0 0,1 0 0 0 0,-1 0 0 0 0,1 0 0 0 0,26-5 1894 0 0,9 1-1778 0 0,0 2 0 0 0,60 3 0 0 0,68 4-2348 0 0,-124-5 1085 0 0,-30 0 629 0 0,-1 0 0 0 0,0 1 0 0 0,0 0 0 0 0,1 0 0 0 0,-1 1 0 0 0,12 4-1 0 0,-15-4 558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7.2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 7840 0 0,'1'-8'5016'0'0,"12"5"197"0"0,-3 3-4885 0 0,-1 1 1 0 0,1 0 0 0 0,-1 0-1 0 0,10 3 1 0 0,13 1-510 0 0,130-7-3154 0 0,-26-1-1136 0 0,-85 7 5203 0 0,-49-4-582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7.4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29 8288 0 0,'1'-3'261'0'0,"4"3"1015"0"0,6 0 1825 0 0,10-4 2295 0 0,147-9-4040 0 0,-69 6-1374 0 0,-84 6 18 0 0,0 0 0 0 0,0 1 0 0 0,0 1 0 0 0,0 0 0 0 0,16 4 0 0 0,-21-2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7.6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2 7084 0 0,'-8'-1'9816'0'0,"8"1"-9744"0"0,0 1-1 0 0,0-1 1 0 0,0 1 0 0 0,0-1-1 0 0,0 1 1 0 0,0-1-1 0 0,1 1 1 0 0,-1-1-1 0 0,0 1 1 0 0,0-1-1 0 0,1 1 1 0 0,-1-1-1 0 0,0 1 1 0 0,1-1 0 0 0,-1 0-1 0 0,0 1 1 0 0,1 0-1 0 0,0 0 202 0 0,5 2 691 0 0,15 2-729 0 0,149 7-547 0 0,-139-12-398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8.5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63 265 6932 0 0,'-1'-2'70'0'0,"-1"0"184"0"0,-9-4 1105 0 0,-9-6 357 0 0,14 9-1362 0 0,6 3-333 0 0,0 0-1 0 0,0 0 1 0 0,0 0 0 0 0,-1-1 0 0 0,1 1 0 0 0,0 0-1 0 0,0 0 1 0 0,0 0 0 0 0,0 0 0 0 0,-1 0-1 0 0,1 0 1 0 0,0 0 0 0 0,0-1 0 0 0,0 1-1 0 0,0 0 1 0 0,-1 0 0 0 0,1 0 0 0 0,0 0-1 0 0,0 0 1 0 0,0 0 0 0 0,-1 0 0 0 0,1 0-1 0 0,0 0 1 0 0,0 0 0 0 0,0 0 0 0 0,-1 0 0 0 0,1 0-1 0 0,0 0 1 0 0,0 0 0 0 0,0 0 0 0 0,-1 0-1 0 0,1 1 1 0 0,0-1 0 0 0,0 0 0 0 0,0 0-1 0 0,-1 0 1 0 0,1 0 0 0 0,0 0 0 0 0,0 0-1 0 0,0 0 1 0 0,0 1 0 0 0,0-1 0 0 0,-1 0 0 0 0,0 2 202 0 0,-1 0 0 0 0,1 0 1 0 0,-1 0-1 0 0,1 0 0 0 0,0 0 1 0 0,0 0-1 0 0,0 0 0 0 0,0 0 1 0 0,0 0-1 0 0,1 1 0 0 0,-1-1 1 0 0,1 0-1 0 0,-1 0 1 0 0,1 1-1 0 0,0 2 0 0 0,-1 8 1020 0 0,3 23-1 0 0,0-2 357 0 0,-1 249-2614 0 0,0 2-5589 0 0,6-148 6371 0 0,-5-131 1237 0 0,1-9 90 0 0,2-11 159 0 0,2-41-779 0 0,0-91 0 0 0,-15-54-667 0 0,2 78-1079 0 0,4 47 588 0 0,2 0-1 0 0,19-132 0 0 0,-17 197 739 0 0,0 0 0 0 0,0 0 0 0 0,6-13-1 0 0,-6 20-9 0 0,-1 0 0 0 0,0 0 0 0 0,1 0-1 0 0,0 0 1 0 0,0 0 0 0 0,0 1 0 0 0,0-1-1 0 0,0 1 1 0 0,1-1 0 0 0,-1 1 0 0 0,1 0-1 0 0,-1 0 1 0 0,1 0 0 0 0,3-2 0 0 0,16-6 833 0 0,1 1 1 0 0,37-10-1 0 0,50-6-463 0 0,-78 19-467 0 0,-12 3-288 0 0,0 1 0 0 0,25 0 0 0 0,15-1-1573 0 0,-32 2 1718 0 0,1 0 0 0 0,43 6 0 0 0,16 0 7332 0 0,-86-5-7136 0 0,1 1 0 0 0,0-1 0 0 0,-1 1 0 0 0,1-1 0 0 0,-1 1 0 0 0,0 0 0 0 0,1 0 0 0 0,-1 0 0 0 0,0 1 0 0 0,1-1 0 0 0,-1 0 0 0 0,0 1 0 0 0,2 1 0 0 0,27 28-36 0 0,-22-22 4 0 0,1 1-107 0 0,-1 0 0 0 0,-1 0 0 0 0,1 1-1 0 0,-2 0 1 0 0,1 0 0 0 0,-2 1 0 0 0,1 0 0 0 0,-2 0-1 0 0,1 0 1 0 0,-2 1 0 0 0,0 0 0 0 0,0 0 0 0 0,2 19-1 0 0,5 126-3587 0 0,-10 0 3365 0 0,-15-10 396 0 0,3-64-18 0 0,-7 39 3 0 0,14-106-16 0 0,0 0 1 0 0,-2 0-1 0 0,0 0 1 0 0,-16 30-1 0 0,17-39-1 0 0,1 0 0 0 0,-1 0 0 0 0,0-1 0 0 0,-1 1-1 0 0,0-1 1 0 0,0 0 0 0 0,0-1 0 0 0,-1 0 0 0 0,0 0-1 0 0,-12 8 1 0 0,3-5 19 0 0,-1-1-1 0 0,-1-1 1 0 0,1 0 0 0 0,-1-1-1 0 0,-1-1 1 0 0,1 0-1 0 0,-1-2 1 0 0,1 0-1 0 0,-1-1 1 0 0,-24 0 0 0 0,-21-5 34 0 0,-107-16 0 0 0,118 12-248 0 0,36 4 209 0 0,-50-8 17 0 0,61 10-17 0 0,0-1 0 0 0,0 0 0 0 0,0 0 0 0 0,1-1 1 0 0,-1 1-1 0 0,0-1 0 0 0,1-1 0 0 0,-7-4 0 0 0,4-1 305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8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89 9544 0 0,'2'0'215'0'0,"0"-2"54"0"0,0 1-57 0 0,-1-1 24 0 0,-1-5 416 0 0,1-16 1378 0 0,-1 22-1990 0 0,0 1-1 0 0,0 0 0 0 0,0-1 0 0 0,0 1 0 0 0,0-1 1 0 0,0 1-1 0 0,0 0 0 0 0,0-1 0 0 0,0 1 1 0 0,0 0-1 0 0,0-1 0 0 0,0 1 0 0 0,0 0 1 0 0,1-1-1 0 0,-1 1 0 0 0,0 0 0 0 0,0-1 1 0 0,0 1-1 0 0,1 0 0 0 0,-1 0 0 0 0,0-1 0 0 0,0 1 1 0 0,1 0-1 0 0,-1-1 0 0 0,15-14 2022 0 0,-15 15-2002 0 0,0-1 0 0 0,1 1 1 0 0,-1-1-1 0 0,1 1 1 0 0,-1-1-1 0 0,1 1 0 0 0,-1 0 1 0 0,1-1-1 0 0,-1 1 0 0 0,1 0 1 0 0,0 0-1 0 0,-1-1 0 0 0,1 1 1 0 0,-1 0-1 0 0,1 0 0 0 0,0 0 1 0 0,-1 0-1 0 0,1 0 0 0 0,1 0 1 0 0,97-15 2408 0 0,-54 9-3013 0 0,77 3 0 0 0,-105 3-404 0 0,1 2 1 0 0,-1 1-1 0 0,1 0 0 0 0,25 8 0 0 0,-42-11 973 0 0,0 1-1 0 0,0-1 0 0 0,0 0 1 0 0,0 0-1 0 0,-1 1 0 0 0,1-1 0 0 0,0 0 1 0 0,0 1-1 0 0,-1-1 0 0 0,1 1 0 0 0,0-1 1 0 0,-1 1-1 0 0,1-1 0 0 0,0 1 0 0 0,-1-1 1 0 0,1 1-1 0 0,-1 0 0 0 0,1-1 0 0 0,-1 1 1 0 0,1 0-1 0 0,-1-1 0 0 0,1 1 0 0 0,-1 0 1 0 0,0 0-1 0 0,1 0 0 0 0,-1-1 0 0 0,0 1 1 0 0,0 1-1 0 0,-2 4 214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8.9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 8692 0 0,'11'-2'6256'0'0,"1"2"-2882"0"0,192-12-3458 0 0,-200 12 4 0 0,31 1-1274 0 0,-32-1 976 0 0,-1 0 0 0 0,0 1 1 0 0,0-1-1 0 0,0 1 0 0 0,1 0 0 0 0,-1-1 0 0 0,0 1 0 0 0,0 0 1 0 0,0 0-1 0 0,0 1 0 0 0,0-1 0 0 0,3 3 0 0 0,-5-4 383 0 0,1 1-1 0 0,-1-1 1 0 0,0 1-1 0 0,1-1 1 0 0,-1 0-1 0 0,0 1 1 0 0,0-1-1 0 0,0 1 1 0 0,1-1-1 0 0,-1 1 1 0 0,0-1-1 0 0,0 1 1 0 0,0-1-1 0 0,0 1 1 0 0,0-1-1 0 0,0 1 1 0 0,0-1-1 0 0,0 1 1 0 0,0-1-1 0 0,0 1 1 0 0,0-1-1 0 0,-1 2 1 0 0,-1 3 27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9.1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55 8240 0 0,'4'1'214'0'0,"-1"-5"558"0"0,4-17 7064 0 0,-6 21-7731 0 0,10-1 1934 0 0,12-4-1666 0 0,14-3-292 0 0,4 1-81 0 0,-5 2 0 0 0,-3 1 0 0 0,-7 3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9.3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26 7688 0 0,'17'-4'9823'0'0,"-6"4"-7674"0"0,9 0-2149 0 0,6 0 0 0 0,-1-1 0 0 0,4-2 0 0 0,5-2 0 0 0,9 1 0 0 0,0-4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9.5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140 0 7940 0 0,'-1'44'3053'0'0,"-2"17"178"0"0,-6 35-468 0 0,0-6-1757 0 0,-38 248-5563 0 0,37-284 2672 0 0,10-50 1863 0 0,-20 96-491 0 0,15-85 884 0 0,1 0 0 0 0,-2 0 0 0 0,0-1 1 0 0,-11 21-1 0 0,15-33-159 0 0,4-4-145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59.9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0 116 8288 0 0,'11'-19'643'0'0,"-6"12"-226"0"0,-2 3-127 0 0,-2 4-265 0 0,-1 0 1 0 0,0 0 0 0 0,0-1 0 0 0,0 1-1 0 0,0 0 1 0 0,0 0 0 0 0,0 0-1 0 0,0 0 1 0 0,0 0 0 0 0,0 0 0 0 0,1 0-1 0 0,-1 0 1 0 0,0-1 0 0 0,0 1-1 0 0,0 0 1 0 0,0 0 0 0 0,0 0 0 0 0,0 0-1 0 0,1 0 1 0 0,-1 0 0 0 0,0 0 0 0 0,0 0-1 0 0,0 0 1 0 0,0 0 0 0 0,0 0-1 0 0,1 0 1 0 0,-1 0 0 0 0,0 0 0 0 0,0 0-1 0 0,0 0 1 0 0,0 0 0 0 0,0 0 0 0 0,1 0-1 0 0,-1 0 1 0 0,0 0 0 0 0,0 0-1 0 0,0 0 1 0 0,0 1 0 0 0,0-1 0 0 0,0 0-1 0 0,0 0 1 0 0,1 0 0 0 0,-1 0 0 0 0,0 0-1 0 0,0 0 1 0 0,0 0 0 0 0,0 0-1 0 0,0 0 1 0 0,0 1 0 0 0,0-1 0 0 0,0 0-1 0 0,0 0 1 0 0,0 0 0 0 0,1 0 0 0 0,-1 1 48 0 0,0-1 0 0 0,0 0 1 0 0,0 0-1 0 0,1 1 1 0 0,-1-1-1 0 0,0 0 1 0 0,0 0-1 0 0,0 0 1 0 0,1 1-1 0 0,-1-1 0 0 0,0 0 1 0 0,1 0-1 0 0,-1 0 1 0 0,0 0-1 0 0,0 0 1 0 0,1 1-1 0 0,-1-1 1 0 0,0 0-1 0 0,1 0 1 0 0,-1 0-1 0 0,0 0 0 0 0,1 0 1 0 0,34-13 5293 0 0,-3 0-5193 0 0,1 1 1 0 0,0 2-1 0 0,1 1 1 0 0,0 2-1 0 0,38-4 1 0 0,-18 4-2053 0 0,1 2 0 0 0,64 2 0 0 0,-29 13 79 0 0,-36-3 2077 0 0,-52-7-112 0 0,-1 0 0 0 0,1 0 0 0 0,-1 1 0 0 0,1-1 0 0 0,-1 0 0 0 0,1 1-1 0 0,-1-1 1 0 0,1 1 0 0 0,-1-1 0 0 0,1 1 0 0 0,-1 0 0 0 0,0 0 0 0 0,1-1 0 0 0,-1 1-1 0 0,0 0 1 0 0,0 0 0 0 0,0 0 0 0 0,1 1 0 0 0,-1-1 0 0 0,0 0 0 0 0,0 0 0 0 0,1 3 0 0 0,-1-2 269 0 0,1 0 1 0 0,-1 0-1 0 0,0 0 1 0 0,0 0-1 0 0,0 1 1 0 0,0-1-1 0 0,-1 0 1 0 0,2 4-1 0 0,-2 1-545 0 0,1 1 0 0 0,-1-1-1 0 0,0 10 1 0 0,-1 0 403 0 0,-20 266-1395 0 0,5-135-727 0 0,4 98-1811 0 0,3-34 3728 0 0,8-197-79 0 0,0 0-1 0 0,-1 0 1 0 0,-1 0 0 0 0,-1 0 0 0 0,0 0-1 0 0,0-1 1 0 0,-2 0 0 0 0,1 0 0 0 0,-2 0-1 0 0,0-1 1 0 0,-12 17 0 0 0,15-24 175 0 0,0 0 1 0 0,-1-1 0 0 0,0 1-1 0 0,0-1 1 0 0,-8 7 0 0 0,10-10 21 0 0,-1 0 0 0 0,1 0 0 0 0,0-1 0 0 0,-1 1 0 0 0,0-1 0 0 0,1 1 0 0 0,-1-1 0 0 0,0 0 0 0 0,1-1 0 0 0,-1 1 0 0 0,-7 0 0 0 0,-31-1 748 0 0,0-2 1 0 0,-47-7 0 0 0,-82-23-3218 0 0,142 28 1477 0 0,18 3-46 0 0,-1-1 0 0 0,-17-4 0 0 0,27 5 842 0 0,-1 0-1 0 0,1 0 1 0 0,0 0-1 0 0,-1 0 1 0 0,1 0 0 0 0,0 0-1 0 0,0 0 1 0 0,0-1-1 0 0,0 1 1 0 0,0-1-1 0 0,0 0 1 0 0,0 0 0 0 0,1 1-1 0 0,-1-1 1 0 0,1 0-1 0 0,-1 0 1 0 0,-1-3-1 0 0,-1-8 947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0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44 9796 0 0,'24'-12'2526'0'0,"-10"5"-717"0"0,-9 4-1247 0 0,1 0-1 0 0,0 1 0 0 0,0 0 0 0 0,0 0 0 0 0,0 0 1 0 0,0 1-1 0 0,8-1 0 0 0,101-3 478 0 0,-99 3-1137 0 0,0 2-1 0 0,1 0 0 0 0,16 2 0 0 0,-24-1-263 0 0,-1 0 0 0 0,0 1 0 0 0,0 0-1 0 0,0 0 1 0 0,0 1 0 0 0,0 0 0 0 0,13 7-1 0 0,-21-10 362 0 0,0 0 12 0 0,0 0 0 0 0,1 0 0 0 0,-1 0 0 0 0,0 1 0 0 0,1-1 0 0 0,-1 0 0 0 0,0 0 0 0 0,1 0 1 0 0,-1 1-1 0 0,0-1 0 0 0,1 0 0 0 0,-1 0 0 0 0,0 1 0 0 0,0-1 0 0 0,1 0 0 0 0,-1 1 0 0 0,0-1 0 0 0,0 0 0 0 0,0 1 0 0 0,1-1 0 0 0,-1 0 0 0 0,0 1 0 0 0,0-1 1 0 0,0 0-1 0 0,0 1 0 0 0,0-1 0 0 0,0 0 0 0 0,0 1 0 0 0,0-1 0 0 0,0 1 0 0 0,0 0 0 0 0,-2 3 83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0.3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 0 8644 0 0,'0'2'70'0'0,"-2"-1"184"0"0,-8 0 895 0 0,-5-4 151 0 0,-14 2 3444 0 0,29 2-4658 0 0,0-1 0 0 0,0 0 1 0 0,0 0-1 0 0,0 0 1 0 0,0 1-1 0 0,0 0 56 0 0,1-1 1 0 0,0 1-1 0 0,-1-1 1 0 0,1 1-1 0 0,0 0 1 0 0,-1-1-1 0 0,1 1 0 0 0,0-1 1 0 0,0 0-1 0 0,0 1 1 0 0,-1-1-1 0 0,1 0 1 0 0,0 1-1 0 0,0-1 1 0 0,0 0-1 0 0,0 0 0 0 0,0 0 1 0 0,0 0-1 0 0,1 0 1 0 0,43 6-243 0 0,1-2 1 0 0,-1-3-1 0 0,50-4 1 0 0,-86 3 74 0 0,76-5-2363 0 0,-74 5 1936 0 0,-1 0 0 0 0,1 1 0 0 0,0 1 0 0 0,-1 0 0 0 0,20 6 0 0 0,-25-6 547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0.5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54 7636 0 0,'2'1'0'0'0,"0"-1"0"0"0,0-1 805 0 0,0-6 2048 0 0,0 0-766 0 0,-1 4-1652 0 0,1-2 1207 0 0,11 2 169 0 0,88-8 764 0 0,-7 1-2804 0 0,-57 8-151 0 0,7-2 234 0 0,-34 2 717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0.6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37 8192 0 0,'5'5'229'0'0,"-14"-10"1270"0"0,-17-16 620 0 0,21 5 1451 0 0,28 24-570 0 0,26-4-1949 0 0,-10-4-1051 0 0,4 0 0 0 0,0-3-303 0 0,-5 3 284 0 0,-6 3-337 0 0,-4 1-349 0 0,0-4-476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1.4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35 403 8540 0 0,'-4'18'528'0'0,"-4"68"442"0"0,7 49-1108 0 0,-4 67 950 0 0,0-155-572 0 0,2 1 0 0 0,2 0 0 0 0,6 55 0 0 0,-3-80-167 0 0,-2-18-8 0 0,0 1 1 0 0,0-1-1 0 0,1 1 0 0 0,0-1 0 0 0,0 1 0 0 0,0-1 0 0 0,3 7 0 0 0,1-52 5711 0 0,-2-15-5379 0 0,-2 0 0 0 0,-7-55 1 0 0,6 107-428 0 0,-26-320-4947 0 0,28 2 2088 0 0,-1 310 2814 0 0,0 0-1 0 0,0 0 1 0 0,1 0-1 0 0,1 1 1 0 0,5-14-1 0 0,-7 20 51 0 0,1 0-1 0 0,0 0 0 0 0,1 0 0 0 0,-1 0 0 0 0,1 0 0 0 0,0 1 0 0 0,0-1 1 0 0,0 1-1 0 0,0 0 0 0 0,0 0 0 0 0,1 0 0 0 0,-1 0 0 0 0,1 1 0 0 0,0-1 1 0 0,5-2-1 0 0,28-11 139 0 0,1 1 0 0 0,60-15 0 0 0,83-9-393 0 0,-163 36 61 0 0,20-4 213 0 0,0 1-1 0 0,1 2 1 0 0,0 2 0 0 0,50 4 0 0 0,-66-1 86 0 0,-7-1-109 0 0,24 5 0 0 0,-36-4 117 0 0,-1 0-1 0 0,1-1 1 0 0,-1 1-1 0 0,1 1 1 0 0,-1-1-1 0 0,0 0 1 0 0,0 1 0 0 0,0 0-1 0 0,0 0 1 0 0,0 0-1 0 0,0 0 1 0 0,4 4-1 0 0,-6-4 153 0 0,0 0 0 0 0,-1 0 0 0 0,0 0 0 0 0,1 0 0 0 0,-1 0 0 0 0,0 0 0 0 0,0 0 0 0 0,0 0 0 0 0,0 0 0 0 0,-1 0 0 0 0,1 0 0 0 0,0 0 0 0 0,-2 3 0 0 0,0 11 911 0 0,2-6-397 0 0,1 35 208 0 0,-3 0 0 0 0,-8 54-1 0 0,-2-22-1635 0 0,4-1 0 0 0,3 121 0 0 0,26 156-3855 0 0,-11-226 4574 0 0,-10-126-43 0 0,4 42 73 0 0,-4 56-1 0 0,-1-86-37 0 0,0 0-1 0 0,-1 0 0 0 0,-1 0 0 0 0,0 0 0 0 0,-1 0 1 0 0,0 0-1 0 0,-1-1 0 0 0,-10 19 0 0 0,14-29-29 0 0,-1 0-1 0 0,1-1 1 0 0,-1 1 0 0 0,0 0-1 0 0,0 0 1 0 0,0-1 0 0 0,0 1-1 0 0,0-1 1 0 0,0 0 0 0 0,0 0-1 0 0,0 0 1 0 0,-1 0 0 0 0,1 0-1 0 0,0 0 1 0 0,-1 0 0 0 0,1-1-1 0 0,-1 1 1 0 0,1-1 0 0 0,-1 0-1 0 0,1 0 1 0 0,-3 0 0 0 0,-8 0 99 0 0,0 0 1 0 0,-23-5 0 0 0,29 4 41 0 0,-26-6 186 0 0,1-1 0 0 0,-54-22 0 0 0,10 3-156 0 0,41 16-424 0 0,-53-25-1 0 0,76 30 187 0 0,0-1-1 0 0,0 0 1 0 0,0-1-1 0 0,1 0 1 0 0,0-1-1 0 0,1 0 1 0 0,-14-14-1 0 0,7-1 109 0 0,4-5 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1.6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0 134 10104 0 0,'5'-3'0'0'0,"4"-17"2255"0"0,3-20 83 0 0,31 7 601 0 0,2 24-2745 0 0,10 2-262 0 0,-3-1-421 0 0,-4 2 223 0 0,-8 0-272 0 0,-8 4-407 0 0,-4 2-536 0 0,-5 2 742 0 0,-6 4 783 0 0,-5 0 4 0 0,-4-2-4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1.8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48 8844 0 0,'0'0'76'0'0,"1"-1"0"0"0,0 1 0 0 0,0 0 0 0 0,-1-1 0 0 0,1 1 1 0 0,0 0-1 0 0,0 0 0 0 0,-1-1 0 0 0,1 1 0 0 0,0 0 0 0 0,0 0 1 0 0,0 0-1 0 0,-1 0 0 0 0,1 0 0 0 0,0 0 0 0 0,0 0 0 0 0,0 0 0 0 0,1 1 1 0 0,8 1 1921 0 0,82-8 5482 0 0,48-19-9078 0 0,-62 10-1507 0 0,-75 15 2631 0 0,-2-1 282 0 0,1 1 0 0 0,0 0 1 0 0,-1-1-1 0 0,1 1 0 0 0,0 0 0 0 0,-1 0 0 0 0,1 0 0 0 0,-1 0 0 0 0,1 0 0 0 0,0 1 0 0 0,-1-1 0 0 0,3 1 0 0 0,1 2-101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1.9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38 7536 0 0,'5'-3'0'0'0,"5"-2"2123"0"0,-5 5-1767 0 0,29-6 4734 0 0,0 0-3741 0 0,6 1-1302 0 0,-4 0-388 0 0,-5 1 140 0 0,-6 1-314 0 0,-4 3-380 0 0,-7 3 1330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2.1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94 6228 0 0,'3'-1'8487'0'0,"7"-1"-6249"0"0,-3 1-106 0 0,67-12-1515 0 0,-10 4-733 0 0,-6-5-1407 0 0,75-27 0 0 0,-96 28-199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2.3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1 6884 0 0,'-3'48'1326'0'0,"-8"16"3298"0"0,-1 5-1287 0 0,-10 164-4516 0 0,17-1-3669 0 0,5-67 5670 0 0,1-159-677 0 0,0-4-18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2.7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97 7988 0 0,'15'-16'649'0'0,"-8"10"-231"0"0,-3 3-135 0 0,-3 3-207 0 0,-1-1 0 0 0,1 1-1 0 0,0-1 1 0 0,-1 1 0 0 0,1 0-1 0 0,-1-1 1 0 0,1 1 0 0 0,0 0-1 0 0,-1-1 1 0 0,1 1 0 0 0,0 0 0 0 0,0 0-1 0 0,-1-1 1 0 0,1 1 0 0 0,0 0-1 0 0,0 0 1 0 0,-1 0 0 0 0,1 0-1 0 0,0 0 1 0 0,0 0 0 0 0,-1 0-1 0 0,1 1 1 0 0,1-1 0 0 0,-1 0 211 0 0,22-3 1705 0 0,-1-1-1 0 0,26-8 1 0 0,5-1-11 0 0,-21 6-1747 0 0,15-3-874 0 0,1 2 0 0 0,75-3-1 0 0,-97 11 197 0 0,88 3-3388 0 0,-96-1 3465 0 0,0 0 0 0 0,0 1-1 0 0,0 1 1 0 0,22 8 0 0 0,-39-11 504 0 0,0 0 0 0 0,1-1 0 0 0,-1 1 0 0 0,0 0 0 0 0,0 0 0 0 0,0-1 0 0 0,0 1 0 0 0,0 0 0 0 0,0 0 0 0 0,0 0 1 0 0,0 0-1 0 0,0 0 0 0 0,0 1 0 0 0,-1-1 0 0 0,1 0 0 0 0,0 0 0 0 0,-1 0 0 0 0,1 1 0 0 0,-1-1 0 0 0,1 0 0 0 0,-1 1 0 0 0,0-1 0 0 0,0 0 0 0 0,1 1 0 0 0,-1-1 0 0 0,0 1 0 0 0,0-1 0 0 0,0 0 0 0 0,-1 1 0 0 0,1-1 0 0 0,0 0 0 0 0,0 1 0 0 0,-1 1 0 0 0,-2 6 894 0 0,1 0-1 0 0,-2 0 1 0 0,-6 15-1 0 0,5-14-1763 0 0,-4 10 374 0 0,1 1 0 0 0,1 0 0 0 0,0 0 0 0 0,2 0 0 0 0,1 1 0 0 0,0-1 0 0 0,2 1 0 0 0,0 35 0 0 0,12 101-3435 0 0,2-63 3815 0 0,42 171 1 0 0,11 17 136 0 0,-63-275-156 0 0,-1 0 0 0 0,0 0 0 0 0,0 0-1 0 0,-1 0 1 0 0,0 0 0 0 0,-2 13 0 0 0,1-18 63 0 0,0-1 0 0 0,1 1 0 0 0,-1 0 0 0 0,-1 0 0 0 0,1 0 0 0 0,0-1 0 0 0,0 1 0 0 0,-1-1 0 0 0,0 1 0 0 0,1-1 0 0 0,-1 0 0 0 0,0 1 0 0 0,0-1 0 0 0,0 0 0 0 0,-1 0 0 0 0,1 0 0 0 0,0-1 0 0 0,-1 1 0 0 0,1-1 0 0 0,-1 1 0 0 0,-2 0 0 0 0,-11 4 665 0 0,0 0 0 0 0,0-2 0 0 0,-1 0 0 0 0,1-1 0 0 0,-34 2 0 0 0,-86-6 231 0 0,81-2-2086 0 0,0-2 0 0 0,0-3 0 0 0,-64-17-1 0 0,82 14-539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2.9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39 9900 0 0,'8'-2'0'0'0,"12"-5"2207"0"0,6-3 39 0 0,17-2 641 0 0,-17 9-1438 0 0,3 2-478 0 0,5-3-971 0 0,0 4 0 0 0,0 4 0 0 0,1 0-180 0 0,-6 1-661 0 0,-4-1 657 0 0,-8 1-430 0 0,-4-2 931 0 0,-5 2 589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3.1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 8392 0 0,'15'10'7759'0'0,"-11"-9"-5904"0"0,-3-1-1832 0 0,-1 1 1 0 0,0-1 0 0 0,1 0 0 0 0,-1 0 0 0 0,0 1-1 0 0,1-1 1 0 0,-1 0 0 0 0,0 0 0 0 0,1 1 0 0 0,-1-1-1 0 0,0 0 1 0 0,1 0 0 0 0,-1 0 0 0 0,1 0 0 0 0,-1 0-1 0 0,0 0 1 0 0,1 0 0 0 0,-1 0 0 0 0,1 0 0 0 0,-1 0-1 0 0,1 0 1 0 0,-1 0 0 0 0,62-1 511 0 0,79-13 0 0 0,-64 5-498 0 0,-56 7-37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3.2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 8644 0 0,'4'-3'0'0'0,"10"-2"5127"0"0,-2 5-1616 0 0,8-4-1133 0 0,6-1-2378 0 0,1 5 0 0 0,0 0 0 0 0,-13 0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3.4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24 8492 0 0,'14'0'5295'0'0,"-2"0"-2144"0"0,9-7-429 0 0,18 3-2722 0 0,-13 2 0 0 0,3-1 0 0 0,0-4 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08.2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0 183 9536 0 0,'0'-1'0'0'0,"0"0"0"0"0,2 2 1103 0 0,8 2 6397 0 0,126-5-5634 0 0,221-31 0 0 0,-169 14-883 0 0,-42 5 148 0 0,-127 13-624 0 0,21 0-1 0 0,-22 2 489 0 0,-18-1-985 0 0,0 0 1 0 0,0 0 0 0 0,1 0 0 0 0,-1 0 0 0 0,0 0 0 0 0,0 0 0 0 0,0 0 0 0 0,1 0 0 0 0,-1 0 0 0 0,0 0 0 0 0,0 0 0 0 0,1 0-1 0 0,-1 0 1 0 0,0 0 0 0 0,0 0 0 0 0,0 0 0 0 0,1-1 0 0 0,-1 1 0 0 0,0 0 0 0 0,0 0 0 0 0,0 0 0 0 0,1 0 0 0 0,-1 0 0 0 0,0 0 0 0 0,0-1-1 0 0,0 1 1 0 0,0 0 0 0 0,0 0 0 0 0,1 0 0 0 0,-1 0 0 0 0,0-1 0 0 0,0 1 0 0 0,0 0 0 0 0,0 0 0 0 0,0-1 0 0 0,-4-6 316 0 0,-9-5-1 0 0,-11-3-108 0 0,-40-16-1 0 0,-3-3 97 0 0,40 21-44 0 0,26 13 95 0 0,9 4-245 0 0,0 5-94 0 0,-1-1 0 0 0,1 0 1 0 0,12 10-1 0 0,4 4 5 0 0,-5-4-6 0 0,-10-10-12 0 0,-1 0 0 0 0,0 0 1 0 0,0 1-1 0 0,-1 0 0 0 0,13 20 0 0 0,-18-25-5 0 0,-1-1 1 0 0,0 0-1 0 0,1 1 0 0 0,-1-1 0 0 0,0 0 1 0 0,-1 1-1 0 0,1-1 0 0 0,-1 1 1 0 0,1 0-1 0 0,-1-1 0 0 0,0 1 0 0 0,-1-1 1 0 0,1 1-1 0 0,0-1 0 0 0,-2 4 0 0 0,1-2-1 0 0,-1-1-1 0 0,0 0 0 0 0,0 1 0 0 0,-1-1 0 0 0,1 0 0 0 0,-1-1 1 0 0,0 1-1 0 0,0 0 0 0 0,0-1 0 0 0,-6 6 0 0 0,-57 55 74 0 0,50-48-64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0.0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171 17 15072 0 0,'-6'3'0'0'0,"0"-3"0"0"0,1 1 22 0 0,-1-1 68 0 0,-17-7 174 0 0,-8-4 112 0 0,31 11-359 0 0,-1-1 1 0 0,0 1 0 0 0,1 0 0 0 0,-1 0 0 0 0,1-1 0 0 0,-1 1 0 0 0,1 0 0 0 0,-1 0 0 0 0,0 0 0 0 0,1 0-1 0 0,-1 0 1 0 0,1 0 0 0 0,-1 0 0 0 0,0 0 0 0 0,1 0 0 0 0,-1 0 0 0 0,0 0 0 0 0,1 0 0 0 0,-1 0 0 0 0,0 1 0 0 0,-22 6 407 0 0,23-7-407 0 0,-1 0 1 0 0,1 0-1 0 0,0 0 0 0 0,-1 1 1 0 0,1-1-1 0 0,0 0 0 0 0,-1 0 1 0 0,1 0-1 0 0,0 0 0 0 0,-1 1 1 0 0,1-1-1 0 0,0 0 0 0 0,-1 0 1 0 0,1 1-1 0 0,0-1 0 0 0,0 0 1 0 0,-1 0-1 0 0,1 1 1 0 0,0-1-1 0 0,0 0 0 0 0,-1 1 1 0 0,1-1-1 0 0,0 0 0 0 0,0 1 1 0 0,0-1-1 0 0,0 1 0 0 0,0-1 1 0 0,0 0-1 0 0,0 1 0 0 0,-1-1 1 0 0,1 0-1 0 0,0 1 0 0 0,1 0 1 0 0,-33 188 3150 0 0,19-96-2052 0 0,11-78-910 0 0,0-1 0 0 0,1 1 0 0 0,1 0 0 0 0,2 27 0 0 0,-2-37-151 0 0,1-1 0 0 0,0 1-1 0 0,0-1 1 0 0,0 0 0 0 0,1 1 0 0 0,0-1 0 0 0,0 0 0 0 0,0 0 0 0 0,0 0 0 0 0,0 0-1 0 0,1-1 1 0 0,-1 1 0 0 0,1 0 0 0 0,0-1 0 0 0,0 0 0 0 0,1 0 0 0 0,-1 0 0 0 0,1 0 0 0 0,-1 0-1 0 0,6 2 1 0 0,-3-2 0 0 0,1 0-1 0 0,0 0 1 0 0,0-1 0 0 0,0 0-1 0 0,0 0 1 0 0,0-1-1 0 0,0 0 1 0 0,0 0 0 0 0,0-1-1 0 0,13 0 1 0 0,-9-1-11 0 0,0-1 0 0 0,0 0 0 0 0,0 0 0 0 0,-1-1 0 0 0,1-1 0 0 0,13-5 0 0 0,2-5 28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0.3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108 1 17079 0 0,'1'1'1'0'0,"-1"0"-1"0"0,0 0 0 0 0,0 0 0 0 0,0 0 0 0 0,0 0 0 0 0,0 0 0 0 0,0-1 0 0 0,-1 1 0 0 0,1 0 0 0 0,0 0 0 0 0,0 0 0 0 0,-1 0 0 0 0,1 0 0 0 0,0 0 0 0 0,-1 0 0 0 0,1-1 0 0 0,-1 1 0 0 0,0 1 0 0 0,-1 0 63 0 0,2-1-42 0 0,0-1 1 0 0,0 1-1 0 0,0-1 0 0 0,-1 1 0 0 0,1-1 0 0 0,0 1 0 0 0,0-1 0 0 0,-1 0 0 0 0,1 1 0 0 0,0-1 0 0 0,0 1 0 0 0,-1-1 0 0 0,1 0 0 0 0,-1 1 0 0 0,1-1 0 0 0,0 0 0 0 0,-1 1 0 0 0,1-1 0 0 0,-1 0 0 0 0,1 1 0 0 0,0-1 0 0 0,-1 0 0 0 0,0 0 0 0 0,0 1 4 0 0,1-1-1 0 0,-1 0 1 0 0,1 1 0 0 0,-1-1-1 0 0,1 0 1 0 0,-1 1 0 0 0,1-1-1 0 0,-1 1 1 0 0,1-1-1 0 0,-1 1 1 0 0,1-1 0 0 0,-1 1-1 0 0,1-1 1 0 0,0 1 0 0 0,-1 0-1 0 0,1-1 1 0 0,0 1 0 0 0,0-1-1 0 0,-1 1 1 0 0,1 0 0 0 0,0-1-1 0 0,0 1 1 0 0,0 1-1 0 0,-15 43 1086 0 0,3 1-1 0 0,-13 95 0 0 0,20-109-616 0 0,-13 52 0 0 0,13-74-280 0 0,4-9-181 0 0,1-1 0 0 0,-1 1 0 0 0,1 0 0 0 0,0 0 0 0 0,-1 0 0 0 0,1 0 1 0 0,0 0-1 0 0,-1-1 0 0 0,1 1 0 0 0,0 0 0 0 0,0 0 0 0 0,0 0 0 0 0,0 0 0 0 0,0 1 0 0 0,13-13 283 0 0,1 0 0 0 0,23-13-1 0 0,-30 19-261 0 0,0 0-1 0 0,0 1 0 0 0,0 0 0 0 0,0 1 1 0 0,1-1-1 0 0,-1 1 0 0 0,1 1 1 0 0,0 0-1 0 0,0 0 0 0 0,0 0 1 0 0,0 1-1 0 0,14-1 0 0 0,-13 2 46 0 0,-1 0 0 0 0,1 1 0 0 0,17 3 0 0 0,-22-3-60 0 0,-1 0 0 0 0,1 1 0 0 0,-1-1-1 0 0,1 1 1 0 0,-1-1 0 0 0,0 1 0 0 0,0 0 0 0 0,0 1 0 0 0,0-1 0 0 0,0 0-1 0 0,0 1 1 0 0,3 4 0 0 0,-5-6-17 0 0,0 1 0 0 0,0-1 0 0 0,-1 0 0 0 0,1 1-1 0 0,0-1 1 0 0,-1 1 0 0 0,1-1 0 0 0,-1 0 0 0 0,1 1-1 0 0,-1-1 1 0 0,0 1 0 0 0,0-1 0 0 0,1 1 0 0 0,-1 0 0 0 0,0-1-1 0 0,0 1 1 0 0,-1-1 0 0 0,1 1 0 0 0,0-1 0 0 0,-1 1 0 0 0,0 2-1 0 0,-2 3 32 0 0,1-1 1 0 0,-2 1-1 0 0,-5 9 0 0 0,1-2 5 0 0,-1 4-1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0.7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68 13 16479 0 0,'0'2'-1'0'0,"0"-1"-3"0"0,-1-1-3 0 0,-1 0-1 0 0,-6-3 54 0 0,5 2 16 0 0,0-1 100 0 0,-1 0 0 0 0,0 0 0 0 0,0 1-1 0 0,0 0 1 0 0,-1 0 0 0 0,-5-1 0 0 0,9 2-115 0 0,1 0 0 0 0,-1 0 0 0 0,0 0 0 0 0,0 0 0 0 0,1 0 0 0 0,-1 0 0 0 0,0 0 0 0 0,1 0 0 0 0,-1 0 0 0 0,0 0 0 0 0,1 0 0 0 0,-1 1 1 0 0,0-1-1 0 0,1 0 0 0 0,-1 0 0 0 0,1 1 0 0 0,-1-1 0 0 0,0 1 0 0 0,1-1 0 0 0,-1 0 0 0 0,1 1 0 0 0,-1-1 0 0 0,1 1 0 0 0,-1-1 0 0 0,1 1 0 0 0,0 0 1 0 0,-1-1-1 0 0,1 1 0 0 0,0-1 0 0 0,-1 1 0 0 0,1 0 0 0 0,0-1 0 0 0,0 1 0 0 0,-1 0 0 0 0,1-1 0 0 0,0 1 0 0 0,0 0 0 0 0,0-1 0 0 0,0 1 0 0 0,0 0 1 0 0,0-1-1 0 0,0 1 0 0 0,0 0 0 0 0,0-1 0 0 0,0 1 0 0 0,0 0 0 0 0,1-1 0 0 0,-1 2 0 0 0,5 25 1040 0 0,-4-14-786 0 0,1 0 0 0 0,1 0-1 0 0,0-1 1 0 0,1 1 0 0 0,7 15 0 0 0,-10-25-279 0 0,0-2 1 0 0,-1 1 0 0 0,1-1 0 0 0,0 0 0 0 0,-1 0-1 0 0,1 1 1 0 0,0-1 0 0 0,-1 0 0 0 0,1 0 0 0 0,0 0-1 0 0,0 0 1 0 0,2 2 0 0 0,-2-3-10 0 0,0 0 0 0 0,1 0 0 0 0,-1 0 0 0 0,0 0 0 0 0,0 0 0 0 0,0 0 0 0 0,0 0 0 0 0,1-1 0 0 0,-1 1 0 0 0,0 0 0 0 0,0-1 0 0 0,0 1 0 0 0,0-1 0 0 0,0 1 0 0 0,1-2 0 0 0,5 0 12 0 0,-1-1 0 0 0,0 0 1 0 0,0 0-1 0 0,-1-1 0 0 0,1 1 0 0 0,-1-2 1 0 0,0 1-1 0 0,0 0 0 0 0,0-1 0 0 0,0 0 1 0 0,-1 0-1 0 0,0 0 0 0 0,0-1 0 0 0,0 1 1 0 0,3-9-1 0 0,4-7 43 0 0,-2 12 149 0 0,-8 9-194 0 0,-1 0-1 0 0,0 0 0 0 0,1 0 0 0 0,-1 0 0 0 0,0 0 1 0 0,1-1-1 0 0,-1 1 0 0 0,0 0 0 0 0,1 0 1 0 0,-1 0-1 0 0,0 0 0 0 0,1 0 0 0 0,-1 0 0 0 0,1 0 1 0 0,-1 1-1 0 0,0-1 0 0 0,1 0 0 0 0,-1 0 0 0 0,0 0 1 0 0,1 0-1 0 0,-1 0 0 0 0,0 0 0 0 0,0 1 1 0 0,1-1-1 0 0,-1 0 0 0 0,0 0 0 0 0,1 0 0 0 0,-1 1 1 0 0,0-1-1 0 0,1 3 22 0 0,0-1 0 0 0,0 1 0 0 0,0 0 0 0 0,-1-1 0 0 0,1 1 0 0 0,-1 0 0 0 0,1 4 0 0 0,0 6 77 0 0,2 3 49 0 0,-1-1 0 0 0,0 0 0 0 0,-1 26 0 0 0,-1-40-152 0 0,0 0 0 0 0,0 0-1 0 0,0 1 1 0 0,0-1 0 0 0,1 0-1 0 0,-1 0 1 0 0,0 1 0 0 0,1-1-1 0 0,-1 0 1 0 0,0 0 0 0 0,1 0-1 0 0,0 0 1 0 0,-1 0 0 0 0,1 0-1 0 0,-1 0 1 0 0,1 0 0 0 0,0 0 0 0 0,1 1-1 0 0,-2-1 47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1.07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 17383 0 0,'5'-8'320'0'0,"-2"6"122"0"0,2 2 447 0 0,-3 1-595 0 0,-1 0 1 0 0,1 1-1 0 0,-1-1 0 0 0,0 0 0 0 0,1 0 1 0 0,-1 1-1 0 0,0-1 0 0 0,1 2 0 0 0,5 6 337 0 0,-6-9-602 0 0,0 1 0 0 0,-1 0 0 0 0,1-1 1 0 0,-1 1-1 0 0,1 0 0 0 0,0 0 1 0 0,-1 0-1 0 0,1-1 0 0 0,-1 1 0 0 0,0 0 1 0 0,1 0-1 0 0,-1 0 0 0 0,0 0 0 0 0,1 2 1 0 0,1 4 144 0 0,-1-7-156 0 0,0 0 1 0 0,0 0-1 0 0,0 0 0 0 0,0 0 1 0 0,0 0-1 0 0,0 0 0 0 0,0 0 1 0 0,0 0-1 0 0,0-1 0 0 0,0 1 1 0 0,0 0-1 0 0,0-1 0 0 0,0 1 1 0 0,0-1-1 0 0,0 1 0 0 0,1-2 0 0 0,3 0 58 0 0,13-5 41 0 0,-10 3-1 0 0,-1 1 0 0 0,1 0 1 0 0,0 1-1 0 0,0 0 1 0 0,0 0-1 0 0,0 1 1 0 0,1 0-1 0 0,13 0 1 0 0,-21 1-96 0 0,0 0 1 0 0,1 1 0 0 0,-1-1-1 0 0,0 1 1 0 0,0-1-1 0 0,0 1 1 0 0,0-1-1 0 0,0 1 1 0 0,0 0-1 0 0,0-1 1 0 0,0 1-1 0 0,0 0 1 0 0,0 0-1 0 0,-1 0 1 0 0,1 0 0 0 0,0 0-1 0 0,1 1 1 0 0,11 23 253 0 0,-7-12-210 0 0,-4-10-45 0 0,0-1 0 0 0,-1 0 1 0 0,1 1-1 0 0,-1-1 0 0 0,0 1 0 0 0,1 0 1 0 0,-1-1-1 0 0,-1 1 0 0 0,1 0 0 0 0,0-1 0 0 0,-1 1 1 0 0,1 0-1 0 0,-1 0 0 0 0,0 0 0 0 0,0 0 1 0 0,0-1-1 0 0,0 1 0 0 0,0 0 0 0 0,-1 0 1 0 0,0 0-1 0 0,1-1 0 0 0,-3 6 0 0 0,-9 21 230 0 0,11-24-204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1.3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 10 17791 0 0,'1'0'3'0'0,"-1"0"13"0"0,1 1 13 0 0,-2-1 41 0 0,-3-1 115 0 0,-3-1-13 0 0,-14-4 311 0 0,20 6-472 0 0,1 0 0 0 0,0 0 0 0 0,0-1 0 0 0,0 1 0 0 0,0 0 0 0 0,-1 0 0 0 0,1 0 1 0 0,0 0-1 0 0,0 0 0 0 0,0 0 0 0 0,-1 0 0 0 0,1 0 0 0 0,0 0 0 0 0,0 0 0 0 0,0 0 0 0 0,-1 0 0 0 0,1 0 1 0 0,0 0-1 0 0,0 0 0 0 0,0 0 0 0 0,-1 0 0 0 0,1 0 0 0 0,0 0 0 0 0,0 0 0 0 0,0 0 0 0 0,-1 0 0 0 0,1 0 1 0 0,0 0-1 0 0,0 0 0 0 0,0 1 0 0 0,-1-1 0 0 0,1 0 0 0 0,0 0 0 0 0,0 0 0 0 0,0 0 0 0 0,0 0 1 0 0,0 1-1 0 0,-1-1 0 0 0,1 0 0 0 0,0 0 0 0 0,0 0 0 0 0,0 1 0 0 0,-1 1 45 0 0,0 0 1 0 0,0 0-1 0 0,0 0 1 0 0,0 0-1 0 0,0 1 0 0 0,1-1 1 0 0,-1 0-1 0 0,1 1 0 0 0,-1-1 1 0 0,1 0-1 0 0,0 1 0 0 0,0-1 1 0 0,0 0-1 0 0,1 5 1 0 0,10 37 537 0 0,-5-25-349 0 0,3 22 366 0 0,-1-1 0 0 0,4 72-1 0 0,-9-58-202 0 0,0-21-247 0 0,-1-1 1 0 0,-2 0-1 0 0,-6 50 1 0 0,-1-43-83 0 0,0-6 54 0 0,-1 38 0 0 0,8-66-108 0 0,-1-1 0 0 0,1 1 0 0 0,-1-1 1 0 0,0 1-1 0 0,-1-1 0 0 0,-2 8 0 0 0,1-7 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1.5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154 1 14672 0 0,'-1'0'90'0'0,"-1"1"0"0"0,1-1 0 0 0,0 1 0 0 0,0 0 0 0 0,0-1 0 0 0,0 1 0 0 0,-1 0 0 0 0,1 0 0 0 0,0 0 0 0 0,0 0 0 0 0,1 0 0 0 0,-1 0 0 0 0,0 0 0 0 0,0 0 1 0 0,0 0-1 0 0,0 2 0 0 0,0-1 58 0 0,0-1 0 0 0,0 1 0 0 0,0 0 0 0 0,0-1 0 0 0,-1 1 0 0 0,1-1 0 0 0,0 0 0 0 0,-1 0 0 0 0,1 1 0 0 0,-4 1 0 0 0,-18 7 967 0 0,15-7-924 0 0,1 0 1 0 0,-1 1-1 0 0,-8 5 0 0 0,-2 3 141 0 0,11-8-179 0 0,0 0-1 0 0,0 1 0 0 0,-7 6 1 0 0,13-10-114 0 0,1 0 1 0 0,-1 0 0 0 0,1 0-1 0 0,0-1 1 0 0,-1 1-1 0 0,1 0 1 0 0,0 0 0 0 0,0 0-1 0 0,0 0 1 0 0,0 0-1 0 0,0-1 1 0 0,0 1 0 0 0,0 0-1 0 0,0 0 1 0 0,0 0-1 0 0,0 0 1 0 0,0 0 0 0 0,0-1-1 0 0,1 1 1 0 0,-1 0 0 0 0,0 0-1 0 0,1 0 1 0 0,-1-1-1 0 0,1 1 1 0 0,-1 0 0 0 0,1 0-1 0 0,-1-1 1 0 0,1 1-1 0 0,-1 0 1 0 0,1 0 0 0 0,2 2 58 0 0,-1 0 1 0 0,1 0 0 0 0,0 0-1 0 0,0-1 1 0 0,4 5 0 0 0,11 8 258 0 0,-16-13-312 0 0,0 0-1 0 0,0 0 1 0 0,1 1 0 0 0,-1-2-1 0 0,1 1 1 0 0,-1 0 0 0 0,1 0-1 0 0,0-1 1 0 0,4 2 0 0 0,27 5 245 0 0,-17-5-146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1.7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15272 0 0,'1'19'598'0'0,"3"7"1682"0"0,-2-16-1316 0 0,0 0-1 0 0,-1 15 1 0 0,0-16-830 0 0,0 0 1 0 0,1 0-1 0 0,3 13 0 0 0,-5-20-129 0 0,1 3 43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1.9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10 13968 0 0,'0'-3'0'0'0,"0"1"0"0"0,0-2 5119 0 0,3 4-4703 0 0,1 1-280 0 0,4 7 8 0 0,1 0-8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2.2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43 13968 0 0,'7'-1'227'0'0,"-2"1"39"0"0,-4 0-200 0 0,-1 0-1 0 0,1 0 1 0 0,0 0-1 0 0,0 0 1 0 0,0 1-1 0 0,0-1 1 0 0,0 0-1 0 0,-1 0 1 0 0,1 0 0 0 0,0 1-1 0 0,0-1 1 0 0,-1 0-1 0 0,1 1 1 0 0,0-1-1 0 0,0 1 1 0 0,-1-1-1 0 0,1 1 1 0 0,1 1-1 0 0,-1-2 72 0 0,0 1-1 0 0,0 0 0 0 0,0-1 0 0 0,0 1 1 0 0,1 0-1 0 0,-1-1 0 0 0,0 1 1 0 0,0-1-1 0 0,1 0 0 0 0,-1 1 1 0 0,0-1-1 0 0,1 0 0 0 0,-1 0 1 0 0,0 0-1 0 0,1 0 0 0 0,-1 0 0 0 0,0 0 1 0 0,1 0-1 0 0,-1-1 0 0 0,2 1 1 0 0,30-12 764 0 0,-22 8-778 0 0,27-13 422 0 0,-29 12-232 0 0,0 1 0 0 0,0 0 0 0 0,15-4 0 0 0,-23 8-264 0 0,0 0 0 0 0,0 1 0 0 0,0-1-1 0 0,0 0 1 0 0,0 0 0 0 0,1 1 0 0 0,-1-1 0 0 0,0 1 0 0 0,-1-1-1 0 0,1 1 1 0 0,0-1 0 0 0,0 1 0 0 0,0 0 0 0 0,0-1 0 0 0,0 1-1 0 0,0 0 1 0 0,-1 0 0 0 0,1-1 0 0 0,0 1 0 0 0,-1 0 0 0 0,1 0-1 0 0,-1 0 1 0 0,2 2 0 0 0,0 0 134 0 0,0 1 1 0 0,-1-1-1 0 0,1 1 0 0 0,-1-1 1 0 0,3 7-1 0 0,-4-3-13 0 0,1 0 0 0 0,-1 0 0 0 0,-1 12 0 0 0,0-13 6 0 0,1 1 0 0 0,0 0 1 0 0,0 0-1 0 0,1 6 0 0 0,0-12-148 0 0,-1 0 0 0 0,1-1 0 0 0,-1 1-1 0 0,1 0 1 0 0,0-1 0 0 0,-1 1 0 0 0,1 0 0 0 0,0-1-1 0 0,-1 1 1 0 0,1-1 0 0 0,0 1 0 0 0,0-1 0 0 0,-1 0 0 0 0,1 1-1 0 0,0-1 1 0 0,0 0 0 0 0,1 1 0 0 0,-2-1-2 0 0,8 2 87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2.5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306 6 14272 0 0,'0'-1'0'0'0,"-7"-3"355"0"0,7 4-344 0 0,0 0 1 0 0,-1 0-1 0 0,1 0 0 0 0,0 0 1 0 0,0 0-1 0 0,0 0 0 0 0,0 0 0 0 0,0 0 1 0 0,0 0-1 0 0,-1 0 0 0 0,1 0 0 0 0,0 0 1 0 0,0 0-1 0 0,0 0 0 0 0,0 0 0 0 0,0 0 1 0 0,-1 0-1 0 0,1 0 0 0 0,0 0 0 0 0,0 0 1 0 0,0 0-1 0 0,0 0 0 0 0,0 0 1 0 0,-1 0-1 0 0,1 1 0 0 0,0-1 0 0 0,0 0 1 0 0,0 0-1 0 0,0 0 0 0 0,0 0 0 0 0,0 0 1 0 0,0 0-1 0 0,0 0 0 0 0,-1 0 0 0 0,1 1 1 0 0,0-1-1 0 0,0 0 0 0 0,0 0 0 0 0,0 0 1 0 0,0 0-1 0 0,0 0 0 0 0,0 0 1 0 0,0 1-1 0 0,0-1 0 0 0,0 0 0 0 0,0 0 1 0 0,0 0-1 0 0,0 0 0 0 0,0 0 0 0 0,0 1 1 0 0,0-1-1 0 0,0 1 457 0 0,-7-2 488 0 0,6 1-858 0 0,-1 0 0 0 0,0 0 1 0 0,1 0-1 0 0,-1 0 1 0 0,0 0-1 0 0,1 0 1 0 0,-1 0-1 0 0,0 0 0 0 0,1 1 1 0 0,-1-1-1 0 0,1 1 1 0 0,-1-1-1 0 0,1 1 1 0 0,-1-1-1 0 0,1 1 0 0 0,-1 0 1 0 0,1 0-1 0 0,-1 0 1 0 0,1 0-1 0 0,0 0 1 0 0,-2 2-1 0 0,-17 12 363 0 0,19-13-384 0 0,0 0-1 0 0,1 0 0 0 0,-1 0 0 0 0,0 1 0 0 0,1-1 0 0 0,0 0 0 0 0,-1 1 0 0 0,1-1 0 0 0,0 0 0 0 0,0 1 1 0 0,0-1-1 0 0,0 0 0 0 0,2 4 0 0 0,-1 9 2 0 0,-1 45 192 0 0,1 2 51 0 0,-10 88-1 0 0,3-96-42 0 0,2 0 0 0 0,5 93-1 0 0,3-35 101 0 0,-5-91-279 0 0,0 0 1 0 0,-2 0-1 0 0,-6 26 0 0 0,8-43-74 0 0,0 0 1 0 0,0 0-1 0 0,-1 0 0 0 0,1-1 0 0 0,-1 1 1 0 0,0 0-1 0 0,0-1 0 0 0,0 0 0 0 0,0 1 1 0 0,-1-1-1 0 0,1 0 0 0 0,-1 0 1 0 0,-3 3-1 0 0,3-4 2 0 0,1-1 0 0 0,-1 1 0 0 0,1-1 0 0 0,-1 0 0 0 0,0 0 0 0 0,1 0 0 0 0,-1 0 0 0 0,0 0 0 0 0,0-1 0 0 0,0 1 0 0 0,0-1 0 0 0,0 0 0 0 0,1 0 0 0 0,-1 0 0 0 0,0 0 0 0 0,0 0 0 0 0,0 0 0 0 0,-4-2 0 0 0,1 1 16 0 0,0-1 0 0 0,0 0 0 0 0,1 0 0 0 0,-1 0 1 0 0,1 0-1 0 0,0-1 0 0 0,-1 0 0 0 0,1 0 1 0 0,1-1-1 0 0,-1 1 0 0 0,0-1 0 0 0,1 0 0 0 0,-6-6 1 0 0,6 4 4 0 0,0 1 1 0 0,0-1-1 0 0,1 0 1 0 0,0 0 0 0 0,0-1-1 0 0,0 1 1 0 0,1-1-1 0 0,-1 1 1 0 0,2-1-1 0 0,-1 0 1 0 0,0-7 0 0 0,0-4 53 0 0,1 1 1 0 0,1 0-1 0 0,0 0 1 0 0,1 0 0 0 0,1 0-1 0 0,1 0 1 0 0,0 0-1 0 0,1 0 1 0 0,1 0 0 0 0,9-19-1 0 0,-3 12 16 0 0,1 1 0 0 0,1 1 0 0 0,0 0 0 0 0,2 1 0 0 0,1 0 0 0 0,20-20 0 0 0,71-73 458 0 0,-86 92-440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5.7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109 147 7888 0 0,'2'27'457'0'0,"2"9"1301"0"0,0 4 239 0 0,-1 90 1392 0 0,-2-34-3752 0 0,-10 104-3434 0 0,4-144 3652 0 0,-7 69 2547 0 0,12-143 491 0 0,-6-34 0 0 0,-19-54-2632 0 0,1 7-555 0 0,-3-159-3541 0 0,17 140-280 0 0,5 57 3206 0 0,6 60 927 0 0,-1-1 0 0 0,0 1 0 0 0,0 0 0 0 0,1 0 0 0 0,-1-1 0 0 0,0 1 0 0 0,1 0 0 0 0,-1 0 1 0 0,1 0-1 0 0,0 0 0 0 0,-1 0 0 0 0,1 0 0 0 0,0 0 0 0 0,0 0 0 0 0,0 0 0 0 0,0 0 0 0 0,0 0 0 0 0,0 0 0 0 0,0 0 1 0 0,0 1-1 0 0,0-1 0 0 0,0 0 0 0 0,2 0 0 0 0,3-2 106 0 0,0 1 0 0 0,0-1 1 0 0,9-1-1 0 0,-14 4-172 0 0,46-9-314 0 0,0 1-1 0 0,0 3 0 0 0,56 1 0 0 0,129-19 528 0 0,-120 9-78 0 0,-97 13-61 0 0,135-10 371 0 0,-117 10 14 0 0,0-1 1 0 0,0-2-1 0 0,0-1 0 0 0,-1-1 1 0 0,48-9 5429 0 0,-80 16-5606 0 0,1 13 1313 0 0,-6 19-2705 0 0,2-22 1706 0 0,-12 83-877 0 0,-6 133 0 0 0,18-143-407 0 0,-2 10-1818 0 0,12 147-1 0 0,13-8 2627 0 0,-19-224-67 0 0,-1 1 0 0 0,0-1 0 0 0,-1 0 0 0 0,0 1 0 0 0,0-1-1 0 0,-1 0 1 0 0,-3 9 0 0 0,4-14-3 0 0,0-1 0 0 0,-1 1 0 0 0,0-1 1 0 0,1 1-1 0 0,-1-1 0 0 0,0 0 0 0 0,-1 0 0 0 0,1 0 0 0 0,0 0 0 0 0,-1 0 0 0 0,0 0 0 0 0,0-1 0 0 0,0 0 0 0 0,0 1 0 0 0,0-1 0 0 0,0 0 0 0 0,0 0 0 0 0,-1-1 1 0 0,-5 3-1 0 0,-11 1 45 0 0,1-2 0 0 0,0 0 0 0 0,-1-1 0 0 0,1-1 1 0 0,-22-2-1 0 0,24 1 20 0 0,-235-16-246 0 0,157 7 210 0 0,40 4 3 0 0,1-3 0 0 0,-70-20 0 0 0,115 26-27 0 0,-1-1-1 0 0,1 0 1 0 0,0-1-1 0 0,0 0 1 0 0,1 0-1 0 0,-1-1 1 0 0,-13-10-1 0 0,6 0 13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6.1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57 9148 0 0,'9'-18'8341'0'0,"-8"17"-8054"0"0,0 1-1 0 0,0 0 0 0 0,-1-1 0 0 0,2 1 1 0 0,9-4 452 0 0,13-2-739 0 0,7-1 0 0 0,65-10 0 0 0,-87 15 0 0 0,1 2 0 0 0,-1 0 0 0 0,0 0 0 0 0,0 0 0 0 0,1 1 0 0 0,-1 1 0 0 0,0-1 0 0 0,12 5 0 0 0,-16-4 0 0 0,-2 1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6.5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58 7388 0 0,'5'-5'4894'0'0,"31"-5"2437"0"0,-6 4-7284 0 0,9 0-47 0 0,7-3 0 0 0,-10 2 0 0 0,1 0 0 0 0,57-1 0 0 0,-85 8 0 0 0,-6 0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7.1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68 17 7136 0 0,'-4'3'367'0'0,"2"-2"-185"0"0,-1 1 51 0 0,1-2-70 0 0,-3-1 387 0 0,5 1-377 0 0,-6-4 679 0 0,-5-10 581 0 0,11 14-1416 0 0,0-1-1 0 0,0 1 1 0 0,0 0 0 0 0,0 0-1 0 0,0 0 1 0 0,0 0 0 0 0,0 0-1 0 0,0 0 1 0 0,0 0 0 0 0,0-1-1 0 0,0 1 1 0 0,0 0 0 0 0,0 0-1 0 0,0 0 1 0 0,0 0 0 0 0,0 0-1 0 0,0 0 1 0 0,0 0 0 0 0,-1 0-1 0 0,1 0 1 0 0,0-1 0 0 0,0 1-1 0 0,0 0 1 0 0,0 0 0 0 0,0 0-1 0 0,0 0 1 0 0,0 0 0 0 0,0 0-1 0 0,0 0 1 0 0,-1 0 0 0 0,1 0-1 0 0,0 0 1 0 0,0 0 0 0 0,0 0-1 0 0,0 0 1 0 0,0 0 0 0 0,0 0-1 0 0,0 0 1 0 0,-1 0 0 0 0,1 0-1 0 0,0 0 1 0 0,0 0 0 0 0,0 0-1 0 0,0 0 1 0 0,0 0 0 0 0,0 0-1 0 0,0 0 1 0 0,-1 0 0 0 0,1 0-1 0 0,0 0 1 0 0,0 0 0 0 0,0 0-1 0 0,0 0 1 0 0,0 0 0 0 0,0 1-1 0 0,0-1 1 0 0,0 0 0 0 0,0 0-1 0 0,0 0 1 0 0,-1 0 0 0 0,0 2 279 0 0,-1 1 0 0 0,1-1-1 0 0,-1 0 1 0 0,1 1 0 0 0,0-1 0 0 0,0 1 0 0 0,0-1 0 0 0,0 1 0 0 0,0 0 0 0 0,1-1 0 0 0,-1 1-1 0 0,1 0 1 0 0,-1 3 0 0 0,1 44 1738 0 0,1-24-967 0 0,-9 76-901 0 0,3-64-1066 0 0,2 57 0 0 0,4-65 119 0 0,6 113-4655 0 0,4-48 5533 0 0,-10-79 1594 0 0,0-14-1655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7.5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1 218 7888 0 0,'8'-4'258'0'0,"-4"0"744"0"0,4-6 138 0 0,-5 6-762 0 0,-2 3-259 0 0,0 0-1 0 0,0 0 1 0 0,0-1 0 0 0,0 1-1 0 0,0 0 1 0 0,0 0-1 0 0,0 0 1 0 0,1 0 0 0 0,-1 0-1 0 0,0 0 1 0 0,1 1-1 0 0,-1-1 1 0 0,1 0 0 0 0,-1 1-1 0 0,3-1 1 0 0,26-12 1028 0 0,1 2 1 0 0,35-8-1 0 0,78-17-1279 0 0,51-10-4596 0 0,-132 36 4259 0 0,157-22 733 0 0,-207 30-211 0 0,-1 0 1 0 0,16-6-1 0 0,6 6 5646 0 0,-34 2-5568 0 0,0 1-1 0 0,0-1 1 0 0,0 0 0 0 0,0 1-1 0 0,0-1 1 0 0,-1 3 1307 0 0,1-2-1307 0 0,-8 25 311 0 0,4-15-377 0 0,-30 142-171 0 0,29-124-345 0 0,2 0-1 0 0,1 0 0 0 0,2 42 0 0 0,5-11-2116 0 0,3 38 188 0 0,-9 1 3938 0 0,0-91-835 0 0,1 1 0 0 0,-2 0-1 0 0,1-1 1 0 0,-1 1 0 0 0,-5 13-1 0 0,4-18-641 0 0,1 1 0 0 0,0-1-1 0 0,-1 0 1 0 0,0 0-1 0 0,0 0 1 0 0,0 0-1 0 0,-1 0 1 0 0,1-1-1 0 0,-1 1 1 0 0,0-1 0 0 0,-5 4-1 0 0,-9 4-472 0 0,-1-1-1 0 0,0 0 1 0 0,0-2-1 0 0,-1 0 1 0 0,0-1-1 0 0,0-1 0 0 0,-32 5 1 0 0,-152 10-3316 0 0,164-19 4203 0 0,3 0-471 0 0,-1-2 0 0 0,0-1 0 0 0,-57-10 1 0 0,93 11-19 0 0,1 0 1 0 0,0-1 0 0 0,0 1 0 0 0,-1 0-1 0 0,1-1 1 0 0,0 1 0 0 0,0-1 0 0 0,0 1-1 0 0,0-1 1 0 0,0 0 0 0 0,0 1 0 0 0,0-1-1 0 0,0 0 1 0 0,0 0 0 0 0,-2-1 0 0 0,0-4 424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7.8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63 9196 0 0,'6'-5'466'0'0,"-3"2"184"0"0,1 0 674 0 0,10-8 4048 0 0,-5 8-4341 0 0,242-27 543 0 0,-145 23-2832 0 0,-106 7 1273 0 0,1 0-1 0 0,-1-1 1 0 0,1 1 0 0 0,-1 0-1 0 0,1 0 1 0 0,-1 0 0 0 0,1 0-1 0 0,-1 0 1 0 0,1 0 0 0 0,0 0-1 0 0,-1 0 1 0 0,1 0 0 0 0,-1 0-1 0 0,1 0 1 0 0,-1 1-1 0 0,1-1 1 0 0,-1 0 0 0 0,1 0-1 0 0,-1 0 1 0 0,1 1 0 0 0,-1-1-1 0 0,0 0 1 0 0,1 0 0 0 0,-1 1-1 0 0,1-1 1 0 0,-1 1 0 0 0,0-1-1 0 0,1 0 1 0 0,0 1 0 0 0,-1 2 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8.0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20 7940 0 0,'3'-7'3483'0'0,"8"2"970"0"0,1 6-1625 0 0,36-1-1955 0 0,-12 1-845 0 0,-1-2-1 0 0,40-5 1 0 0,-68 5-28 0 0,0 0 0 0 0,0 1 0 0 0,1 0 0 0 0,-1 0 0 0 0,0 1 0 0 0,0 0 0 0 0,0 0 0 0 0,12 4 0 0 0,-6-2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9.0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61 185 6380 0 0,'-8'49'-35'0'0,"-5"25"310"0"0,-12 91 860 0 0,17 1 180 0 0,1-119 7129 0 0,10-56-8071 0 0,0-2-1 0 0,-1 1 1 0 0,0 0-1 0 0,-1 0 1 0 0,0-20 0 0 0,0 8-467 0 0,2-152-1823 0 0,0 15-84 0 0,8-40-2945 0 0,-11 198 5081 0 0,0 0 0 0 0,0 0-1 0 0,0 0 1 0 0,1 0 0 0 0,-1 0-1 0 0,0 0 1 0 0,0 0 0 0 0,1 0-1 0 0,-1 0 1 0 0,0 0 0 0 0,1 0-1 0 0,-1 0 1 0 0,1 0 0 0 0,-1 1-1 0 0,1-1 1 0 0,0 0 0 0 0,-1 0-1 0 0,1 1 1 0 0,0-1 0 0 0,0 0-1 0 0,1 0 1 0 0,0 0 736 0 0,1 0-1 0 0,-1 0 1 0 0,1 0 0 0 0,0 0 0 0 0,-1 1 0 0 0,5-1 0 0 0,8-2-1062 0 0,25-5 146 0 0,0 2-1 0 0,73-1 0 0 0,-83 6 121 0 0,185 4-5976 0 0,-199-2 4841 0 0,5-4-59 0 0,-18 3 1181 0 0,0-1 0 0 0,0 1 0 0 0,0-1 0 0 0,0 1 1 0 0,0 0-1 0 0,0 0 0 0 0,3 1 0 0 0,1 1 507 0 0,-6-2-383 0 0,-1 0 1 0 0,1 0-1 0 0,-1 0 0 0 0,1 0 0 0 0,-1 0 0 0 0,1 0 1 0 0,0 0-1 0 0,5 5 2421 0 0,-6-5-2421 0 0,0 0 0 0 0,0 1 0 0 0,1-1 1 0 0,-1 1-1 0 0,0-1 0 0 0,0 1 0 0 0,0-1 0 0 0,1 1 1 0 0,-1-1-1 0 0,0 1 0 0 0,0-1 0 0 0,0 1 1 0 0,0-1-1 0 0,0 1 0 0 0,0 0 0 0 0,-2 35-209 0 0,-2 0 0 0 0,-11 50-1 0 0,6-42 50 0 0,7-31-22 0 0,-77 370-6667 0 0,71-350 6606 0 0,-2 9 67 0 0,-28 77-1 0 0,32-107 15 0 0,0 0-1 0 0,0 0 0 0 0,-1 0 0 0 0,0-1 0 0 0,-1 0 0 0 0,0-1 0 0 0,-1 0 0 0 0,0 0 0 0 0,0 0 0 0 0,-16 11 0 0 0,21-19 146 0 0,0 1-1 0 0,-1-1 0 0 0,1 0 0 0 0,0 0 0 0 0,-1 0 0 0 0,1-1 0 0 0,-1 0 0 0 0,1 1 0 0 0,-1-2 0 0 0,-8 2 0 0 0,-2-2 1346 0 0,-30-2 0 0 0,34 1-1206 0 0,-13-2-104 0 0,1-1 1 0 0,0-2 0 0 0,0 0 0 0 0,-29-13-1 0 0,19 7 38 0 0,19 6-205 0 0,3 0-37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9.5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39 8692 0 0,'9'-4'9388'0'0,"150"-25"-7808"0"0,-134 26-2207 0 0,0 1 0 0 0,29 1-1 0 0,-44 1-254 0 0,-3 0 597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19.8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42 7336 0 0,'4'0'0'0'0,"-13"-10"1825"0"0,-12-13 485 0 0,16 14 380 0 0,40 17 280 0 0,-9-4-441 0 0,2 0-2529 0 0,-6-3 0 0 0,1 2-93 0 0,4-1-596 0 0,-4 1 306 0 0,-3-2-222 0 0,-3 2-102 0 0,0-3 1242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0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 0 7436 0 0,'-8'23'187'0'0,"5"-10"77"0"0,-2 8 280 0 0,-9 66 1932 0 0,-1 13-1392 0 0,-1 14-2701 0 0,2 44 1239 0 0,16-128 576 0 0,0-19 86 0 0,-2-6-157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0.6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96 6584 0 0,'0'-2'107'0'0,"1"0"0"0"0,0 1-1 0 0,0-1 1 0 0,0 0 0 0 0,0 1 0 0 0,0-1 0 0 0,0 1 0 0 0,1-1 0 0 0,-1 1 0 0 0,3-2 0 0 0,5-5 1173 0 0,-1 3 157 0 0,0 0 0 0 0,11-5 0 0 0,-8 5-249 0 0,0 1 0 0 0,0 0-1 0 0,1 0 1 0 0,18-2 0 0 0,142-7-1157 0 0,-44 5-2027 0 0,-94 5-335 0 0,1 1 1 0 0,57 5-1 0 0,-71-3 2221 0 0,-16 0 565 0 0,-1-1 0 0 0,0 1 1 0 0,1 1-1 0 0,14 9 6362 0 0,-12 10-6018 0 0,-3 14-827 0 0,-1 1 1 0 0,-3 65-1 0 0,-1-38 62 0 0,2 23-45 0 0,-3 103-2105 0 0,-2-135-413 0 0,-16 66 1 0 0,19-110 2543 0 0,-1 0 0 0 0,-1 0 0 0 0,0 0 0 0 0,0 0 0 0 0,0-1 0 0 0,-9 15 0 0 0,9-19 105 0 0,1-1 0 0 0,-1 1 0 0 0,0-1 0 0 0,0 0 0 0 0,0 0 0 0 0,0 0 0 0 0,-1 0 0 0 0,1 0 0 0 0,-1-1 0 0 0,0 0 0 0 0,0 0 0 0 0,0 0 0 0 0,0 0 0 0 0,0 0 0 0 0,0-1 0 0 0,-6 2 0 0 0,-10 1 265 0 0,0-1 0 0 0,0-1 0 0 0,-38 0 0 0 0,39-3-620 0 0,0-2 0 0 0,0 1 0 0 0,0-2 1 0 0,0-1-1 0 0,0 0 0 0 0,1-1 0 0 0,0-1 0 0 0,0-1 0 0 0,1 0 0 0 0,0-2 0 0 0,0 0 0 0 0,-16-13 0 0 0,25 17 240 0 0,-24-21-64 0 0,30 25 108 0 0,0-1 0 0 0,-1 1 0 0 0,2-1 0 0 0,-1 1 0 0 0,0-1 0 0 0,0 0 0 0 0,1 0 0 0 0,-1 0 0 0 0,1 0 0 0 0,-1-6 0 0 0,-1 0 33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0.8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39 8592 0 0,'7'-2'406'0'0,"38"-6"3536"0"0,-37 8-3339 0 0,21-5 1914 0 0,0-1-1317 0 0,1 2 0 0 0,30 0 0 0 0,23-1-1590 0 0,-56 2-649 0 0,0 1 1 0 0,36 3-1 0 0,-43 3 1458 0 0,-17-1-317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1.0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19 8240 0 0,'10'-4'2210'0'0,"12"4"4597"0"0,-2 0-4415 0 0,35 1-2444 0 0,172-6-1487 0 0,-197-1 771 0 0,-25 5 220 0 0,1 0 0 0 0,0 0 0 0 0,0 0 0 0 0,0 1 0 0 0,9 0 0 0 0,-14 0 463 0 0,0 0-1 0 0,0 0 1 0 0,-1 0 0 0 0,1 0 0 0 0,0 1 0 0 0,-1-1-1 0 0,1 0 1 0 0,-1 1 0 0 0,1-1 0 0 0,0 0 0 0 0,-1 1-1 0 0,1-1 1 0 0,-1 1 0 0 0,2 0 0 0 0,0 1 138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1.8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81 114 7184 0 0,'-2'19'407'0'0,"1"-11"-150"0"0,-9 25 1136 0 0,0-3 702 0 0,-6 31 1 0 0,0 35-1492 0 0,-1 105-3845 0 0,11-102 2554 0 0,4-12 8887 0 0,23-367-7917 0 0,-14 213-1421 0 0,-2-4-916 0 0,-5 46 638 0 0,2 0-1 0 0,1 1 1 0 0,11-48 0 0 0,-12 68 1389 0 0,-1 1 0 0 0,1-1 0 0 0,0 0 0 0 0,0 1 1 0 0,0 0-1 0 0,1-1 0 0 0,0 1 0 0 0,-1 0 0 0 0,1 0 0 0 0,0 0 1 0 0,0 1-1 0 0,5-4 0 0 0,5-3 79 0 0,26-12 0 0 0,-37 20-21 0 0,22-10-4 0 0,-1 1 0 0 0,2 2 1 0 0,33-9-1 0 0,76-6-905 0 0,-67 13 883 0 0,73-8 130 0 0,-51 8 210 0 0,-88 10-330 0 0,-1 0-1 0 0,1 0 1 0 0,-1 0-1 0 0,1 0 1 0 0,-1 0-1 0 0,0 0 1 0 0,1 0-1 0 0,-1 0 1 0 0,1 0-1 0 0,-1 0 1 0 0,0 0-1 0 0,1 0 1 0 0,-1 0-1 0 0,1 0 1 0 0,-1 1-1 0 0,0-1 1 0 0,1 0-1 0 0,-1 0 0 0 0,1 0 1 0 0,-1 1-1 0 0,0-1 1 0 0,1 0-1 0 0,-1 0 1 0 0,0 1-1 0 0,0-1 1 0 0,1 0-1 0 0,-1 1 1 0 0,0-1-1 0 0,0 0 1 0 0,4 6 2200 0 0,-3-6-2111 0 0,-1 0 0 0 0,0 0 0 0 0,0 0 0 0 0,1 0 0 0 0,-1 0 0 0 0,0 0 0 0 0,0 0 0 0 0,1 0 1 0 0,-1 0-1 0 0,0 19 5567 0 0,-1 0-5388 0 0,-1 0 0 0 0,0 0 0 0 0,-9 27 1 0 0,7-29-335 0 0,0 1 0 0 0,1-1 0 0 0,1 0 0 0 0,0 27 0 0 0,-8 289-7634 0 0,7-271 7728 0 0,1-26 33 0 0,0-1 0 0 0,-11 50-1 0 0,10-74-51 0 0,0-1 1 0 0,0 1-1 0 0,-1-1 0 0 0,0 0 0 0 0,-1 0 0 0 0,0-1 0 0 0,-1 0 0 0 0,0 1 0 0 0,0-2 0 0 0,-1 1 1 0 0,0-1-1 0 0,-11 10 0 0 0,13-13-16 0 0,-1-1-1 0 0,0 1 1 0 0,0-1 0 0 0,0-1 0 0 0,0 1 0 0 0,-1-1-1 0 0,1 0 1 0 0,-1-1 0 0 0,0 1 0 0 0,0-1 0 0 0,0-1-1 0 0,0 1 1 0 0,0-1 0 0 0,0-1 0 0 0,-12 1 0 0 0,-13-1 36 0 0,0 0 1 0 0,1-3 0 0 0,-1 0 0 0 0,0-2 0 0 0,-42-13-1 0 0,68 16-4 0 0,-12-3-25 0 0,1-1 0 0 0,-1 0 0 0 0,-25-15 0 0 0,39 19 104 0 0,0-1-1 0 0,0 1 0 0 0,0-1 0 0 0,1 0 0 0 0,-1 0 0 0 0,1-1 0 0 0,-1 1 0 0 0,1-1 0 0 0,0 1 0 0 0,0-1 0 0 0,1 0 0 0 0,-1 0 0 0 0,1-1 0 0 0,0 1 1 0 0,0 0-1 0 0,0-1 0 0 0,1 1 0 0 0,-1-1 0 0 0,0-6 0 0 0,0-9 1470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2.1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89 8240 0 0,'1'-1'377'0'0,"5"-5"560"0"0,0 1 0 0 0,1 0 0 0 0,0 1 0 0 0,0 0 0 0 0,0 0 0 0 0,0 0 0 0 0,0 1 0 0 0,1 0 0 0 0,13-3 0 0 0,11-1-44 0 0,36-4-1 0 0,-20 4-1004 0 0,-7 0 112 0 0,86-4 0 0 0,-111 14 0 0 0,-16-3 0 0 0,1 0 0 0 0,-1 0 0 0 0,1 1 0 0 0,-1-1 0 0 0,1 0 0 0 0,-1 0 0 0 0,0 1 0 0 0,1-1 0 0 0,-1 0 0 0 0,1 1 0 0 0,-1-1 0 0 0,0 0 0 0 0,1 1 0 0 0,-1-1 0 0 0,0 1 0 0 0,0-1 0 0 0,1 1 0 0 0,-1-1 0 0 0,0 1 0 0 0,0-1 0 0 0,1 1 0 0 0,-1-1 0 0 0,0 1 0 0 0,0-1 0 0 0,0 1 0 0 0,0 2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2.3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27 6780 0 0,'0'0'0'0'0,"-5"-8"208"0"0,2-10 7689 0 0,12 19-5318 0 0,8 2-383 0 0,11-3-2196 0 0,3 0 0 0 0,3 0 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2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94 0 6732 0 0,'-5'5'36'0'0,"0"0"134"0"0,3-1 107 0 0,1 0 254 0 0,-1 0 81 0 0,1-4-532 0 0,1 1-1 0 0,-1 0 0 0 0,0-1 0 0 0,1 1 0 0 0,0 0 0 0 0,-1 0 0 0 0,1-1 0 0 0,-1 1 0 0 0,1 0 0 0 0,0 0 0 0 0,-1 0 0 0 0,1 0 1 0 0,0 0-1 0 0,0-1 0 0 0,0 3 0 0 0,-3 17 1258 0 0,-4 9 196 0 0,-28 118 1858 0 0,12 8-4367 0 0,19-88-806 0 0,3 0 1 0 0,8 71-1 0 0,-7-134 2028 0 0,1 0 0 0 0,-1 1 1 0 0,1-1-1 0 0,0 0 0 0 0,0 0 1 0 0,0 1-1 0 0,1-1 0 0 0,-1 0 1 0 0,1 0-1 0 0,0 0 0 0 0,0-1 1 0 0,3 5-1 0 0,-5-8-234 0 0,1 0 0 0 0,-1 0-1 0 0,0 1 1 0 0,0-1 0 0 0,0 0 0 0 0,0 0-1 0 0,1 0 1 0 0,-1 0 0 0 0,0 0 0 0 0,0 0-1 0 0,0 0 1 0 0,1 1 0 0 0,-1-1 0 0 0,0 0 0 0 0,0 0-1 0 0,0 0 1 0 0,1 0 0 0 0,-1 0 0 0 0,0 0-1 0 0,0 0 1 0 0,1 0 0 0 0,-1 0 0 0 0,0 0-1 0 0,0 0 1 0 0,0-1 0 0 0,1 1 0 0 0,-1 0 0 0 0,0 0-1 0 0,0 0 1 0 0,5-4 115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3.3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0 119 6884 0 0,'14'-16'1531'0'0,"2"2"2229"0"0,-9 8-2638 0 0,1 2 74 0 0,21-4 2039 0 0,77-17-1303 0 0,3 6-2436 0 0,-60 10-1256 0 0,-1 1-1 0 0,67-2 1 0 0,-96 10 983 0 0,92 3-1987 0 0,-93-1 3165 0 0,0 1-1 0 0,22 9 2120 0 0,-39-12-2255 0 0,-1 1 0 0 0,1-1-1 0 0,-1 1 1 0 0,0 0 0 0 0,1 0 0 0 0,-1-1 0 0 0,0 1 0 0 0,0 0-1 0 0,1-1 1 0 0,-1 1 0 0 0,0 0 0 0 0,0 0 0 0 0,0-1 0 0 0,0 1-1 0 0,0 0 1 0 0,0 1 0 0 0,0 25 1546 0 0,-1-18-2119 0 0,-7 97 263 0 0,0-18 63 0 0,6 78 57 0 0,-1 25-1735 0 0,2-137 854 0 0,1-27-451 0 0,-2 1 0 0 0,-5 36 0 0 0,5-56 1192 0 0,0 0 0 0 0,0 0 0 0 0,0-1 1 0 0,-1 1-1 0 0,-1-1 0 0 0,1 1 0 0 0,-1-1 0 0 0,0 0 1 0 0,-1 0-1 0 0,1-1 0 0 0,-1 1 0 0 0,-9 7 0 0 0,8-9 209 0 0,0 0-1 0 0,-1 0 1 0 0,0-1-1 0 0,0 0 1 0 0,0 0-1 0 0,0 0 1 0 0,0-1-1 0 0,-1 0 0 0 0,0-1 1 0 0,0 0-1 0 0,-8 1 1 0 0,-11 1 1732 0 0,-51 1 1 0 0,69-5-1406 0 0,-19 1-383 0 0,0-2 0 0 0,0-1 0 0 0,0-2 0 0 0,0 0 0 0 0,-44-14 0 0 0,66 16-34 0 0,0 0 1 0 0,0-1 0 0 0,0 0 0 0 0,1 0-1 0 0,-9-7 1 0 0,4 1 175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3.6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 9296 0 0,'11'-7'1282'0'0,"3"6"499"0"0,-6 1-321 0 0,53-2 3860 0 0,4-5-4304 0 0,70-2-1758 0 0,-109 7 516 0 0,-19 1 342 0 0,0 0-1 0 0,0 1 1 0 0,8 0 0 0 0,-10 1-108 0 0,0 2-6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3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7284 0 0,'3'3'1514'0'0,"7"0"-901"0"0,13 8 8804 0 0,-20-11-8938 0 0,17 4-185 0 0,10 0-235 0 0,8-2-687 0 0,0-2-1 0 0,0-1 1 0 0,60-10-1 0 0,-81 8-687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4.7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91 354 8344 0 0,'-1'4'70'0'0,"-1"0"184"0"0,-3 2 251 0 0,-3 2 324 0 0,-2-1-79 0 0,-19 8 417 0 0,29-15-1118 0 0,-1 0 1 0 0,0 1 0 0 0,0-1-1 0 0,1 1 1 0 0,-1-1 0 0 0,0 0-1 0 0,0 1 1 0 0,1 0 0 0 0,-1-1 0 0 0,1 1-1 0 0,-1-1 1 0 0,0 1 0 0 0,1 0-1 0 0,-1 0 1 0 0,1-1 0 0 0,-1 1-1 0 0,1 1 1 0 0,-2 0 87 0 0,-1 2 189 0 0,0 1-1 0 0,1 0 1 0 0,-1-1 0 0 0,1 1-1 0 0,0 0 1 0 0,0 0-1 0 0,1 0 1 0 0,0 1 0 0 0,0-1-1 0 0,0 0 1 0 0,0 7-1 0 0,2 8 144 0 0,1 0-1 0 0,1 0 1 0 0,1 0-1 0 0,1 0 1 0 0,7 19 0 0 0,-11-38-478 0 0,2 18 22 0 0,1 4-110 0 0,-4-21 102 0 0,1-1 0 0 0,-1 0 0 0 0,0 0 0 0 0,1 0 0 0 0,-1 0 0 0 0,1 0-1 0 0,-1 0 1 0 0,1 0 0 0 0,0-1 0 0 0,-1 1 0 0 0,1 0 0 0 0,0 0 0 0 0,0 0 0 0 0,-1-1 0 0 0,1 1 0 0 0,2 1 0 0 0,-3-2-5 0 0,0 0 0 0 0,1 0 0 0 0,-1 0 0 0 0,0 0 0 0 0,0 0 0 0 0,1 0 0 0 0,-1 0 0 0 0,0 0 0 0 0,1 0 0 0 0,-1-1 0 0 0,0 1 0 0 0,0 0 0 0 0,1 0 0 0 0,-1 0 0 0 0,0 0 0 0 0,1 0 0 0 0,-1-1 0 0 0,0 1 0 0 0,0 0 0 0 0,0 0 0 0 0,1 0 0 0 0,-1-1 0 0 0,0 1 0 0 0,0 0 0 0 0,0 0 0 0 0,1-1 0 0 0,-1 1 0 0 0,0 0 0 0 0,0 0 0 0 0,0-1 0 0 0,0 1 0 0 0,0-1 0 0 0,4-12 0 0 0,0-69-102 0 0,-3 40-277 0 0,-1 35 270 0 0,3-33-1458 0 0,-3 1 0 0 0,-1 0 0 0 0,-8-48 1 0 0,-3 50 53 0 0,9 30 1362 0 0,1-1 0 0 0,-1 1 1 0 0,1-1-1 0 0,-1-15 0 0 0,2 21 128 0 0,1-1 0 0 0,1 1 0 0 0,-1-1 0 0 0,0 1 0 0 0,1-1 0 0 0,-1 1 0 0 0,1-1 0 0 0,0 1 0 0 0,0-1 0 0 0,0 1 0 0 0,0 0 0 0 0,0-1 0 0 0,0 1 0 0 0,1 0-1 0 0,-1 0 1 0 0,1 0 0 0 0,-1 0 0 0 0,1 0 0 0 0,3-2 0 0 0,14-11-29 0 0,1 1 0 0 0,0 0-1 0 0,0 2 1 0 0,1 1-1 0 0,1 0 1 0 0,0 2 0 0 0,0 0-1 0 0,1 2 1 0 0,36-8 0 0 0,17-3 105 0 0,110-19 210 0 0,-158 33-67 0 0,-18 2 4 0 0,-1 0 0 0 0,0 1 0 0 0,1 0 1 0 0,-1 1-1 0 0,0 0 0 0 0,1 0 0 0 0,-1 1 0 0 0,1 0 0 0 0,14 4 1 0 0,-22-4 122 0 0,0 0-1 0 0,-1 0 1 0 0,1 0 0 0 0,0 0 0 0 0,-1 1 0 0 0,1-1 0 0 0,-1 0 0 0 0,1 1 0 0 0,-1-1 0 0 0,0 1 0 0 0,0 0 0 0 0,0-1 0 0 0,0 1 0 0 0,0 0-1 0 0,0-1 1 0 0,0 1 0 0 0,0 0 0 0 0,-1 0 0 0 0,1 0 0 0 0,-1 0 0 0 0,1 0 0 0 0,-1 3 0 0 0,2 6-330 0 0,-2 0 0 0 0,0 22 0 0 0,-1-15 170 0 0,-8 225-4309 0 0,5-183 3269 0 0,2 0 1 0 0,10 84-1 0 0,-7-133 901 0 0,0 0 0 0 0,-1 0 0 0 0,0 0 0 0 0,-1 1 0 0 0,0-1 0 0 0,-1 0 1 0 0,-6 19-1 0 0,3-9-201 0 0,5-17 388 0 0,-1 0 0 0 0,0-1 0 0 0,0 1 0 0 0,-1 0 0 0 0,-2 5 0 0 0,3-8-75 0 0,0 1 0 0 0,0-1 0 0 0,0 1 0 0 0,0-1 0 0 0,-1 0 0 0 0,1 1 0 0 0,-1-1 0 0 0,1 0 0 0 0,-1 0 0 0 0,1 0 0 0 0,-1 0 0 0 0,1 0 1 0 0,-1-1-1 0 0,0 1 0 0 0,-2 0 0 0 0,-22 7 1663 0 0,-41 7 0 0 0,53-13-1881 0 0,0 0-1 0 0,0-2 1 0 0,0 0 0 0 0,1 0-1 0 0,-15-3 1 0 0,6 0 24 0 0,0 0 0 0 0,0-2 0 0 0,1 0 1 0 0,-1-2-1 0 0,1 0 0 0 0,-36-19 0 0 0,37 14-548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4.9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63 8440 0 0,'0'0'109'0'0,"1"-1"0"0"0,-1 1 1 0 0,0-1-1 0 0,0 1 0 0 0,1 0 1 0 0,-1-1-1 0 0,0 1 0 0 0,0 0 1 0 0,1-1-1 0 0,-1 1 0 0 0,0 0 0 0 0,1 0 1 0 0,-1-1-1 0 0,1 1 0 0 0,-1 0 1 0 0,0 0-1 0 0,1-1 0 0 0,-1 1 1 0 0,1 0-1 0 0,-1 0 0 0 0,1 0 1 0 0,-1 0-1 0 0,1 0 0 0 0,-1 0 1 0 0,0 0-1 0 0,1 0 0 0 0,-1 0 0 0 0,1 0 1 0 0,-1 0-1 0 0,1 0 0 0 0,0 0 1 0 0,10-1 1427 0 0,60-15 2774 0 0,86-13-2734 0 0,-126 24-2200 0 0,-17 3 1083 0 0,26-2 0 0 0,-38 5-460 0 0,-1 1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5.1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 55 6932 0 0,'-1'1'946'0'0,"-4"-2"3"0"0,-2-3-433 0 0,6 4-392 0 0,-20-12 1244 0 0,9 6 2423 0 0,36 13-695 0 0,7-2-1538 0 0,-11-4-1483 0 0,1-1-1 0 0,-1 0 0 0 0,0-2 1 0 0,23-4-1 0 0,79-25-1949 0 0,-100 24 713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5.3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1 7484 0 0,'0'5'67'0'0,"1"2"255"0"0,-1-1 205 0 0,1 1 500 0 0,2 21 1481 0 0,-3 90 4620 0 0,-4-65-6559 0 0,-8 33-2099 0 0,7-28-2507 0 0,4-42 2630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5.7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0 112 7840 0 0,'13'-10'183'0'0,"-6"5"564"0"0,5-4 450 0 0,-4 3-130 0 0,1 0-1 0 0,-1 1 0 0 0,14-7 1 0 0,-4 4-627 0 0,21-7 1 0 0,-1 4-1641 0 0,43-8 0 0 0,-60 16 600 0 0,1 1 0 0 0,-1 1-1 0 0,28 2 1 0 0,64 11 2349 0 0,-111-12-1490 0 0,0 0 0 0 0,0 1 0 0 0,0 0 1 0 0,0-1-1 0 0,0 1 0 0 0,0 0 0 0 0,0 0 0 0 0,0 0 0 0 0,0 0 0 0 0,0 0 0 0 0,-1 1 0 0 0,1-1 0 0 0,0 1 0 0 0,-1-1 0 0 0,1 1 0 0 0,-1-1 0 0 0,0 1 0 0 0,1 0 0 0 0,-1 0 0 0 0,0 0 0 0 0,0-1 0 0 0,0 1 1 0 0,0 0-1 0 0,0 0 0 0 0,-1 1 0 0 0,1-1 0 0 0,0 3 0 0 0,1 6-204 0 0,0 1 1 0 0,-1-1 0 0 0,-1 1-1 0 0,-1 12 1 0 0,1-7 10 0 0,0 6-55 0 0,0 23-795 0 0,-7 67 0 0 0,4-76-604 0 0,1 1-1 0 0,3-1 0 0 0,9 74 0 0 0,9-9 1578 0 0,-8-52-38 0 0,-11-49-130 0 0,1 0-1 0 0,-1 0 0 0 0,0 0 1 0 0,0 0-1 0 0,1 0 1 0 0,-1 0-1 0 0,0-1 0 0 0,0 1 1 0 0,0 0-1 0 0,0 0 1 0 0,0 0-1 0 0,0 0 0 0 0,-1 0 1 0 0,1 0-1 0 0,0 0 1 0 0,0 0-1 0 0,-1 0 0 0 0,1 0 1 0 0,-1 0-1 0 0,1 0 1 0 0,-1-1-1 0 0,1 1 0 0 0,-1 0 1 0 0,1 0-1 0 0,-2 1 1 0 0,-1-1 40 0 0,1 0 1 0 0,-1 0 0 0 0,1 0-1 0 0,-1 0 1 0 0,1-1 0 0 0,-1 1-1 0 0,0-1 1 0 0,-3 1 0 0 0,3-1 38 0 0,-42 5-167 0 0,-1-3 0 0 0,0-1 0 0 0,0-3-1 0 0,-88-14 1 0 0,91 9 115 0 0,-72-14 94 0 0,93 13-47 0 0,4-2 237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 9700 0 0,'3'-4'1002'0'0,"6"2"2318"0"0,-3 1-1731 0 0,15-4 1389 0 0,6 1-2108 0 0,7 3-669 0 0,-5 1-201 0 0,7 0 0 0 0,2 0 0 0 0,-11 0 0 0 0,-19 0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26.1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30 8644 0 0,'5'-1'229'0'0,"5"-4"1250"0"0,1 2 600 0 0,9-2 975 0 0,-1 1 191 0 0,-3-1-2315 0 0,1 2-930 0 0,3 0 0 0 0,-7 3 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1.2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75 1 21607 0 0,'4'12'-1'0'0,"2"5"3"0"0,1 5-2 0 0,5 10-23 0 0,-7-20 19 0 0,-1 0 0 0 0,-1 1 0 0 0,0-1 0 0 0,-1 1 1 0 0,-1 0-1 0 0,1 18 0 0 0,0 5 40 0 0,7 61 190 0 0,-5 1 0 0 0,-10 104 1 0 0,-18 173 240 0 0,27 4-149 0 0,7-254-234 0 0,8 166 127 0 0,-12-124-85 0 0,-5 332 298 0 0,-39-196-102 0 0,-12 10 166 0 0,1 199 478 0 0,45-441-797 0 0,-2 22 243 0 0,9 148-1 0 0,-2-226-369 0 0,1 9 80 0 0,1 0-1 0 0,1 0 0 0 0,0 0 0 0 0,11 28 0 0 0,-9-34 14 0 0,-1 0-1 0 0,3 27 1 0 0,2 5 125 0 0,-6-30-111 0 0,-1 0 0 0 0,0 0 0 0 0,-2 0-1 0 0,-1 0 1 0 0,0 0 0 0 0,-1 0 0 0 0,-7 34 0 0 0,6-37 23 0 0,1 1 0 0 0,0-1 1 0 0,2 19-1 0 0,0 0-20 0 0,-1-21-53 0 0,0 0-1 0 0,1 0 0 0 0,0 0 1 0 0,2 0-1 0 0,4 19 1 0 0,-6-31-51 0 0,1 0 0 0 0,0 0 0 0 0,0 0 1 0 0,0 0-1 0 0,0 0 0 0 0,0 0 0 0 0,1-1 1 0 0,-1 1-1 0 0,1-1 0 0 0,0 1 0 0 0,0-1 1 0 0,-1 0-1 0 0,1 0 0 0 0,1-1 0 0 0,-1 1 0 0 0,4 1 1 0 0,-1-3 93 0 0,-5 0-95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1.9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285 1 12960 0 0,'-12'3'-3'0'0,"7"-2"-1"0"0,-2 0-2 0 0,0 0-1 0 0,1-1 19 0 0,2-1 29 0 0,1 2 8 0 0,-12-2 366 0 0,11 0-339 0 0,-3 0 46 0 0,1 0 0 0 0,0 0 0 0 0,-1 0 0 0 0,1 1 0 0 0,0 0 0 0 0,-1 0-1 0 0,1 1 1 0 0,0-1 0 0 0,-1 1 0 0 0,1 1 0 0 0,-10 3 0 0 0,6 1 131 0 0,0 0 0 0 0,1 1 1 0 0,-1 0-1 0 0,2 0 0 0 0,-1 1 0 0 0,1 0 1 0 0,0 1-1 0 0,1 0 0 0 0,0 0 1 0 0,0 0-1 0 0,1 1 0 0 0,0 0 1 0 0,1 0-1 0 0,0 1 0 0 0,1-1 1 0 0,0 1-1 0 0,1 0 0 0 0,0 1 1 0 0,-3 18-1 0 0,6-26-191 0 0,0-1-1 0 0,0 1 1 0 0,0 0-1 0 0,0 0 1 0 0,0 0 0 0 0,1 0-1 0 0,0 0 1 0 0,0 0-1 0 0,0-1 1 0 0,0 1 0 0 0,1 0-1 0 0,-1-1 1 0 0,1 1-1 0 0,4 5 1 0 0,-3-5-16 0 0,0 0 1 0 0,0 0-1 0 0,1-1 0 0 0,0 1 1 0 0,0-1-1 0 0,0 0 0 0 0,0 0 1 0 0,0-1-1 0 0,1 1 1 0 0,5 2-1 0 0,1-1 9 0 0,-1-1 0 0 0,1 0 0 0 0,0 0 0 0 0,0-1 1 0 0,0 0-1 0 0,0-1 0 0 0,1-1 0 0 0,-1 1 0 0 0,18-3 0 0 0,-14 0 13 0 0,0-1-1 0 0,1-1 1 0 0,-1 0 0 0 0,-1 0-1 0 0,1-2 1 0 0,-1 0-1 0 0,1 0 1 0 0,13-10-1 0 0,-12 5 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2.3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 18 14872 0 0,'-1'4'-42'0'0,"-3"-3"286"0"0,-1 1 603 0 0,2 6-639 0 0,1 0 1 0 0,0 0-1 0 0,0 1 1 0 0,1-1-1 0 0,0 0 1 0 0,1 1-1 0 0,0-1 1 0 0,0 0-1 0 0,0 0 1 0 0,3 11-1 0 0,-3-16-183 0 0,1-1-1 0 0,-1 0 1 0 0,1 1-1 0 0,-1-1 0 0 0,1 0 1 0 0,0 1-1 0 0,0-1 1 0 0,0 0-1 0 0,0 0 1 0 0,0 0-1 0 0,0 0 1 0 0,0 0-1 0 0,1 0 1 0 0,-1 0-1 0 0,1 0 1 0 0,0 0-1 0 0,-1-1 1 0 0,1 1-1 0 0,3 1 0 0 0,2 0 25 0 0,-1-1 0 0 0,1 0 0 0 0,0-1-1 0 0,0 1 1 0 0,0-1 0 0 0,0-1 0 0 0,0 1 0 0 0,0-1-1 0 0,0-1 1 0 0,0 1 0 0 0,0-1 0 0 0,0 0-1 0 0,9-3 1 0 0,-10 3-6 0 0,-3 0-18 0 0,-1 1 1 0 0,0-1 0 0 0,0 0 0 0 0,1 1 0 0 0,-1-1 0 0 0,0 0-1 0 0,0 0 1 0 0,0-1 0 0 0,0 1 0 0 0,3-3 0 0 0,17-10 179 0 0,-14 6-2 0 0,18-26 419 0 0,-26 33-605 0 0,1 0 0 0 0,-1 1 0 0 0,1-1 0 0 0,-1 0 0 0 0,1 1 0 0 0,-1-1 0 0 0,0 0 0 0 0,1 1 0 0 0,-1-1 0 0 0,0 0 0 0 0,0 0 0 0 0,1 1 0 0 0,-1-1 0 0 0,0 0 0 0 0,0 0 0 0 0,0 0 0 0 0,0 1 0 0 0,0-1 0 0 0,0 0 0 0 0,0-1 0 0 0,0 0 45 0 0,0 1-42 0 0,0 1 1 0 0,0-1-1 0 0,0 0 1 0 0,0 0-1 0 0,0 0 0 0 0,0 0 1 0 0,0 0-1 0 0,0 0 1 0 0,-1 0-1 0 0,1 0 1 0 0,0 0-1 0 0,0 1 0 0 0,-1-1 1 0 0,1 0-1 0 0,-1 0 1 0 0,1 0-1 0 0,-1 1 0 0 0,0-3 1 0 0,0 2 44 0 0,0-1-37 0 0,1 1 0 0 0,-1 0 0 0 0,1 0 0 0 0,-1-1 0 0 0,1 1-1 0 0,-1 0 1 0 0,0 0 0 0 0,0 0 0 0 0,0 0 0 0 0,1 0 0 0 0,-1 0-1 0 0,0 0 1 0 0,-2-2 0 0 0,-1 1 45 0 0,3 0-39 0 0,0 0 0 0 0,0 1 1 0 0,-1 0-1 0 0,1-1 0 0 0,-1 1 0 0 0,1 0 1 0 0,-1-1-1 0 0,1 1 0 0 0,-1 0 0 0 0,-3-1 0 0 0,0-1 39 0 0,3 2-35 0 0,0-1 0 0 0,0 1 0 0 0,1 0 0 0 0,-1-1-1 0 0,0 1 1 0 0,0 0 0 0 0,-1 1 0 0 0,1-1 0 0 0,-3-1 0 0 0,-1 1 34 0 0,5 0-48 0 0,-1 0 0 0 0,1 1 0 0 0,0-1 0 0 0,-1 0 0 0 0,1 1 0 0 0,-1 0 0 0 0,1-1 0 0 0,0 1 0 0 0,-1 0 0 0 0,1 0 0 0 0,-1-1 0 0 0,-1 1 0 0 0,-15-2 285 0 0,-6-3 203 0 0,23 5-360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2.5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16 16384 0 0,'-2'-3'68'0'0,"-1"-1"130"0"0,-1 1 163 0 0,-3-2 606 0 0,6 4-711 0 0,8 26 2125 0 0,6 9-1468 0 0,-8-24-836 0 0,-1 1 0 0 0,-1 0 0 0 0,0 0 0 0 0,1 12 0 0 0,4 11 22 0 0,-3-10 19 0 0,0 1 1 0 0,2 47-1 0 0,-7 25 168 0 0,0-86-260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2.7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5 14368 0 0,'1'-5'604'0'0,"-1"8"-116"0"0,-2 13 645 0 0,-1-12-942 0 0,2-2-114 0 0,0-1 0 0 0,0 1 0 0 0,1-1-1 0 0,-1 1 1 0 0,0-1 0 0 0,1 1 0 0 0,-1 0-1 0 0,1-1 1 0 0,-1 1 0 0 0,1 0 0 0 0,0-1-1 0 0,0 4 1 0 0,-33 282 2398 0 0,30-243-2156 0 0,3 47 0 0 0,1-36-77 0 0,-1-36-132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3.0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1 132 11760 0 0,'3'-2'72'0'0,"0"0"0"0"0,1 1 0 0 0,-1-1 0 0 0,1 1 0 0 0,0 0 0 0 0,4-1 0 0 0,44-5 1328 0 0,-41 7-1199 0 0,46-5 1124 0 0,63-14 0 0 0,-118 18-1271 0 0,0 1-1 0 0,0-1 0 0 0,1 0 0 0 0,-1 0 0 0 0,0 0 0 0 0,0 0 0 0 0,0 0 0 0 0,0 0 0 0 0,-1 0 0 0 0,1-1 0 0 0,0 1 0 0 0,0-1 1 0 0,-1 1-1 0 0,1-1 0 0 0,1-3 0 0 0,-2 4-11 0 0,0 0 1 0 0,0-1 0 0 0,-1 1-1 0 0,1-1 1 0 0,0 1-1 0 0,-1-1 1 0 0,0 1 0 0 0,1-1-1 0 0,-1 1 1 0 0,0-1-1 0 0,0 1 1 0 0,0-1 0 0 0,0 1-1 0 0,0-1 1 0 0,0 1 0 0 0,0-1-1 0 0,0 1 1 0 0,-1-1-1 0 0,1 1 1 0 0,0-1 0 0 0,-1 1-1 0 0,-1-3 1 0 0,1 2-1 0 0,0 0 1 0 0,0 0 0 0 0,-1 0 0 0 0,1 0-1 0 0,-1 0 1 0 0,1 0 0 0 0,-1 0 0 0 0,0 0-1 0 0,0 1 1 0 0,0-1 0 0 0,0 1-1 0 0,0 0 1 0 0,0-1 0 0 0,0 1 0 0 0,0 0-1 0 0,0 0 1 0 0,-1 0 0 0 0,1 1 0 0 0,-1-1-1 0 0,1 0 1 0 0,0 1 0 0 0,-1 0-1 0 0,-4-1 1 0 0,-3 2 68 0 0,-1-1 0 0 0,1 1 0 0 0,0 1-1 0 0,-15 4 1 0 0,14-3-20 0 0,4-1-13 0 0,-1 0-1 0 0,1 1 0 0 0,0 0 1 0 0,0 0-1 0 0,0 1 1 0 0,-10 7-1 0 0,-34 30 544 0 0,47-38-566 0 0,3-1-13 0 0,-1-1 0 0 0,0 1 1 0 0,1-1-1 0 0,-1 1 1 0 0,1 0-1 0 0,-1-1 0 0 0,1 1 1 0 0,0 0-1 0 0,0 0 1 0 0,-1 0-1 0 0,1 0 0 0 0,1 0 1 0 0,-1 0-1 0 0,0 0 0 0 0,0 1 1 0 0,1-1-1 0 0,0 0 1 0 0,-1 0-1 0 0,1 3 0 0 0,0-3-11 0 0,1 0 0 0 0,-1 0 0 0 0,1 0-1 0 0,0 0 1 0 0,-1 1 0 0 0,1-1 0 0 0,0 0-1 0 0,0-1 1 0 0,0 1 0 0 0,1 0 0 0 0,-1 0-1 0 0,0 0 1 0 0,1-1 0 0 0,-1 1 0 0 0,1 0-1 0 0,0-1 1 0 0,-1 0 0 0 0,4 3 0 0 0,1 0 7 0 0,1-1 1 0 0,-1 1 0 0 0,1-1 0 0 0,0-1-1 0 0,0 1 1 0 0,0-1 0 0 0,0 0 0 0 0,15 2-1 0 0,2-2 51 0 0,32 0 0 0 0,-16-4-9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3.2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197 15 14272 0 0,'-9'-3'34'0'0,"-1"0"118"0"0,-5-3 420 0 0,14 6-524 0 0,0-1-15 0 0,0 1 0 0 0,1 0 0 0 0,-1 0 1 0 0,0-1-1 0 0,1 1 0 0 0,-1 0 0 0 0,0 0 0 0 0,0 0 0 0 0,1 0 0 0 0,-1 0 0 0 0,0 0 0 0 0,1 0 0 0 0,-1 0 0 0 0,0 0 0 0 0,0 0 1 0 0,1 1-1 0 0,-1-1 0 0 0,0 0 0 0 0,1 0 0 0 0,-2 1 0 0 0,0 0 84 0 0,-4 2 303 0 0,-30 25 823 0 0,34-27-1208 0 0,1 0 1 0 0,-1 0-1 0 0,1 0 0 0 0,0 1 1 0 0,-1-1-1 0 0,1 0 1 0 0,0 0-1 0 0,0 1 0 0 0,0-1 1 0 0,0 1-1 0 0,-1 1 1 0 0,-10 16 339 0 0,6-12-293 0 0,-14 24 188 0 0,14-22-239 0 0,2-3 11 0 0,0 0-1 0 0,1 1 1 0 0,-5 10-1 0 0,5-10-8 0 0,0-3 0 0 0,1 0 1 0 0,0 0-1 0 0,1 1 1 0 0,-3 7-1 0 0,2-4 97 0 0,0 0 0 0 0,0 0 0 0 0,0 16 0 0 0,2-24-116 0 0,0 1 1 0 0,1 0-1 0 0,-1-1 0 0 0,0 1 1 0 0,1-1-1 0 0,-1 1 1 0 0,0-1-1 0 0,1 1 0 0 0,-1-1 1 0 0,0 1-1 0 0,1-1 0 0 0,-1 1 1 0 0,1-1-1 0 0,-1 0 0 0 0,1 1 1 0 0,-1-1-1 0 0,1 0 0 0 0,-1 1 1 0 0,1-1-1 0 0,-1 0 0 0 0,1 0 1 0 0,0 1-1 0 0,9 2 83 0 0,0-1-44 0 0,0 0 0 0 0,-1 0 0 0 0,1-1 0 0 0,0 0 0 0 0,0-1 0 0 0,0 0 0 0 0,13-2 0 0 0,6-2 49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3.4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31 12664 0 0,'0'-3'24'0'0,"-2"-2"93"0"0,0 1 71 0 0,-2-3 160 0 0,-1 0 34 0 0,3 3-200 0 0,7 13 2108 0 0,-2-2-1981 0 0,1-1-1 0 0,-1 0 0 0 0,0 1 0 0 0,2 9 1 0 0,3 14 78 0 0,-2 1 1 0 0,3 52 0 0 0,-4 69 583 0 0,-11-59-400 0 0,3-63-332 0 0,1 0 0 0 0,3 42 0 0 0,1-50-103 0 0,-2-1 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3.7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59 14776 0 0,'14'-8'404'0'0,"1"0"1"0"0,0 2 0 0 0,0-1 0 0 0,20-4 0 0 0,-11 6 353 0 0,0 0 1 0 0,1 1-1 0 0,0 2 0 0 0,28 0 0 0 0,-51 2-707 0 0,0 0 0 0 0,0 0 0 0 0,0 1 1 0 0,1-1-1 0 0,-1 1 0 0 0,0-1 0 0 0,-1 1 0 0 0,1 0 0 0 0,0 0 0 0 0,0 0 0 0 0,0 0 0 0 0,0 0 0 0 0,-1 0 0 0 0,1 0 0 0 0,0 1 0 0 0,-1-1 0 0 0,1 0 0 0 0,-1 1 0 0 0,0 0 0 0 0,1-1 0 0 0,-1 1 0 0 0,0 0 0 0 0,0-1 0 0 0,0 1 0 0 0,0 0 0 0 0,0 0 0 0 0,-1 0 0 0 0,1 0 1 0 0,-1 0-1 0 0,1 0 0 0 0,0 3 0 0 0,2 8 108 0 0,0-1 7 0 0,0 1 0 0 0,-1 0 1 0 0,1 23-1 0 0,-4 15 210 0 0,0-40-290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3.8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8 14368 0 0,'0'-4'0'0'0,"0"1"432"0"0,-4 10 432 0 0,4 1 3207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4.4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192 0 12760 0 0,'-13'4'69'0'0,"1"-5"215"0"0,11 0-259 0 0,0 1 0 0 0,0 0 0 0 0,-1 0 0 0 0,1-1 0 0 0,0 1 0 0 0,0 0 1 0 0,0 0-1 0 0,0 0 0 0 0,0 0 0 0 0,-1 0 0 0 0,1 1 0 0 0,0-1 1 0 0,0 0-1 0 0,0 0 0 0 0,0 1 0 0 0,0-1 0 0 0,0 1 0 0 0,0-1 0 0 0,-2 1 1 0 0,-43 28 932 0 0,24-15-465 0 0,0 4-157 0 0,12-9-67 0 0,-12 11 76 0 0,20-19-319 0 0,1 0-1 0 0,0 0 1 0 0,0-1 0 0 0,0 1-1 0 0,0 0 1 0 0,0 0 0 0 0,0 1-1 0 0,0-1 1 0 0,0 0 0 0 0,1 0-1 0 0,-1 0 1 0 0,0 0 0 0 0,1 1-1 0 0,-1-1 1 0 0,0 2 0 0 0,0 1 49 0 0,0-2-23 0 0,0-1-1 0 0,1 1 0 0 0,-1-1 0 0 0,1 1 1 0 0,-1 0-1 0 0,1-1 0 0 0,0 1 0 0 0,0 0 0 0 0,0-1 1 0 0,0 1-1 0 0,0 0 0 0 0,0-1 0 0 0,0 1 1 0 0,1 2-1 0 0,-1 0 51 0 0,1-2-31 0 0,0 1-1 0 0,0-1 0 0 0,0 1 1 0 0,0-1-1 0 0,0 0 1 0 0,0 1-1 0 0,1-1 1 0 0,-1 0-1 0 0,2 2 1 0 0,0 0 41 0 0,6 6 240 0 0,-6-8-285 0 0,3 1 125 0 0,8 0-23 0 0,1-1 0 0 0,0-1-1 0 0,0 0 1 0 0,14-2 0 0 0,-20 0-94 0 0,0 0-1 0 0,0 0 1 0 0,0-1 0 0 0,-1-1 0 0 0,1 1 0 0 0,-1-1 0 0 0,1-1 0 0 0,10-6-1 0 0,-13 7-34 0 0,0 0 23 0 0,0 0 1 0 0,0-1-1 0 0,0 0 0 0 0,0 0 1 0 0,-1 0-1 0 0,0-1 1 0 0,0 1-1 0 0,0-1 0 0 0,0 0 1 0 0,-1-1-1 0 0,5-6 0 0 0,-3 0 371 0 0,17-22-1 0 0,-22 33-407 0 0,1 0 0 0 0,-1 0 1 0 0,0 0-1 0 0,1 1 0 0 0,-1-1 0 0 0,0 1 1 0 0,1-1-1 0 0,-1 1 0 0 0,1-1 0 0 0,-1 1 0 0 0,1 0 1 0 0,-1-1-1 0 0,1 1 0 0 0,-1 0 0 0 0,1 0 1 0 0,2 0-1 0 0,-1 0 6 0 0,-1 1 1 0 0,0-1 0 0 0,1 0-1 0 0,-1 1 1 0 0,1-1 0 0 0,-1 1 0 0 0,0-1-1 0 0,1 1 1 0 0,-1 0 0 0 0,3 2-1 0 0,2 2 84 0 0,17 16 184 0 0,-22-19-282 0 0,-1-1 0 0 0,0 1 1 0 0,0 0-1 0 0,0-1 0 0 0,0 1 0 0 0,0 0 0 0 0,-1-1 0 0 0,1 1 0 0 0,0 0 1 0 0,-1 0-1 0 0,1 0 0 0 0,-1 0 0 0 0,0 0 0 0 0,0 3 0 0 0,4 41 568 0 0,-4-46-583 0 0,0-1 1 0 0,0 1 0 0 0,0 0-1 0 0,0-1 1 0 0,0 1 0 0 0,0 0-1 0 0,0-1 1 0 0,1 1 0 0 0,-1 0-1 0 0,0-1 1 0 0,0 1 0 0 0,0 0-1 0 0,0-1 1 0 0,0 1 0 0 0,-1 0-1 0 0,1-1 1 0 0,0 1 0 0 0,0 0-1 0 0,0-1 1 0 0,0 1 0 0 0,0 0-1 0 0,0-1 1 0 0,0 1 0 0 0,-1 0-1 0 0,1 0 1 0 0,0-1 0 0 0,0 1-1 0 0,-1 0 1 0 0,1-1 0 0 0,0 1-1 0 0,0 0 1 0 0,-1 0 0 0 0,1 0-1 0 0,0-1 1 0 0,0 1 0 0 0,-1 0-1 0 0,1 0 1 0 0,0 0 0 0 0,-1 0-1 0 0,1 0 1 0 0,0-1 0 0 0,-1 1-1 0 0,1 0 1 0 0,0 0 0 0 0,-1 0 0 0 0,1 0-1 0 0,0 0 1 0 0,-1 0 0 0 0,1 0-1 0 0,0 0 1 0 0,-1 0 0 0 0,1 0-1 0 0,0 0 1 0 0,-1 1 0 0 0,1-1-1 0 0,0 0 1 0 0,-1 0 0 0 0,1 0-1 0 0,0 0 1 0 0,-1 0 0 0 0,1 1-1 0 0,0-1 1 0 0,0 0 0 0 0,-1 0-1 0 0,1 1 1 0 0,0-1 0 0 0,0 0-1 0 0,-1 1 1 0 0,12-17 28 0 0,1 1 0 0 0,0 1 0 0 0,1 0 0 0 0,1 1 0 0 0,29-23 0 0 0,-37 33-18 0 0,0 1 0 0 0,0-1-1 0 0,0 1 1 0 0,1 0 0 0 0,-1 0 0 0 0,1 1 0 0 0,-1 0-1 0 0,1 0 1 0 0,-1 1 0 0 0,1-1 0 0 0,-1 1 0 0 0,1 1-1 0 0,9 1 1 0 0,3 2 23 0 0,1 0 17 0 0,20 8-1 0 0,-33-9-29 0 0,-1 1 0 0 0,1 0 0 0 0,-1 1 0 0 0,0 0 0 0 0,0 0 0 0 0,0 0 0 0 0,5 7 0 0 0,-6-7 7 0 0,-4-4-23 0 0,0 0 1 0 0,0 0-1 0 0,0 1 1 0 0,0-1-1 0 0,0 0 1 0 0,0 0-1 0 0,0 1 1 0 0,-1-1-1 0 0,1 0 1 0 0,-1 1-1 0 0,1-1 1 0 0,-1 1-1 0 0,1-1 1 0 0,-1 1 0 0 0,0-1-1 0 0,0 1 1 0 0,1-1-1 0 0,-1 1 1 0 0,-1 1-1 0 0,1 0 8 0 0,-1 0 0 0 0,1-1 0 0 0,-1 1 0 0 0,0-1-1 0 0,0 1 1 0 0,0 0 0 0 0,-1-1 0 0 0,1 0 0 0 0,-3 5 0 0 0,-4 2 35 0 0,1-1 1 0 0,-1 0-1 0 0,-18 14 0 0 0,26-22-49 0 0,-36 24 89 0 0,18-14-45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4.6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 11 18191 0 0,'-1'0'0'0'0,"0"-1"43"0"0,-1 0 71 0 0,-3-2 151 0 0,-3-1 138 0 0,6 2-271 0 0,2 2-135 0 0,0 0 27 0 0,0 0 0 0 0,0 1 0 0 0,0-1 1 0 0,0 0-1 0 0,0 0 0 0 0,0 0 0 0 0,0 0 0 0 0,0 1 1 0 0,0-1-1 0 0,0 0 0 0 0,0 0 0 0 0,0 0 0 0 0,0 0 1 0 0,0 1-1 0 0,0-1 0 0 0,0 0 0 0 0,0 0 0 0 0,0 0 1 0 0,0 0-1 0 0,0 1 0 0 0,0-1 0 0 0,0 0 0 0 0,0 0 1 0 0,0 0-1 0 0,0 0 0 0 0,-1 0 0 0 0,1 0 0 0 0,0 1 1 0 0,0-1-1 0 0,0 0 0 0 0,0 0 0 0 0,0 0 1 0 0,0 0-1 0 0,-1 0 0 0 0,1 0 0 0 0,0 0 0 0 0,0 0 1 0 0,0 0-1 0 0,0 0 0 0 0,-1 1 0 0 0,1-1 0 0 0,0 0 1 0 0,0 0-1 0 0,0 0 0 0 0,0 0 0 0 0,-1 0 0 0 0,1 0 1 0 0,0 0-1 0 0,0 0 0 0 0,0 0 0 0 0,0 0 0 0 0,-1-1 1 0 0,1 1-1 0 0,0 0 0 0 0,0 0 0 0 0,0 0 0 0 0,0 0 1 0 0,0 0-1 0 0,-1 0 0 0 0,1 0 0 0 0,0 0 0 0 0,0 0 1 0 0,0 0-1 0 0,0-1 0 0 0,2 6 180 0 0,8 18 812 0 0,-1 1-655 0 0,-2 0 0 0 0,-1 1 0 0 0,-1 0 0 0 0,-2 0 1 0 0,2 27-1 0 0,-3-10-128 0 0,-1-25-103 0 0,-1 0 0 0 0,-1 21-1 0 0,-1 21 230 0 0,2-47-286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5.2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220 1 17687 0 0,'-1'1'0'0'0,"-2"-1"0"0"0,-6 1 117 0 0,1 0 0 0 0,-1-1 0 0 0,-13-1 0 0 0,12 0 99 0 0,0 1 0 0 0,-1 0 1 0 0,-11 1-1 0 0,19 0-137 0 0,0-1 0 0 0,0 1 0 0 0,0 0 0 0 0,0 0 1 0 0,-1 0-1 0 0,2 0 0 0 0,-1 1 0 0 0,0-1 0 0 0,0 1 0 0 0,0 0 1 0 0,1 0-1 0 0,-1 0 0 0 0,1 0 0 0 0,-4 4 0 0 0,-2 4 234 0 0,0 0 0 0 0,1 1-1 0 0,0 0 1 0 0,1 0 0 0 0,0 1-1 0 0,1-1 1 0 0,0 1 0 0 0,1 1-1 0 0,0-1 1 0 0,1 1 0 0 0,-2 18-1 0 0,4-24-233 0 0,1 1 0 0 0,0 0-1 0 0,0 0 1 0 0,1 0 0 0 0,0 0-1 0 0,1 0 1 0 0,-1 0 0 0 0,6 12-1 0 0,-5-15-54 0 0,0 0-1 0 0,1 0 0 0 0,-1-1 0 0 0,1 0 1 0 0,0 1-1 0 0,0-1 0 0 0,1 0 1 0 0,-1-1-1 0 0,1 1 0 0 0,0 0 0 0 0,0-1 1 0 0,0 0-1 0 0,0 0 0 0 0,6 3 1 0 0,1-1 3 0 0,1 0 1 0 0,0-1 0 0 0,-1 0-1 0 0,1 0 1 0 0,1-2 0 0 0,-1 1-1 0 0,21 0 1 0 0,-8-2 12 0 0,0-1 0 0 0,46-7 0 0 0,-36 1-15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5.4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40 7 13560 0 0,'-1'-1'62'0'0,"0"1"0"0"0,1 0 0 0 0,-1 0 0 0 0,0 0 0 0 0,0 0 1 0 0,0 0-1 0 0,0 1 0 0 0,0-1 0 0 0,0 0 0 0 0,0 0 0 0 0,1 1 1 0 0,-1-1-1 0 0,0 0 0 0 0,0 1 0 0 0,0-1 0 0 0,1 1 0 0 0,-1-1 1 0 0,0 1-1 0 0,0-1 0 0 0,1 1 0 0 0,-1-1 0 0 0,0 1 0 0 0,1 0 1 0 0,-1-1-1 0 0,1 1 0 0 0,-1 0 0 0 0,1 0 0 0 0,-1 0 0 0 0,1-1 1 0 0,0 1-1 0 0,-1 2 0 0 0,-11 29 1633 0 0,12-31-1778 0 0,-1 3 147 0 0,0 0 1 0 0,0-1 0 0 0,0 1-1 0 0,1-1 1 0 0,0 1 0 0 0,-1 0-1 0 0,2 4 1 0 0,-1-7-58 0 0,0 0 0 0 0,0 0 0 0 0,1 0 0 0 0,-1 1 0 0 0,1-1-1 0 0,-1 0 1 0 0,1 0 0 0 0,-1 0 0 0 0,1 0 0 0 0,-1 0 0 0 0,1 0 0 0 0,0-1 0 0 0,0 1 0 0 0,-1 0 0 0 0,1 0 0 0 0,0 0 0 0 0,0-1-1 0 0,0 1 1 0 0,0 0 0 0 0,0-1 0 0 0,0 1 0 0 0,0-1 0 0 0,0 1 0 0 0,0-1 0 0 0,0 1 0 0 0,2-1 0 0 0,2 1 33 0 0,-1 0-1 0 0,1 0 1 0 0,0 0 0 0 0,0-1 0 0 0,0 0-1 0 0,-1 0 1 0 0,1 0 0 0 0,0-1 0 0 0,0 1 0 0 0,0-1-1 0 0,-1 0 1 0 0,1-1 0 0 0,0 1 0 0 0,-1-1-1 0 0,0 0 1 0 0,1 0 0 0 0,5-4 0 0 0,-9 6 3 0 0,0-1 0 0 0,0 0 1 0 0,0 1-1 0 0,0-1 0 0 0,0 0 0 0 0,0 0 1 0 0,0 1-1 0 0,0-1 0 0 0,-1 0 0 0 0,1 0 1 0 0,0 0-1 0 0,0 0 0 0 0,-1 0 0 0 0,1-1 1 0 0,-1 1-1 0 0,1 0 0 0 0,-1 0 0 0 0,1 0 1 0 0,-1 0-1 0 0,0 0 0 0 0,0-1 0 0 0,1 1 1 0 0,-1 0-1 0 0,0 0 0 0 0,0-1 0 0 0,0 1 1 0 0,0 0-1 0 0,0 0 0 0 0,-1-1 1 0 0,1 1-1 0 0,0 0 0 0 0,-1 0 0 0 0,1 0 1 0 0,0 0-1 0 0,-1-1 0 0 0,1 1 0 0 0,-2-1 1 0 0,-2-4 160 0 0,0 0 1 0 0,-1 1 0 0 0,1-1-1 0 0,-1 1 1 0 0,-8-6 0 0 0,3 1 125 0 0,9 9-292 0 0,0 1 1 0 0,1-1-1 0 0,-1 1 0 0 0,0-1 0 0 0,0 1 0 0 0,0-1 0 0 0,1 1 0 0 0,-1 0 1 0 0,0-1-1 0 0,0 1 0 0 0,0 0 0 0 0,0 0 0 0 0,0 0 0 0 0,0-1 0 0 0,0 1 0 0 0,0 0 1 0 0,-5 0 138 0 0,2-1 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5.7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1 16575 0 0,'0'0'34'0'0,"0"0"0"0"0,0 0-1 0 0,0 0 1 0 0,0 0-1 0 0,0 0 1 0 0,0 0 0 0 0,0 0-1 0 0,0 0 1 0 0,0 0-1 0 0,0 0 1 0 0,0 0 0 0 0,0 0-1 0 0,0 0 1 0 0,0 0-1 0 0,1 0 1 0 0,-1 1-1 0 0,0-1 1 0 0,0 0 0 0 0,0 0-1 0 0,0 0 1 0 0,0 0-1 0 0,0 0 1 0 0,0 0 0 0 0,0 0-1 0 0,0 0 1 0 0,0 0-1 0 0,0 0 1 0 0,1 0 0 0 0,-1 0-1 0 0,0 0 1 0 0,0-1-1 0 0,0 1 1 0 0,0 0-1 0 0,0 0 1 0 0,0 0 0 0 0,0 0-1 0 0,0 0 1 0 0,0 0-1 0 0,0 0 1 0 0,0 0 0 0 0,1 0-1 0 0,-9 206 3468 0 0,-4 205-851 0 0,12-409-2621 0 0,0 0 1 0 0,0-1 0 0 0,0 1 0 0 0,0 0-1 0 0,1 0 1 0 0,-1-1 0 0 0,1 1 0 0 0,0 2-1 0 0,-1-4-18 0 0,1 1-1 0 0,-1-1 0 0 0,0 0 0 0 0,0 1 0 0 0,0-1 0 0 0,1 0 0 0 0,-1 1 0 0 0,0-1 1 0 0,0 0-1 0 0,1 0 0 0 0,-1 1 0 0 0,0-1 0 0 0,1 0 0 0 0,-1 0 0 0 0,0 1 0 0 0,1-1 1 0 0,-1 0-1 0 0,0 0 0 0 0,1 0 0 0 0,-1 0 0 0 0,1 0 0 0 0,-1 0 0 0 0,0 1 0 0 0,1-1 0 0 0,-1 0 1 0 0,0 0-1 0 0,1 0 0 0 0,-1 0 0 0 0,1 0 0 0 0,-1-1 0 0 0,0 1 0 0 0,1 0 0 0 0,-1 0 1 0 0,1 0-1 0 0,-1 0 0 0 0,0 0 0 0 0,1 0 0 0 0,0-1 0 0 0,3-1 78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5.9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3 17287 0 0,'0'0'20'0'0,"0"0"0"0"0,0 0 0 0 0,0 0-1 0 0,1 0 1 0 0,-1-1 0 0 0,0 1 0 0 0,0 0-1 0 0,0 0 1 0 0,0 0 0 0 0,0 0-1 0 0,0 0 1 0 0,1 0 0 0 0,-1-1 0 0 0,0 1-1 0 0,0 0 1 0 0,0 0 0 0 0,0 0 0 0 0,0 0-1 0 0,1 0 1 0 0,-1 0 0 0 0,0 0-1 0 0,0 0 1 0 0,0 0 0 0 0,1 0 0 0 0,-1 0-1 0 0,0 0 1 0 0,0 0 0 0 0,0 0 0 0 0,0 0-1 0 0,1 0 1 0 0,-1 0 0 0 0,0 0-1 0 0,0 0 1 0 0,0 0 0 0 0,0 0 0 0 0,1 0-1 0 0,-1 0 1 0 0,0 0 0 0 0,0 1 0 0 0,0-1-1 0 0,0 0 1 0 0,0 0 0 0 0,1 0 0 0 0,-1 0-1 0 0,0 0 1 0 0,0 0 0 0 0,0 0-1 0 0,0 1 1 0 0,0-1 0 0 0,0 0 0 0 0,0 0-1 0 0,1 0 1 0 0,-1 0 0 0 0,0 1 0 0 0,0-1-1 0 0,0 0 1 0 0,0 0 0 0 0,0 0-1 0 0,0 0 1 0 0,0 1 0 0 0,0-1 0 0 0,0 0-1 0 0,0 0 1 0 0,0 0 0 0 0,0 0 0 0 0,0 1-1 0 0,0-1 1 0 0,0 0 0 0 0,0 28 1139 0 0,-1 0 0 0 0,-9 48 0 0 0,2-30-711 0 0,3 1 1 0 0,1 0-1 0 0,5 88 0 0 0,8-60-104 0 0,-8-60-264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6.2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61 116 16072 0 0,'4'-13'871'0'0,"-4"11"-739"0"0,1 1-1 0 0,0 0 0 0 0,1-1 0 0 0,-1 1 1 0 0,0 0-1 0 0,0-1 0 0 0,0 1 0 0 0,1 0 1 0 0,1-1-1 0 0,4-2 371 0 0,-1 1 0 0 0,1 0 0 0 0,8-3 0 0 0,7-3 633 0 0,5-4-76 0 0,-17 8-859 0 0,0 0-1 0 0,15-11 1 0 0,-25 16-195 0 0,0 0 0 0 0,1 0 0 0 0,-1 0 0 0 0,0-1 0 0 0,0 1 1 0 0,0 0-1 0 0,1 0 0 0 0,-1 0 0 0 0,0-1 0 0 0,0 1 0 0 0,0 0 1 0 0,1 0-1 0 0,-1 0 0 0 0,0-1 0 0 0,0 1 0 0 0,0 0 0 0 0,0 0 1 0 0,0-1-1 0 0,0 1 0 0 0,0 0 0 0 0,0 0 0 0 0,0-1 0 0 0,1 1 1 0 0,-1 0-1 0 0,0 0 0 0 0,0-1 0 0 0,0 1 0 0 0,0 0 0 0 0,-1-1 1 0 0,1 1-1 0 0,0 0 0 0 0,0 0 0 0 0,0-1 0 0 0,0 1 0 0 0,0 0 1 0 0,0 0-1 0 0,0-1 0 0 0,-12-7 152 0 0,9 7-124 0 0,-1-1 1 0 0,0 1-1 0 0,1 0 0 0 0,-1 0 0 0 0,-6-1 0 0 0,3 2 0 0 0,1 1 0 0 0,-1-1 0 0 0,0 1-1 0 0,0 0 1 0 0,1 0 0 0 0,-1 1 0 0 0,1 0 0 0 0,-1 0 0 0 0,1 0 0 0 0,0 1 0 0 0,-1 0 0 0 0,2 0 0 0 0,-1 1 0 0 0,0 0 0 0 0,1 0 0 0 0,-1 0 0 0 0,1 0 0 0 0,0 1 0 0 0,1 0 0 0 0,-1 0 0 0 0,-5 9 0 0 0,4-6 24 0 0,1-1 52 0 0,0 0-1 0 0,-7 16 1 0 0,11-20-83 0 0,0 0-1 0 0,0-1 0 0 0,0 1 1 0 0,0 0-1 0 0,1 0 1 0 0,0-1-1 0 0,-1 1 0 0 0,1 0 1 0 0,0 0-1 0 0,0 0 0 0 0,0-1 1 0 0,1 1-1 0 0,0 4 1 0 0,0-4-13 0 0,0-1 1 0 0,0 0 0 0 0,1 0 0 0 0,-1 0-1 0 0,0 0 1 0 0,1 0 0 0 0,-1 0 0 0 0,1-1-1 0 0,0 1 1 0 0,0 0 0 0 0,-1-1 0 0 0,1 0-1 0 0,0 1 1 0 0,0-1 0 0 0,5 2 0 0 0,33 13 74 0 0,-40-15-86 0 0,26 7 54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6.4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245 0 16575 0 0,'-4'3'-40'0'0,"-2"-1"31"0"0,2-2 70 0 0,-1-2 179 0 0,4 1-162 0 0,0 1-1 0 0,0 0 1 0 0,0-1-1 0 0,1 1 1 0 0,-1 0-1 0 0,0 0 1 0 0,0 0 0 0 0,0-1-1 0 0,0 1 1 0 0,0 0-1 0 0,0 0 1 0 0,1 0-1 0 0,-3 1 1 0 0,-34 9 1306 0 0,16-3-843 0 0,1 1 0 0 0,-35 18 0 0 0,48-22-463 0 0,1 0-1 0 0,0 0 0 0 0,0 1 1 0 0,0-1-1 0 0,0 1 0 0 0,1 1 1 0 0,0-1-1 0 0,0 1 1 0 0,0 0-1 0 0,1 0 0 0 0,-5 9 1 0 0,8-13-50 0 0,0 0 0 0 0,0 0 0 0 0,0 1 0 0 0,0-1 0 0 0,0 0 0 0 0,1 1 0 0 0,-1-1 0 0 0,1 1 0 0 0,-1-1 0 0 0,1 1 0 0 0,0-1 0 0 0,0 1 0 0 0,0-1 0 0 0,0 1 0 0 0,1 0 0 0 0,-1-1 1 0 0,0 0-1 0 0,1 1 0 0 0,1 3 0 0 0,0-3-7 0 0,0-1 1 0 0,-1 1-1 0 0,1-1 0 0 0,0 0 1 0 0,0 0-1 0 0,0 0 1 0 0,1 0-1 0 0,-1 0 1 0 0,0 0-1 0 0,1 0 0 0 0,-1-1 1 0 0,1 1-1 0 0,0-1 1 0 0,-1 0-1 0 0,1 0 1 0 0,4 1-1 0 0,5 1 18 0 0,-1 0 0 0 0,1-1 1 0 0,-1 0-1 0 0,1-1 0 0 0,0 0 0 0 0,-1-1 0 0 0,1 0 1 0 0,0-1-1 0 0,22-5 0 0 0,-2-4 34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6.6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 1 16575 0 0,'-1'0'103'0'0,"1"0"-1"0"0,-1 0 0 0 0,1 1 0 0 0,-1-1 0 0 0,1 0 0 0 0,-1 0 1 0 0,1 0-1 0 0,-1 1 0 0 0,1-1 0 0 0,0 0 0 0 0,-1 1 0 0 0,1-1 1 0 0,-1 0-1 0 0,1 1 0 0 0,0-1 0 0 0,-1 0 0 0 0,1 1 0 0 0,0-1 1 0 0,-1 1-1 0 0,1-1 0 0 0,0 1 0 0 0,0-1 0 0 0,-1 1 0 0 0,1-1 0 0 0,0 1 1 0 0,0-1-1 0 0,0 1 0 0 0,0-1 0 0 0,0 1 0 0 0,0-1 0 0 0,0 1 1 0 0,0 0-1 0 0,0 23 325 0 0,1-15-260 0 0,-10 144 875 0 0,1 0-504 0 0,0 28-77 0 0,6-90-234 0 0,2-61-157 0 0,0-2 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6.8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14 15880 0 0,'3'-2'264'0'0,"0"0"1"0"0,0 1 0 0 0,0-1 0 0 0,0 1 0 0 0,0 0 0 0 0,1 0 0 0 0,4-1 0 0 0,0 1 500 0 0,1 1-1 0 0,-1-1 0 0 0,17 3 1 0 0,-23-2-668 0 0,1 1 1 0 0,-1-1-1 0 0,0 1 0 0 0,1 0 1 0 0,-1 0-1 0 0,0 0 1 0 0,3 2-1 0 0,8 3 164 0 0,-12-6-219 0 0,1 1 1 0 0,-1 0-1 0 0,1 0 1 0 0,-1 0 0 0 0,0 1-1 0 0,1-1 1 0 0,-1 0-1 0 0,0 0 1 0 0,0 1-1 0 0,0-1 1 0 0,0 1 0 0 0,0-1-1 0 0,0 1 1 0 0,0-1-1 0 0,0 1 1 0 0,-1-1-1 0 0,1 1 1 0 0,0 3 0 0 0,0-1 32 0 0,0-1 0 0 0,0 1 0 0 0,-1 0 0 0 0,1 0 1 0 0,-1-1-1 0 0,0 1 0 0 0,-1 7 0 0 0,-3 20 240 0 0,2-15-112 0 0,-1 0 0 0 0,-5 18 0 0 0,4-25-113 0 0,-2-1 4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7.0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15 14464 0 0,'0'-6'0'0'0,"-2"5"0"0"0,-1-2 0 0 0,2 1 504 0 0,-3-1 0 0 0,3 3 503 0 0,2 0-503 0 0,3 0 8 0 0,-3 0-16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7.5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128 1 14872 0 0,'-3'0'0'0'0,"-2"0"84"0"0,1 0 0 0 0,-1 0 1 0 0,1 1-1 0 0,0-1 1 0 0,-5 3-1 0 0,5-2 13 0 0,0 1 0 0 0,1-1-1 0 0,-1 1 1 0 0,1 0 0 0 0,-1 1-1 0 0,1-1 1 0 0,0 1 0 0 0,0-1-1 0 0,-4 5 1 0 0,0 0 222 0 0,-1 1 0 0 0,2 0 0 0 0,-1 0 0 0 0,-5 11 0 0 0,10-15-194 0 0,-1 0 0 0 0,2 0 0 0 0,-1 1 0 0 0,0-1 1 0 0,1 0-1 0 0,0 1 0 0 0,0-1 0 0 0,0 1 1 0 0,0-1-1 0 0,1 1 0 0 0,0 0 0 0 0,0 4 0 0 0,0-7-79 0 0,1 1 0 0 0,-1-1-1 0 0,1 1 1 0 0,-1-1 0 0 0,1 0 0 0 0,0 1-1 0 0,-1-1 1 0 0,1 0 0 0 0,1 0-1 0 0,-1 1 1 0 0,0-1 0 0 0,0 0-1 0 0,1 0 1 0 0,-1 0 0 0 0,1-1-1 0 0,3 4 1 0 0,-2-3 1 0 0,0 1 1 0 0,0-2-1 0 0,0 1 1 0 0,1 0-1 0 0,-1-1 1 0 0,1 1-1 0 0,-1-1 0 0 0,1 0 1 0 0,-1 0-1 0 0,5 0 1 0 0,2 0 37 0 0,-1 0-1 0 0,1-1 1 0 0,-1 0 0 0 0,1-1 0 0 0,-1 0 0 0 0,0-1 0 0 0,17-4 0 0 0,-16 2-11 0 0,0-1 0 0 0,0 0 1 0 0,-1 0-1 0 0,0-1 0 0 0,0 0 1 0 0,-1 0-1 0 0,16-16 0 0 0,-12 5 85 0 0,-11 14-133 0 0,1 1 0 0 0,-1 0 0 0 0,1 0-1 0 0,-1 0 1 0 0,1 0 0 0 0,0 0 0 0 0,-1 0 0 0 0,1 0 0 0 0,4-2 0 0 0,4-3 90 0 0,14-8 313 0 0,-23 15-406 0 0,1-1 0 0 0,-1 1 0 0 0,0 0-1 0 0,0-1 1 0 0,1 1 0 0 0,-1 0 0 0 0,0 0 0 0 0,1 0 0 0 0,-1 0 0 0 0,0 0 0 0 0,0 0 0 0 0,1 0 0 0 0,-1 1 0 0 0,0-1 0 0 0,0 0 0 0 0,1 1 0 0 0,-1-1 0 0 0,0 1 0 0 0,2 0 0 0 0,-2 0 0 0 0,0 1 0 0 0,0 0 0 0 0,0 0 0 0 0,0-1 0 0 0,0 1 0 0 0,0 0 0 0 0,0 0 0 0 0,-1 0 0 0 0,1 0 0 0 0,-1 0 0 0 0,1 0 0 0 0,-1 3 0 0 0,4 9 108 0 0,-3-11-62 0 0,0 1 0 0 0,1 0 1 0 0,0-1-1 0 0,0 0 0 0 0,4 6 0 0 0,-1-2 62 0 0,-5-7-23 0 0,8-10-16 0 0,23-20 31 0 0,41-31 0 0 0,-71 60-115 0 0,0 1-1 0 0,0-1 1 0 0,0 0 0 0 0,0 0-1 0 0,0 1 1 0 0,0-1 0 0 0,0 1-1 0 0,1-1 1 0 0,-1 1-1 0 0,0-1 1 0 0,0 1 0 0 0,0-1-1 0 0,1 1 1 0 0,-1 0-1 0 0,0 0 1 0 0,0 0 0 0 0,0 0-1 0 0,1 0 1 0 0,-1 0 0 0 0,0 0-1 0 0,0 0 1 0 0,1 0-1 0 0,-1 1 1 0 0,0-1 0 0 0,0 0-1 0 0,0 1 1 0 0,1-1-1 0 0,-1 1 1 0 0,0 0 0 0 0,0-1-1 0 0,0 1 1 0 0,0 0-1 0 0,0-1 1 0 0,0 1 0 0 0,0 0-1 0 0,0 0 1 0 0,-1 0 0 0 0,1 0-1 0 0,0 0 1 0 0,0 0-1 0 0,-1 0 1 0 0,1 0 0 0 0,-1 0-1 0 0,2 2 1 0 0,0 2 21 0 0,0-1 0 0 0,0 1 0 0 0,-1 0 0 0 0,0 0 0 0 0,1 0 0 0 0,-1 0 0 0 0,-1 0 1 0 0,1 0-1 0 0,-1 0 0 0 0,0 6 0 0 0,-12 63 296 0 0,9-59-249 0 0,1-3-12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07.8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21 14168 0 0,'13'-11'25'0'0,"-7"8"-42"0"0,3 1 593 0 0,-5 1-274 0 0,-1 0 0 0 0,1 0 0 0 0,0 0 0 0 0,0 1 0 0 0,0 0 0 0 0,-1 0 0 0 0,1 0 0 0 0,0 0 0 0 0,5 2 0 0 0,-5-2-220 0 0,-3 0-3 0 0,1 0 1 0 0,-1 0-1 0 0,0 1 0 0 0,1-1 0 0 0,-1 0 1 0 0,0 0-1 0 0,1 1 0 0 0,-1-1 1 0 0,0 1-1 0 0,0-1 0 0 0,0 1 0 0 0,1 0 1 0 0,0 0-1 0 0,2 1 106 0 0,-3-1-121 0 0,0 0 0 0 0,0 0 0 0 0,0 0 1 0 0,0 0-1 0 0,0 0 0 0 0,0 0 0 0 0,0 0 0 0 0,0 0 1 0 0,0 0-1 0 0,0 0 0 0 0,0 1 0 0 0,-1-1 0 0 0,1 0 1 0 0,0 0-1 0 0,-1 1 0 0 0,1-1 0 0 0,-1 1 0 0 0,0-1 0 0 0,1 0 1 0 0,-1 1-1 0 0,0-1 0 0 0,0 2 0 0 0,0-1-46 0 0,4 27 353 0 0,-6-17-202 0 0,-5 14-11 0 0,1-11-44 0 0,1-6-79 0 0,3-3 0 0 0,-1 0 0 0 0,-1-1 0 0 0,1 1 0 0 0,-7 7 0 0 0,5-5 1 0 0,2-3-8 0 0,0-1 1 0 0,0 1 0 0 0,0-1-1 0 0,-1 0 1 0 0,-4 4 0 0 0,-21 23 169 0 0,26-28-183 0 0,-15 17 206 0 0,17-19-189 0 0,0 0 0 0 0,1 1 0 0 0,-1-1 0 0 0,0 0 0 0 0,1 0-1 0 0,-1 1 1 0 0,1-1 0 0 0,0 0 0 0 0,-1 1 0 0 0,1-1 0 0 0,0 1 0 0 0,0-1-1 0 0,0 0 1 0 0,0 1 0 0 0,0-1 0 0 0,0 1 0 0 0,0-1 0 0 0,1 3 0 0 0,-1-4-16 0 0,1 1 1 0 0,-1 0 0 0 0,1-1 0 0 0,0 1 0 0 0,-1-1-1 0 0,1 1 1 0 0,0-1 0 0 0,-1 0 0 0 0,1 1 0 0 0,0-1-1 0 0,0 0 1 0 0,-1 1 0 0 0,1-1 0 0 0,0 0-1 0 0,0 0 1 0 0,-1 0 0 0 0,3 1 0 0 0,9 0 66 0 0,8 0-9 0 0,0 0 0 0 0,0-1-1 0 0,1-1 1 0 0,22-4 0 0 0,-36 4-44 0 0,106-18 426 0 0,-67 6 309 0 0,-44 12-676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3.0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105 31 9440 0 0,'-2'1'13'0'0,"-9"0"5"0"0,-9 2-67 0 0,16-2 100 0 0,-1 0 1 0 0,1 0-1 0 0,-1 0 1 0 0,1 0 0 0 0,-1 1-1 0 0,1 0 1 0 0,-8 4-1 0 0,-3 12 1554 0 0,5-5 356 0 0,10-13-1824 0 0,-1 1 1 0 0,1-1 0 0 0,0 1-1 0 0,-1-1 1 0 0,1 1 0 0 0,0-1-1 0 0,-1 1 1 0 0,1-1 0 0 0,0 1-1 0 0,0 0 1 0 0,-1-1 0 0 0,1 1 0 0 0,0-1-1 0 0,0 1 1 0 0,0 0 0 0 0,0-1-1 0 0,0 1 1 0 0,0 0 0 0 0,0-1-1 0 0,0 1 1 0 0,0-1 0 0 0,0 1-1 0 0,1 0 1 0 0,-1-1 0 0 0,0 1-1 0 0,0-1 1 0 0,0 1 0 0 0,1-1 0 0 0,-1 1-1 0 0,0 0 1 0 0,1-1 0 0 0,-1 1-1 0 0,0-1 1 0 0,1 0 0 0 0,-1 1-1 0 0,1-1 1 0 0,-1 1 0 0 0,1-1-1 0 0,0 1 1 0 0,1 1-28 0 0,0 0 0 0 0,1-1 0 0 0,-1 1-1 0 0,1 0 1 0 0,0-1 0 0 0,-1 0 0 0 0,1 0 0 0 0,3 1-1 0 0,20 3 49 0 0,0-1 0 0 0,0-2-1 0 0,0-1 1 0 0,31-2-1 0 0,-13 0-1 0 0,273-4 909 0 0,2-1-162 0 0,56 15 65 0 0,-191 3-496 0 0,142 10 366 0 0,378 25 1422 0 0,-473-43-1229 0 0,-109-1-144 0 0,-118-3-828 0 0,1 0 0 0 0,-1 0 0 0 0,0 0 0 0 0,1-1 0 0 0,-1 1 0 0 0,1-1 0 0 0,-1-1 0 0 0,0 1-1 0 0,0 0 1 0 0,0-1 0 0 0,0 0 0 0 0,0 0 0 0 0,0 0 0 0 0,4-3 0 0 0,-7 4-54 0 0,0 0 0 0 0,0 0 0 0 0,-1 0 0 0 0,1 0-1 0 0,0 0 1 0 0,-1 0 0 0 0,1 0 0 0 0,0 0 0 0 0,-1-1 0 0 0,1 1 0 0 0,-1 0-1 0 0,0 0 1 0 0,1 0 0 0 0,-1 0 0 0 0,0-1 0 0 0,0 1 0 0 0,0 0 0 0 0,0 0-1 0 0,0-1 1 0 0,0 1 0 0 0,0 0 0 0 0,0 0 0 0 0,0-1 0 0 0,-1 1 0 0 0,1 0 0 0 0,0 0-1 0 0,-1 0 1 0 0,1 0 0 0 0,-1 0 0 0 0,0-1 0 0 0,1 1 0 0 0,-1 0 0 0 0,0 0-1 0 0,0-1 1 0 0,-4-3 4 0 0,0-1 1 0 0,-1 1-1 0 0,1 0 0 0 0,-10-7 0 0 0,10 8-5 0 0,-13-9 14 0 0,0 1 0 0 0,-1 0 0 0 0,-29-13 0 0 0,39 21 2 0 0,-1-1-1 0 0,1 0 0 0 0,1-1 1 0 0,-1 0-1 0 0,1 0 1 0 0,-9-9-1 0 0,17 15-18 0 0,0 0 1 0 0,0 0-1 0 0,0 0 0 0 0,-1 0 1 0 0,1 0-1 0 0,0 0 0 0 0,0 0 1 0 0,0-1-1 0 0,0 1 0 0 0,0 0 0 0 0,0 0 1 0 0,0 0-1 0 0,0 0 0 0 0,0 0 1 0 0,0 0-1 0 0,0 0 0 0 0,0-1 1 0 0,-1 1-1 0 0,1 0 0 0 0,0 0 1 0 0,0 0-1 0 0,0 0 0 0 0,0 0 1 0 0,0 0-1 0 0,0 0 0 0 0,0-1 0 0 0,0 1 1 0 0,0 0-1 0 0,0 0 0 0 0,0 0 1 0 0,0 0-1 0 0,0 0 0 0 0,1 0 1 0 0,-1-1-1 0 0,0 1 0 0 0,0 0 1 0 0,0 0-1 0 0,0 0 0 0 0,0 0 0 0 0,0 0 1 0 0,0 0-1 0 0,0 0 0 0 0,0 0 1 0 0,0-1-1 0 0,0 1 0 0 0,0 0 1 0 0,1 0-1 0 0,-1 0 0 0 0,0 0 1 0 0,0 0-1 0 0,0 0 0 0 0,0 0 0 0 0,11-2 26 0 0,17 2-9 0 0,-25 0-12 0 0,5 1 0 0 0,1 0 1 0 0,0 1-1 0 0,-1 0 1 0 0,1 0-1 0 0,-1 1 0 0 0,11 5 1 0 0,46 26 28 0 0,-62-33-34 0 0,0 2 2 0 0,1-1 0 0 0,0 1 0 0 0,0 0 0 0 0,-1 0 0 0 0,1 0-1 0 0,-1 0 1 0 0,0 0 0 0 0,3 5 0 0 0,-5-7-3 0 0,0 1 1 0 0,0-1-1 0 0,-1 0 1 0 0,1 1-1 0 0,0-1 0 0 0,-1 0 1 0 0,1 1-1 0 0,-1-1 1 0 0,1 1-1 0 0,-1-1 1 0 0,0 1-1 0 0,1-1 0 0 0,-1 1 1 0 0,0-1-1 0 0,0 1 1 0 0,0 0-1 0 0,0-1 1 0 0,0 1-1 0 0,-1-1 0 0 0,1 1 1 0 0,0-1-1 0 0,-1 1 1 0 0,1-1-1 0 0,-1 1 0 0 0,1-1 1 0 0,-1 0-1 0 0,-1 3 1 0 0,-3 3-1 0 0,-1-1 1 0 0,0 1 0 0 0,0-1-1 0 0,-1 0 1 0 0,0-1 0 0 0,0 0-1 0 0,-7 5 1 0 0,-58 27 4 0 0,30-16-6 0 0,-55 27 1 0 0,67-32 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4.3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374 26 15776 0 0,'-8'-3'288'0'0,"2"-4"825"0"0,5 6-999 0 0,1 0 0 0 0,-1 0 0 0 0,0 1 1 0 0,1-1-1 0 0,-1 0 0 0 0,0 1 0 0 0,0-1 1 0 0,0 0-1 0 0,1 1 0 0 0,-1-1 1 0 0,0 1-1 0 0,-2-1 0 0 0,3 1-87 0 0,-4-2 160 0 0,1 1 0 0 0,0 0 0 0 0,-1 0 0 0 0,0 0-1 0 0,1 1 1 0 0,-1-1 0 0 0,1 1 0 0 0,-1 0 0 0 0,0 0 0 0 0,-6 1 0 0 0,-19 4 358 0 0,19-3-468 0 0,-101 22 382 0 0,99-20-427 0 0,0 0 1 0 0,0 1 0 0 0,0 0 0 0 0,1 0 0 0 0,0 1 0 0 0,0 1 0 0 0,-13 9 0 0 0,12-6 3 0 0,8-7-23 0 0,0 0 0 0 0,0 1-1 0 0,0-1 1 0 0,0 1 0 0 0,1-1 0 0 0,-5 7 0 0 0,8-9-6 0 0,-1 0 0 0 0,0 0-1 0 0,1 0 1 0 0,0 0 0 0 0,-1 0 0 0 0,1 0 0 0 0,0 1-1 0 0,-1-1 1 0 0,1 0 0 0 0,0 0 0 0 0,0 0 0 0 0,0 1-1 0 0,0-1 1 0 0,0 0 0 0 0,0 0 0 0 0,1 0 0 0 0,-1 1-1 0 0,0-1 1 0 0,1 0 0 0 0,-1 0 0 0 0,0 0 0 0 0,1 0-1 0 0,0 0 1 0 0,-1 0 0 0 0,1 1 0 0 0,-1-1 0 0 0,1-1-1 0 0,0 1 1 0 0,0 0 0 0 0,0 0 0 0 0,0 0-1 0 0,1 1 1 0 0,2 2 12 0 0,1 0 0 0 0,0 0 0 0 0,1-1 0 0 0,-1 0 0 0 0,1 0 0 0 0,-1 0 0 0 0,1 0 0 0 0,0-1-1 0 0,0 0 1 0 0,7 2 0 0 0,9 0 50 0 0,33 4 1 0 0,-34-6-31 0 0,-4 0 18 0 0,-1-2 0 0 0,1 0 1 0 0,-1-1-1 0 0,20-3 0 0 0,-128 46 878 0 0,75-35-885 0 0,0 1-1 0 0,-29 17 1 0 0,39-20-11 0 0,0 0 1 0 0,0 0-1 0 0,1 1 1 0 0,-1 0-1 0 0,1 1 0 0 0,1-1 1 0 0,-1 1-1 0 0,-5 9 1 0 0,10-15-29 0 0,1 0 0 0 0,-1 0 0 0 0,1 0 0 0 0,-1 0 0 0 0,1 0 0 0 0,-1 0 0 0 0,1 0 0 0 0,0 1 0 0 0,-1-1 0 0 0,1 0 0 0 0,0 0 0 0 0,0 0 0 0 0,0 0 0 0 0,0 0 0 0 0,0 0 0 0 0,0 1 0 0 0,0-1 0 0 0,0 0 0 0 0,0 0 0 0 0,1 0 0 0 0,-1 0 0 0 0,0 0 0 0 0,1 0 0 0 0,-1 0 0 0 0,1 0 0 0 0,-1 0 0 0 0,1 0 0 0 0,-1 0 0 0 0,1 0 0 0 0,0 0 0 0 0,0 0 0 0 0,-1 0 0 0 0,1 0 0 0 0,0-1-1 0 0,0 1 1 0 0,1 1 0 0 0,2 0 11 0 0,0 0-1 0 0,1 1 1 0 0,-1-1-1 0 0,0 0 0 0 0,1-1 1 0 0,0 1-1 0 0,7 0 0 0 0,-1 0 0 0 0,1-1-1 0 0,-1 0 0 0 0,0-1 1 0 0,1 0-1 0 0,-1-1 1 0 0,0 0-1 0 0,0-1 1 0 0,1 0-1 0 0,-1-1 0 0 0,0 0 1 0 0,-1-1-1 0 0,18-8 1 0 0,-17 6 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4.8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 0 15272 0 0,'1'19'307'0'0,"-1"-2"354"0"0,0-8-204 0 0,0 0 0 0 0,-1 1 0 0 0,0-1 0 0 0,0 0 0 0 0,-4 11 0 0 0,3-11-219 0 0,0 1 0 0 0,0 0 1 0 0,1 0-1 0 0,0 18 0 0 0,-1 9 166 0 0,-6-16-117 0 0,6-18 17 0 0,8-12 89 0 0,1-4-253 0 0,0-1 0 0 0,6-19 1 0 0,-8 22-59 0 0,-1-1 0 0 0,2 0-1 0 0,-1 1 1 0 0,11-14 0 0 0,-15 24-65 0 0,0-1 0 0 0,-1 1 0 0 0,1 0 0 0 0,0 0 0 0 0,1 0 0 0 0,-1 0 0 0 0,0 0 0 0 0,0 0 0 0 0,0 0 0 0 0,1 0-1 0 0,-1 0 1 0 0,0 1 0 0 0,1-1 0 0 0,-1 0 0 0 0,0 1 0 0 0,1-1 0 0 0,-1 1 0 0 0,1 0 0 0 0,-1-1 0 0 0,1 1 0 0 0,-1 0 0 0 0,1 0-1 0 0,-1 0 1 0 0,1 0 0 0 0,-1 0 0 0 0,1 0 0 0 0,-1 1 0 0 0,1-1 0 0 0,-1 0 0 0 0,1 1 0 0 0,-1-1 0 0 0,2 2 0 0 0,2 0 7 0 0,-1 1 0 0 0,0-1 0 0 0,0 1 0 0 0,0 1 1 0 0,0-1-1 0 0,0 0 0 0 0,-1 1 0 0 0,4 4 0 0 0,-2-2 1 0 0,-1 0 0 0 0,-1 1 0 0 0,1-1 0 0 0,-1 1 0 0 0,0 0 0 0 0,0-1 0 0 0,2 12 0 0 0,4 6 95 0 0,-4-15-45 0 0,-5-9-66 0 0,0 1 0 0 0,1-1 0 0 0,-1 1 0 0 0,1-1 0 0 0,-1 1 0 0 0,0-1 0 0 0,1 1 0 0 0,-1 0 0 0 0,0-1 0 0 0,0 1 0 0 0,1 0 0 0 0,-1-1 0 0 0,0 1 0 0 0,0-1 0 0 0,0 2 0 0 0,0-2 70 0 0,1 0-73 0 0,0-1 1 0 0,0 0-1 0 0,0 0 1 0 0,1 0 0 0 0,-1 0-1 0 0,-1 0 1 0 0,1 0 0 0 0,0 0-1 0 0,0 0 1 0 0,0 0-1 0 0,0 0 1 0 0,-1 0 0 0 0,1-1-1 0 0,-1 1 1 0 0,1 0 0 0 0,-1 0-1 0 0,1-2 1 0 0,2-3 7 0 0,6-13 31 0 0,2 0 1 0 0,0 1-1 0 0,1 0 0 0 0,26-29 1 0 0,-38 46-35 0 0,1 0 0 0 0,0 1 1 0 0,0-1-1 0 0,-1 0 0 0 0,1 0 1 0 0,0 1-1 0 0,0-1 0 0 0,0 1 1 0 0,0-1-1 0 0,0 1 1 0 0,0-1-1 0 0,0 1 0 0 0,0-1 1 0 0,0 1-1 0 0,0 0 0 0 0,1 0 1 0 0,-1 0-1 0 0,0-1 0 0 0,0 1 1 0 0,0 0-1 0 0,0 0 0 0 0,0 0 1 0 0,0 1-1 0 0,0-1 0 0 0,1 0 1 0 0,-1 0-1 0 0,0 1 1 0 0,0-1-1 0 0,0 0 0 0 0,0 1 1 0 0,0-1-1 0 0,0 1 0 0 0,0 0 1 0 0,0-1-1 0 0,-1 1 0 0 0,1 0 1 0 0,0-1-1 0 0,0 1 0 0 0,1 1 1 0 0,0 0 9 0 0,0 1 1 0 0,0 0-1 0 0,0 0 0 0 0,0 0 1 0 0,0 0-1 0 0,0 1 0 0 0,-1-1 1 0 0,1 0-1 0 0,-1 1 1 0 0,0-1-1 0 0,1 4 0 0 0,0 5 64 0 0,0 0-1 0 0,-1-1 0 0 0,0 1 1 0 0,-1 0-1 0 0,0 0 1 0 0,-2 12-1 0 0,1-22-69 0 0,1-1 0 0 0,-1 1 1 0 0,0-1-1 0 0,1 0 0 0 0,-1 0 0 0 0,0 1 1 0 0,0-1-1 0 0,0 0 0 0 0,0 0 0 0 0,0 0 1 0 0,-2 1-1 0 0,0 1 27 0 0,2 0 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5.2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 13 14672 0 0,'2'1'0'0'0,"-2"-1"0"0"0,-12-2 144 0 0,0-4 381 0 0,6 3-213 0 0,6 2-302 0 0,0 1 0 0 0,0 0 0 0 0,0 0 0 0 0,0 0 0 0 0,0 0 1 0 0,0 0-1 0 0,-1 0 0 0 0,1 0 0 0 0,0-1 0 0 0,0 1 0 0 0,0 0 0 0 0,0 0 0 0 0,0 0 0 0 0,0 0 1 0 0,-1 0-1 0 0,1 0 0 0 0,0 0 0 0 0,0 0 0 0 0,0 0 0 0 0,0 0 0 0 0,-1 0 0 0 0,1 0 0 0 0,0 0 1 0 0,0 0-1 0 0,0 0 0 0 0,0 0 0 0 0,0 0 0 0 0,-1 0 0 0 0,1 0 0 0 0,0 0 0 0 0,0 0 0 0 0,0 0 1 0 0,0 0-1 0 0,0 0 0 0 0,-1 0 0 0 0,1 0 0 0 0,0 1 0 0 0,0-1 0 0 0,0 0 0 0 0,0 0 0 0 0,0 0 1 0 0,0 0-1 0 0,0 0 0 0 0,-1 0 0 0 0,1 0 0 0 0,0 0 0 0 0,0 1 0 0 0,-1 1 64 0 0,0 0-1 0 0,0 0 1 0 0,0 1-1 0 0,1-1 0 0 0,-1 0 1 0 0,1 0-1 0 0,-1 1 1 0 0,1-1-1 0 0,0 0 1 0 0,0 1-1 0 0,0-1 1 0 0,0 1-1 0 0,1 2 0 0 0,7 37 656 0 0,-2-17-330 0 0,-3 1 66 0 0,0 30 1 0 0,0 4-18 0 0,3-15-211 0 0,-3-1 1 0 0,-2 1 0 0 0,-6 68-1 0 0,4-78 226 0 0,13-45 261 0 0,3-12-453 0 0,14-27-1 0 0,-20 33-114 0 0,0-1 0 0 0,1 2 0 0 0,1 0-1 0 0,18-20 1 0 0,-28 34-120 0 0,1 0 1 0 0,0 0-1 0 0,-1 0 0 0 0,1 0 1 0 0,0 0-1 0 0,-1 0 0 0 0,1 0 1 0 0,0 1-1 0 0,0-1 0 0 0,-1 1 1 0 0,1-1-1 0 0,0 1 0 0 0,0 0 1 0 0,0 0-1 0 0,0 0 0 0 0,0 0 1 0 0,0 0-1 0 0,-1 0 1 0 0,1 0-1 0 0,0 1 0 0 0,0-1 1 0 0,0 1-1 0 0,0-1 0 0 0,-1 1 1 0 0,1 0-1 0 0,3 2 0 0 0,14 7 215 0 0,-16-9-218 0 0,0 1-1 0 0,-1-1 0 0 0,1 1 0 0 0,0 0 1 0 0,-1 0-1 0 0,1 0 0 0 0,-1 0 0 0 0,4 3 1 0 0,0 2 44 0 0,9 13 131 0 0,-14-20-196 0 0,-1 1-1 0 0,0 0 1 0 0,1 0-1 0 0,-1 0 1 0 0,0 0 0 0 0,0 0-1 0 0,1 0 1 0 0,-1 0-1 0 0,0 0 1 0 0,0 0-1 0 0,0-1 1 0 0,0 1-1 0 0,0 0 1 0 0,0 0-1 0 0,-1 0 1 0 0,1 0-1 0 0,0 0 1 0 0,0 0 0 0 0,-1 0-1 0 0,1 0 1 0 0,0 0-1 0 0,-1-1 1 0 0,0 2-1 0 0,-2 3 27 0 0,0-1 0 0 0,-1 0 0 0 0,1 0 0 0 0,-1 0 1 0 0,1 0-1 0 0,-1-1 0 0 0,0 0 0 0 0,-1 1 0 0 0,1-1 0 0 0,-6 2 0 0 0,-13 9 54 0 0,15-8-58 0 0,0-1 0 0 0,0 0 0 0 0,0-1 0 0 0,-1 0 0 0 0,0 0 0 0 0,0-1 0 0 0,0 0 1 0 0,-15 3-1 0 0,5-4 36 0 0,2 0 2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5.5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75 98 14776 0 0,'3'-2'107'0'0,"0"-1"0"0"0,1 0 0 0 0,-1 1 1 0 0,1 0-1 0 0,4-3 0 0 0,9-4 434 0 0,-12 4 56 0 0,0 1 1 0 0,0-1-1 0 0,-1 0 1 0 0,0 0-1 0 0,1 0 1 0 0,2-7-1 0 0,-6 11-498 0 0,-1 0 0 0 0,1 1 0 0 0,0-1-1 0 0,-1 0 1 0 0,1 1 0 0 0,0-1 0 0 0,-1 0 0 0 0,1 1-1 0 0,0-1 1 0 0,0 1 0 0 0,0-1 0 0 0,1 0 0 0 0,-1 1-74 0 0,-1 0 0 0 0,1 0 0 0 0,-1-1 0 0 0,1 1 0 0 0,0 0 1 0 0,-1-1-1 0 0,1 1 0 0 0,-1 0 0 0 0,1-1 0 0 0,-1 1 0 0 0,1-1 0 0 0,-1 1 1 0 0,0-1-1 0 0,1 1 0 0 0,-1-1 0 0 0,1 1 0 0 0,-1-1 0 0 0,0 1 0 0 0,0-1 0 0 0,1 1 1 0 0,-1-1-1 0 0,0 0 0 0 0,0 1 0 0 0,0-1 0 0 0,0 0 0 0 0,1 1 0 0 0,-1-1 1 0 0,0 1-1 0 0,0-1 0 0 0,-1-1 0 0 0,1 2-9 0 0,0-1 0 0 0,0 1 0 0 0,-1-1 1 0 0,1 1-1 0 0,-1 0 0 0 0,1-1 0 0 0,0 1 0 0 0,-1 0 0 0 0,1-1 1 0 0,-1 1-1 0 0,1 0 0 0 0,-1 0 0 0 0,1-1 0 0 0,-1 1 0 0 0,1 0 1 0 0,-1 0-1 0 0,1 0 0 0 0,-1 0 0 0 0,1-1 0 0 0,-1 1 0 0 0,1 0 1 0 0,-1 0-1 0 0,1 0 0 0 0,-1 0 0 0 0,0 0 0 0 0,1 1 0 0 0,-1-1 1 0 0,0 0-1 0 0,-18 3 180 0 0,15-1-154 0 0,-1 1 0 0 0,1 0-1 0 0,1 0 1 0 0,-1 0 0 0 0,-3 4 0 0 0,-10 6 66 0 0,8-6-46 0 0,-3 1 42 0 0,1 0 0 0 0,-12 12 0 0 0,19-16-46 0 0,1 0 0 0 0,-1 0-1 0 0,1 0 1 0 0,0 0 0 0 0,1 1 0 0 0,-1-1 0 0 0,1 1-1 0 0,0 0 1 0 0,-3 7 0 0 0,3-5 43 0 0,0-2-20 0 0,1 0 1 0 0,0 0-1 0 0,-1 0 1 0 0,2 0-1 0 0,-1 1 1 0 0,0 4 0 0 0,1-8-71 0 0,1-1 1 0 0,-1 1 0 0 0,0-1 0 0 0,1 1 0 0 0,-1-1 0 0 0,0 1 0 0 0,1-1 0 0 0,0 0 0 0 0,-1 1 0 0 0,1-1 0 0 0,0 0 0 0 0,0 1-1 0 0,0-1 1 0 0,0 0 0 0 0,0 0 0 0 0,0 0 0 0 0,0 0 0 0 0,0 0 0 0 0,0 0 0 0 0,0 0 0 0 0,1 0 0 0 0,-1 0 0 0 0,0 0-1 0 0,1-1 1 0 0,-1 1 0 0 0,2 0 0 0 0,9 2 27 0 0,-1 0 0 0 0,1-1 0 0 0,0 0 0 0 0,0-1 0 0 0,21 0 0 0 0,-23-1-19 0 0,24 0 30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6.0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251 433 13360 0 0,'-5'-1'-66'0'0,"-5"5"877"0"0,-6 2 2478 0 0,15-6-3211 0 0,1 0 0 0 0,-1 0 0 0 0,0 0 0 0 0,1 0 1 0 0,-1 1-1 0 0,0-1 0 0 0,0 0 0 0 0,1 0 0 0 0,-1 1 0 0 0,0-1 0 0 0,1 0 0 0 0,-1 1 0 0 0,1-1 0 0 0,-1 1 0 0 0,1-1 0 0 0,-1 0 0 0 0,0 1 1 0 0,1 0-1 0 0,-1 0 0 0 0,0 0-57 0 0,0 0 1 0 0,1-1 0 0 0,-1 1-1 0 0,0 0 1 0 0,0-1 0 0 0,1 1-1 0 0,-1 0 1 0 0,0-1-1 0 0,0 1 1 0 0,0-1 0 0 0,-1 1-1 0 0,-9 2 146 0 0,8-1 18 0 0,-1-1-1 0 0,1 0 1 0 0,-1 0-1 0 0,0-1 1 0 0,1 1-1 0 0,-6-1 1 0 0,3 1-109 0 0,1 0 0 0 0,0-1 0 0 0,0 2 0 0 0,0-1 0 0 0,0 0 0 0 0,0 1 0 0 0,0 0 0 0 0,0 0 0 0 0,1 1 0 0 0,-1-1 0 0 0,1 1 1 0 0,0 0-1 0 0,0 0 0 0 0,-5 4 0 0 0,-4 6 134 0 0,0 1 0 0 0,-18 22 0 0 0,29-32-153 0 0,0 0 0 0 0,-1 0 0 0 0,1 0 0 0 0,1 0 0 0 0,-1 0 1 0 0,1 1-1 0 0,-2 7 0 0 0,0-1 111 0 0,2-10-149 0 0,1-1-1 0 0,0 1 1 0 0,-1 0-1 0 0,1 0 1 0 0,0 0 0 0 0,0 0-1 0 0,0 0 1 0 0,0 0-1 0 0,0 0 1 0 0,0 0 0 0 0,0 0-1 0 0,0-1 1 0 0,0 1-1 0 0,0 0 1 0 0,0 0-1 0 0,0 0 1 0 0,1 0 0 0 0,-1 0-1 0 0,0 0 1 0 0,1 0-1 0 0,-1-1 1 0 0,1 1 0 0 0,-1 0-1 0 0,1 0 1 0 0,-1-1-1 0 0,1 1 1 0 0,0 0 0 0 0,-1-1-1 0 0,1 1 1 0 0,0 0-1 0 0,-1-1 1 0 0,1 1 0 0 0,0-1-1 0 0,0 1 1 0 0,0-1-1 0 0,-1 1 1 0 0,1-1 0 0 0,0 0-1 0 0,0 1 1 0 0,2-1-1 0 0,0 1 4 0 0,0-1 1 0 0,1 0-1 0 0,-1 0 0 0 0,0 0 0 0 0,1 0 0 0 0,-1 0 0 0 0,0 0 0 0 0,1-1 0 0 0,-1 0 0 0 0,4-1 0 0 0,4-2 7 0 0,0-1 0 0 0,0 0 0 0 0,-1 0-1 0 0,0-1 1 0 0,0 0 0 0 0,-1-1 0 0 0,1 0 0 0 0,-2-1 0 0 0,1 0-1 0 0,-1 0 1 0 0,0-1 0 0 0,10-15 0 0 0,-10 12-5 0 0,-1 0 0 0 0,0 0-1 0 0,-1-1 1 0 0,-1 0 0 0 0,0 0 0 0 0,-1-1 0 0 0,0 1 0 0 0,-1-1 0 0 0,0 0 0 0 0,0-16 0 0 0,1-188 178 0 0,-4 158-136 0 0,-8-40 231 0 0,8 100-287 0 0,-1 0 0 0 0,0 0 1 0 0,1 0-1 0 0,-1 1 0 0 0,0-1 0 0 0,1 0 1 0 0,-1 1-1 0 0,1-1 0 0 0,-1 0 0 0 0,0 1 1 0 0,1-1-1 0 0,-1 0 0 0 0,1 1 0 0 0,-1-1 1 0 0,1 1-1 0 0,-1-1 0 0 0,1 1 0 0 0,-1 1 1 0 0,-2 8 25 0 0,1 1 1 0 0,0 1 0 0 0,1-1-1 0 0,0 17 1 0 0,0-2 5 0 0,-7 57 94 0 0,3-35 10 0 0,1 62 1 0 0,5-73-63 0 0,3 0 0 0 0,0 1 0 0 0,13 45 0 0 0,6-10-13 0 0,-17-54-54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6.56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203 449 16280 0 0,'0'-3'-5'0'0,"-1"1"0"0"0,-1 0-2 0 0,-1 1 7 0 0,1-1 47 0 0,1 2-3 0 0,-18-10 932 0 0,5 8 1692 0 0,10 4-2527 0 0,0-1 0 0 0,1 1 0 0 0,-1 0-1 0 0,1 0 1 0 0,0 0 0 0 0,-1 0 0 0 0,-4 5 0 0 0,8-6-132 0 0,-54 36 290 0 0,28-18-214 0 0,16-9-33 0 0,6-5-36 0 0,2-3-6 0 0,0 0 0 0 0,0 1 0 0 0,0-1 0 0 0,0 1 0 0 0,1-1 0 0 0,-1 1 0 0 0,-1 3 0 0 0,-2 5 129 0 0,-7 21-1 0 0,12-31-128 0 0,0 0 0 0 0,0-1 0 0 0,0 1-1 0 0,0-1 1 0 0,0 1 0 0 0,0-1 0 0 0,0 1 0 0 0,0 0-1 0 0,1-1 1 0 0,-1 1 0 0 0,0-1 0 0 0,0 1-1 0 0,0-1 1 0 0,1 1 0 0 0,-1-1 0 0 0,0 1 0 0 0,1-1-1 0 0,-1 1 1 0 0,0-1 0 0 0,1 0 0 0 0,-1 1-1 0 0,1-1 1 0 0,-1 0 0 0 0,1 1 0 0 0,-1-1 0 0 0,1 0-1 0 0,-1 1 1 0 0,1-1 0 0 0,-1 0 0 0 0,1 0-1 0 0,-1 1 1 0 0,2-1 0 0 0,10 3 67 0 0,-4-3-5 0 0,1-1-44 0 0,0 0-1 0 0,0-1 0 0 0,0-1 1 0 0,0 1-1 0 0,0-1 0 0 0,-1-1 1 0 0,0 0-1 0 0,0 0 0 0 0,0-1 1 0 0,0 1-1 0 0,0-2 0 0 0,-1 1 1 0 0,0-1-1 0 0,0 0 0 0 0,-1-1 1 0 0,0 1-1 0 0,0-1 0 0 0,0-1 1 0 0,-1 1-1 0 0,0-1 0 0 0,4-9 1 0 0,-1-2 33 0 0,-1 0 1 0 0,0 0 0 0 0,-2-1-1 0 0,-1 0 1 0 0,0 0 0 0 0,-1-1-1 0 0,-1-40 1 0 0,6-141 251 0 0,-11 146-224 0 0,-1 33 43 0 0,2 17 247 0 0,-4 19-340 0 0,2 0-1 0 0,-1 1 1 0 0,2 0-1 0 0,0 0 1 0 0,1 0 0 0 0,0 0-1 0 0,1 0 1 0 0,0 0-1 0 0,1 0 1 0 0,3 16-1 0 0,0 19 66 0 0,-2-35-72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6.8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55 0 13168 0 0,'-10'2'1078'0'0,"10"6"787"0"0,0 2-1193 0 0,0 2-434 0 0,-1 0-1 0 0,0 0 0 0 0,-1-1 1 0 0,-6 19-1 0 0,3-5-29 0 0,-7 18 276 0 0,8-20-155 0 0,3-19-202 0 0,0 1-1 0 0,1-1 1 0 0,-1 0 0 0 0,-1 0 0 0 0,-1 6-1 0 0,0-1 265 0 0,3-6-198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6.9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 30 12960 0 0,'5'1'0'0'0,"-9"-10"472"0"0,-12-12 480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7.2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11552 0 0,'0'3'248'0'0,"0"1"181"0"0,1-1 43 0 0,1 1 266 0 0,2 4 477 0 0,-4 3-773 0 0,0 108 3572 0 0,0-118-4006 0 0,0-1 0 0 0,0 0 0 0 0,1 0 0 0 0,-1 0 0 0 0,0 0 0 0 0,0 0 0 0 0,0 0 0 0 0,0 0 0 0 0,0 0 0 0 0,0 0 0 0 0,0 0 0 0 0,0 0 0 0 0,0 1 0 0 0,0-1 0 0 0,0 0-1 0 0,0 0 1 0 0,0 0 0 0 0,0 0 0 0 0,0 0 0 0 0,1 0 0 0 0,-1 0 0 0 0,0 0 0 0 0,0 0 0 0 0,0 0 0 0 0,0 0 0 0 0,0 0 0 0 0,0 0 0 0 0,0 0 0 0 0,0 0 0 0 0,0 0 0 0 0,0 0 0 0 0,1 0 0 0 0,-1 0 0 0 0,0 0 0 0 0,0 0 0 0 0,0 0 0 0 0,0 0 0 0 0,0 0 0 0 0,0 0 0 0 0,0 0 0 0 0,0 0 0 0 0,0 0-1 0 0,0 0 1 0 0,1 0 0 0 0,-1 0 0 0 0,0 0 0 0 0,0 0 0 0 0,0-1 0 0 0,0 1 0 0 0,0 0 0 0 0,0 0 0 0 0,0 0 0 0 0,0 0 0 0 0,0 0 0 0 0,0 0 0 0 0,0 0 0 0 0,0 0 0 0 0,0 0 0 0 0,0 0 0 0 0,0 0 0 0 0,0-1 0 0 0,6-4 298 0 0,-6 5-210 0 0,18-18 638 0 0,30-22 0 0 0,-33 29-435 0 0,-11 7-154 0 0,1 1 0 0 0,0 0 1 0 0,1 0-1 0 0,6-3 1 0 0,-7 4-92 0 0,0 0 55 0 0,0 0 1 0 0,0 1-1 0 0,1 0 0 0 0,-1 0 1 0 0,1 0-1 0 0,-1 0 0 0 0,1 1 1 0 0,-1 0-1 0 0,1 0 0 0 0,-1 0 1 0 0,7 2-1 0 0,-10-2-74 0 0,3 3 119 0 0,1 6 160 0 0,0 1-1 0 0,0-1 0 0 0,-1 1 1 0 0,6 16-1 0 0,-9-20-272 0 0,-1-5 39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7.7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314 13 14272 0 0,'-2'-5'226'0'0,"-1"2"78"0"0,-3 1 284 0 0,-5 0 397 0 0,6 2-593 0 0,3 2-132 0 0,0 0 0 0 0,0 0 0 0 0,0 0 0 0 0,0 0 0 0 0,1 0 0 0 0,-1 0 0 0 0,1 1 0 0 0,-1-1 0 0 0,-1 5 0 0 0,-3 2-130 0 0,6-8-122 0 0,-1 0 0 0 0,1 0 0 0 0,-1 0-1 0 0,1-1 1 0 0,-1 1 0 0 0,1 0 0 0 0,-1 0 0 0 0,1 0 0 0 0,0 0 0 0 0,0 0 0 0 0,-1 0 0 0 0,1 0 0 0 0,0 0 0 0 0,0 0 0 0 0,0 0 0 0 0,0 0 0 0 0,0 0 0 0 0,0 0-1 0 0,0 0 1 0 0,1 0 0 0 0,-1 0 0 0 0,1 2 0 0 0,0-2 2 0 0,0 0-1 0 0,0 1 0 0 0,0-1 1 0 0,0 0-1 0 0,1 1 1 0 0,-1-1-1 0 0,1 0 1 0 0,-1 0-1 0 0,0 0 0 0 0,1 0 1 0 0,0-1-1 0 0,-1 1 1 0 0,1 0-1 0 0,-1-1 1 0 0,1 1-1 0 0,3 0 0 0 0,5 1 168 0 0,0 0 0 0 0,0-1-1 0 0,0-1 1 0 0,13 0 0 0 0,-15 0 203 0 0,-9 12-114 0 0,-19 48 32 0 0,-21 105 1 0 0,17 12 150 0 0,-7 31 167 0 0,30-202-591 0 0,0 1 0 0 0,-1-1 0 0 0,1 0 0 0 0,-2 0-1 0 0,1 0 1 0 0,-1 0 0 0 0,0-1 0 0 0,0 1 0 0 0,0-1-1 0 0,-1 1 1 0 0,1-1 0 0 0,-6 5 0 0 0,7-9-7 0 0,-1 1 1 0 0,1-1-1 0 0,0 0 1 0 0,-1 0-1 0 0,1-1 1 0 0,-1 1-1 0 0,1 0 0 0 0,-1-1 1 0 0,1 0-1 0 0,-1 1 1 0 0,1-1-1 0 0,-1 0 1 0 0,1 0-1 0 0,-5-1 0 0 0,-35-5 175 0 0,36 4-167 0 0,1 0-1 0 0,-1 0 0 0 0,1-1 1 0 0,-1 1-1 0 0,1-1 0 0 0,0-1 0 0 0,0 1 1 0 0,0 0-1 0 0,1-1 0 0 0,-5-5 1 0 0,2 2 21 0 0,0 0 0 0 0,1 0 0 0 0,-1-1 0 0 0,2 0 0 0 0,-7-11 1 0 0,10 15-19 0 0,0 1 0 0 0,0-1 0 0 0,1 0 1 0 0,0 1-1 0 0,-1-1 0 0 0,1 0 0 0 0,0 0 1 0 0,1 0-1 0 0,-1 0 0 0 0,1 0 0 0 0,0 0 0 0 0,0 0 1 0 0,0 0-1 0 0,0 0 0 0 0,1 0 0 0 0,-1 0 1 0 0,1 0-1 0 0,0 1 0 0 0,0-1 0 0 0,1 0 1 0 0,-1 0-1 0 0,1 1 0 0 0,0-1 0 0 0,0 1 1 0 0,0-1-1 0 0,0 1 0 0 0,1 0 0 0 0,-1 0 1 0 0,6-5-1 0 0,7-5 44 0 0,0 0 0 0 0,1 0 0 0 0,0 2 0 0 0,1 0 0 0 0,0 1 0 0 0,20-8 0 0 0,10-7 67 0 0,-11 4-22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8.5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51 17791 0 0,'0'6'90'0'0,"0"1"301"0"0,-7 11 872 0 0,6-15-1207 0 0,-1 1 147 0 0,-6 20 914 0 0,-1 13 323 0 0,-7 12 626 0 0,16-49-2060 0 0,0 1 1 0 0,0-1 0 0 0,0 0-1 0 0,0 0 1 0 0,-1 0 0 0 0,1 0 0 0 0,0 0-1 0 0,0 0 1 0 0,0 1 0 0 0,0-1 0 0 0,0 0-1 0 0,0 0 1 0 0,0 0 0 0 0,0 0-1 0 0,0 0 1 0 0,0 1 0 0 0,0-1 0 0 0,0 0-1 0 0,0 0 1 0 0,0 0 0 0 0,0 0 0 0 0,0 1-1 0 0,0-1 1 0 0,0 0 0 0 0,0 0-1 0 0,0 0 1 0 0,0 0 0 0 0,0 1 0 0 0,0-1-1 0 0,0 0 1 0 0,0 0 0 0 0,0 0 0 0 0,0 0-1 0 0,1 0 1 0 0,-1 0 0 0 0,0 1-1 0 0,0-1 1 0 0,0 0 0 0 0,0 0 0 0 0,0 0-1 0 0,0 0 1 0 0,1 0 0 0 0,-1 0 0 0 0,0 0-1 0 0,0 0 1 0 0,0 1 0 0 0,0-1-1 0 0,0 0 1 0 0,1 0 0 0 0,-1 0 0 0 0,0 0-1 0 0,0 0 1 0 0,0 0 0 0 0,0 0 0 0 0,1 0-1 0 0,-1 0 1 0 0,0 0 0 0 0,1-1 2 0 0,0 1 0 0 0,0-1 0 0 0,0 1 0 0 0,0-1 1 0 0,-1 1-1 0 0,1-1 0 0 0,0 0 0 0 0,0 1 0 0 0,-1-1 1 0 0,1 0-1 0 0,0 1 0 0 0,-1-1 0 0 0,2-2 0 0 0,44-63 86 0 0,40-62 116 0 0,-86 128-207 0 0,0 0 0 0 0,0 0 1 0 0,0 1-1 0 0,0-1 1 0 0,0 0-1 0 0,0 1 0 0 0,0-1 1 0 0,0 0-1 0 0,1 0 1 0 0,-1 1-1 0 0,0-1 0 0 0,0 0 1 0 0,0 0-1 0 0,0 1 1 0 0,0-1-1 0 0,0 0 0 0 0,1 0 1 0 0,-1 1-1 0 0,0-1 1 0 0,0 0-1 0 0,0 0 1 0 0,1 0-1 0 0,-1 1 0 0 0,0-1 1 0 0,0 0-1 0 0,1 0 1 0 0,-1 0-1 0 0,0 0 0 0 0,0 0 1 0 0,1 1-1 0 0,-1-1 1 0 0,0 0-1 0 0,0 0 0 0 0,1 0 1 0 0,-1 0-1 0 0,0 0 1 0 0,0 0-1 0 0,1 0 0 0 0,-1 0 1 0 0,0 0-1 0 0,1 0 1 0 0,-1 0-1 0 0,0 0 0 0 0,0 0 1 0 0,1 0-1 0 0,-1 0 1 0 0,0-1-1 0 0,1 1 0 0 0,-1 0 1 0 0,0 0-1 0 0,0 0 1 0 0,0 0-1 0 0,1 0 1 0 0,-1-1-1 0 0,0 1 0 0 0,0 0 1 0 0,1 0-1 0 0,-1 0 1 0 0,0-1-1 0 0,0 1 0 0 0,0 0 1 0 0,0 0-1 0 0,1-1 1 0 0,-1 1-1 0 0,0 0 0 0 0,0 0 1 0 0,0-1-1 0 0,0 1 1 0 0,2 23 64 0 0,1 1 1 0 0,1-1-1 0 0,7 25 1 0 0,-8-34-44 0 0,-1-6 14 0 0,0 0 1 0 0,1 1 0 0 0,0-1-1 0 0,0 0 1 0 0,8 13 0 0 0,-10-21-36 0 0,-1 0 1 0 0,0 0 0 0 0,0 1 0 0 0,1-1-1 0 0,-1 0 1 0 0,0 0 0 0 0,1 0 0 0 0,-1 1-1 0 0,0-1 1 0 0,1 0 0 0 0,-1 0 0 0 0,0 0-1 0 0,1 0 1 0 0,-1 0 0 0 0,0 0 0 0 0,1 0-1 0 0,-1 0 1 0 0,0 0 0 0 0,1 0 0 0 0,-1 0-1 0 0,0 0 1 0 0,1 0 0 0 0,-1 0 0 0 0,1 0-1 0 0,-1 0 1 0 0,0 0 0 0 0,1-1 0 0 0,-1 1-1 0 0,0 0 1 0 0,0 0 0 0 0,1 0 0 0 0,-1-1-1 0 0,0 1 1 0 0,1 0 0 0 0,-1 0 0 0 0,0-1-1 0 0,1 1 1 0 0,13-13 42 0 0,-10 9-26 0 0,34-38 31 0 0,-25 27-19 0 0,21-19 1 0 0,-30 29-23 0 0,1 2 0 0 0,0-1 0 0 0,0 0 0 0 0,0 1 0 0 0,0 0-1 0 0,0 0 1 0 0,0 0 0 0 0,1 1 0 0 0,0 0 0 0 0,10-3 0 0 0,-14 4 3 0 0,0 1 0 0 0,0-1 0 0 0,0 1 0 0 0,0 0 1 0 0,0-1-1 0 0,0 1 0 0 0,1 0 0 0 0,-1 0 0 0 0,3 1 0 0 0,-4 0-4 0 0,0-1-1 0 0,0 1 1 0 0,0 0 0 0 0,0-1-1 0 0,0 1 1 0 0,-1 0-1 0 0,1-1 1 0 0,0 1-1 0 0,-1 0 1 0 0,1 0 0 0 0,0 0-1 0 0,-1-1 1 0 0,1 1-1 0 0,-1 0 1 0 0,0 0-1 0 0,1 0 1 0 0,-1 0-1 0 0,1 0 1 0 0,-1 0 0 0 0,0 2-1 0 0,10 48 293 0 0,-8-36-207 0 0,3 6 43 0 0,-3-17-109 0 0,-1 1 0 0 0,0-1 0 0 0,0 0 0 0 0,0 0 0 0 0,0 6-1 0 0,-1-2-2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8.8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 19 14776 0 0,'-1'0'2'0'0,"-1"-1"10"0"0,0 1 10 0 0,-1-1 31 0 0,1 0-5 0 0,-6-4 249 0 0,6 3-170 0 0,2 1-47 0 0,0 1 0 0 0,-1-1 0 0 0,1 0 0 0 0,-1 1 0 0 0,1-1 0 0 0,-1 1 0 0 0,1-1 0 0 0,-1 1 0 0 0,1-1 0 0 0,-1 1 0 0 0,0 0 0 0 0,1-1 0 0 0,-1 1 0 0 0,0 0 0 0 0,1-1 0 0 0,-1 1 0 0 0,0 0 0 0 0,0 0 0 0 0,1-1 0 0 0,-1 1 0 0 0,0 0 0 0 0,0 0 0 0 0,0 1 58 0 0,0 0 0 0 0,1 0 0 0 0,0 0 1 0 0,-1 0-1 0 0,1 0 0 0 0,-1 0 0 0 0,1 0 1 0 0,0 0-1 0 0,0 0 0 0 0,0 0 0 0 0,0 0 1 0 0,-1 1-1 0 0,1-1 0 0 0,1 0 0 0 0,-1 2 1 0 0,0 4 70 0 0,0 0 1 0 0,-1 0-1 0 0,0 0 1 0 0,0 0-1 0 0,-3 7 1 0 0,3-11-194 0 0,1 0 0 0 0,-1 0 0 0 0,1 0-1 0 0,0 0 1 0 0,0 0 0 0 0,0 0 0 0 0,0 0 0 0 0,0 0 0 0 0,1 0 0 0 0,-1 0-1 0 0,1 0 1 0 0,0 0 0 0 0,0-1 0 0 0,0 1 0 0 0,0 0 0 0 0,1 0 0 0 0,-1-1-1 0 0,1 1 1 0 0,-1-1 0 0 0,1 1 0 0 0,0-1 0 0 0,0 0 0 0 0,0 0-1 0 0,0 0 1 0 0,0 0 0 0 0,1 0 0 0 0,-1 0 0 0 0,1-1 0 0 0,-1 1 0 0 0,1-1-1 0 0,0 1 1 0 0,-1-1 0 0 0,1 0 0 0 0,0 0 0 0 0,0 0 0 0 0,0-1 0 0 0,0 1-1 0 0,0-1 1 0 0,0 1 0 0 0,0-1 0 0 0,0 0 0 0 0,0 0 0 0 0,0 0-1 0 0,3-1 1 0 0,-4 0-12 0 0,5 0 54 0 0,0 0-1 0 0,0-1 0 0 0,0 0 0 0 0,10-5 0 0 0,-16 7-29 0 0,0-1 0 0 0,0 0 0 0 0,1 1 0 0 0,-1-1 0 0 0,0 0 0 0 0,0 0 0 0 0,0 0 0 0 0,0 0-1 0 0,1 0 1 0 0,-2 0 0 0 0,1 0 0 0 0,0 0 0 0 0,0 0 0 0 0,0 0 0 0 0,0-1 0 0 0,-1 1 0 0 0,1 0-1 0 0,0 0 1 0 0,-1-1 0 0 0,1 1 0 0 0,-1-1 0 0 0,0 1 0 0 0,0 0 0 0 0,1-1 0 0 0,-1 1 0 0 0,0-1-1 0 0,0 1 1 0 0,0-1 0 0 0,0 1 0 0 0,-1-2 0 0 0,0 0 21 0 0,0 0 1 0 0,0 1-1 0 0,0-1 1 0 0,-1 1-1 0 0,1-1 1 0 0,-1 1-1 0 0,0 0 1 0 0,1-1-1 0 0,-1 1 0 0 0,0 0 1 0 0,0 0-1 0 0,-1 1 1 0 0,1-1-1 0 0,0 0 1 0 0,-4-1-1 0 0,-4-3 125 0 0,-1 0-1 0 0,-13-5 1 0 0,-18-1 703 0 0,41 11-473 0 0,5 1-200 0 0,2 0-45 0 0,5 0-22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9.2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157 231 15776 0 0,'-6'-2'63'0'0,"-2"-1"237"0"0,1 2 184 0 0,-4 3 438 0 0,-5 7 556 0 0,5 1-987 0 0,-1 3-253 0 0,0 0-1 0 0,1 1 1 0 0,1 0 0 0 0,0 1-1 0 0,1 0 1 0 0,0 1 0 0 0,-7 18-1 0 0,12-27-65 0 0,4-7-160 0 0,0 0-1 0 0,-1 0 1 0 0,1 1 0 0 0,0-1-1 0 0,-1 0 1 0 0,1 0 0 0 0,0 1 0 0 0,0-1-1 0 0,-1 0 1 0 0,1 1 0 0 0,0-1-1 0 0,0 0 1 0 0,0 1 0 0 0,-1-1 0 0 0,1 0-1 0 0,0 1 1 0 0,0-1 0 0 0,0 0-1 0 0,0 1 1 0 0,0-1 0 0 0,0 0 0 0 0,0 1-1 0 0,0-1 1 0 0,0 1 0 0 0,0-1-1 0 0,0 0 1 0 0,0 1 0 0 0,0-1 0 0 0,0 0-1 0 0,0 1 1 0 0,0-1 0 0 0,0 1-1 0 0,1-1 1 0 0,-1 0 0 0 0,0 1 0 0 0,0-1-1 0 0,0 0 1 0 0,0 1 0 0 0,1-1-1 0 0,-1 0 1 0 0,0 0 0 0 0,0 1 0 0 0,1-1-1 0 0,-1 0 1 0 0,0 0 0 0 0,1 1-1 0 0,-1-1 1 0 0,0 0 0 0 0,1 0 0 0 0,-1 0-1 0 0,0 0 1 0 0,1 1 0 0 0,-1-1-1 0 0,0 0 1 0 0,1 0 0 0 0,-1 0 0 0 0,1 0-1 0 0,-1 0 1 0 0,2 0 20 0 0,-1-1-1 0 0,1 0 1 0 0,-1 1-1 0 0,0-1 1 0 0,0 0-1 0 0,1 1 1 0 0,-1-1-1 0 0,0 0 1 0 0,0 0-1 0 0,0 0 1 0 0,2-2-1 0 0,0 0 23 0 0,8-5 19 0 0,-1-1 1 0 0,0-1-1 0 0,-1 1 0 0 0,0-2 1 0 0,-1 1-1 0 0,0-1 0 0 0,-1 0 1 0 0,11-21-1 0 0,-8 10 42 0 0,-1 0-1 0 0,0-1 1 0 0,9-46 0 0 0,-14 46 5 0 0,1-42 1 0 0,-4 37-6 0 0,-1 22-108 0 0,1-13 215 0 0,-1 19-19 0 0,-1 11 43 0 0,-4 7-116 0 0,4-15-111 0 0,0 0-1 0 0,0 0 1 0 0,0 0-1 0 0,0 0 1 0 0,1 0 0 0 0,-1 5-1 0 0,1 6 19 0 0,0 6 47 0 0,0 0 0 0 0,1 0 0 0 0,1 0 0 0 0,7 27 1 0 0,1-30 12 0 0,-6-9-48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39.7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43 272 13968 0 0,'7'-2'538'0'0,"33"-12"2925"0"0,-31 10-2990 0 0,1 0 1 0 0,-1 0-1 0 0,1-1 1 0 0,9-8 0 0 0,-18 13-456 0 0,0-1 1 0 0,-1 1-1 0 0,1-1 0 0 0,0 1 1 0 0,0-1-1 0 0,-1 1 1 0 0,1-1-1 0 0,0 0 0 0 0,-1 0 1 0 0,1 1-1 0 0,-1-1 1 0 0,1 0-1 0 0,-1 0 0 0 0,1 0 1 0 0,-1 1-1 0 0,1-1 1 0 0,-1 0-1 0 0,0 0 0 0 0,1 0 1 0 0,-1 0-1 0 0,0 0 1 0 0,0 0-1 0 0,0 0 0 0 0,0 0 1 0 0,0 0-1 0 0,0 0 1 0 0,0 0-1 0 0,0 0 0 0 0,0 0 1 0 0,-1 1-1 0 0,1-1 1 0 0,0 0-1 0 0,0 0 0 0 0,-1 0 1 0 0,1 0-1 0 0,-1 0 1 0 0,1 0-1 0 0,-1 1 0 0 0,0-2 1 0 0,-9-10 259 0 0,9 11-256 0 0,0 0 0 0 0,1 0 0 0 0,-1 0 0 0 0,0 0 0 0 0,0 0 0 0 0,0 0 0 0 0,0 0 0 0 0,0 0 0 0 0,0 0 0 0 0,0 1 0 0 0,0-1 0 0 0,0 0 0 0 0,-1 1 0 0 0,1-1 0 0 0,0 1 0 0 0,0-1 0 0 0,-1 1 0 0 0,-1-1 0 0 0,-1 0 27 0 0,0 1 0 0 0,0-1 1 0 0,-1 1-1 0 0,1 0 0 0 0,0 0 0 0 0,0 1 1 0 0,-1-1-1 0 0,1 1 0 0 0,0 0 1 0 0,0 0-1 0 0,0 0 0 0 0,0 1 0 0 0,0-1 1 0 0,0 1-1 0 0,0 0 0 0 0,0 0 0 0 0,1 1 1 0 0,-1-1-1 0 0,1 1 0 0 0,0-1 1 0 0,-1 1-1 0 0,1 0 0 0 0,0 0 0 0 0,1 1 1 0 0,-1-1-1 0 0,1 1 0 0 0,-5 6 1 0 0,5-5 49 0 0,0 1 0 0 0,-1-1 0 0 0,2 0 1 0 0,-1 1-1 0 0,1-1 0 0 0,0 1 1 0 0,0-1-1 0 0,0 1 0 0 0,1 0 0 0 0,0 9 1 0 0,0-12-74 0 0,1-1 0 0 0,-1 0 0 0 0,1 1 0 0 0,0-1-1 0 0,0 0 1 0 0,0 0 0 0 0,0 0 0 0 0,0 1 0 0 0,0-1 0 0 0,0 0 0 0 0,1 0 0 0 0,-1-1 0 0 0,1 1 0 0 0,0 0 0 0 0,-1 0 0 0 0,1-1 0 0 0,0 1 0 0 0,0-1 0 0 0,0 0 0 0 0,0 1 0 0 0,0-1 0 0 0,0 0 0 0 0,1 0 0 0 0,-1 0 0 0 0,0-1 0 0 0,0 1 0 0 0,1 0 0 0 0,2-1 0 0 0,6 3 15 0 0,1-1 1 0 0,-1 0-1 0 0,1-1 1 0 0,-1-1-1 0 0,1 0 0 0 0,0 0 1 0 0,-1-1-1 0 0,14-3 1 0 0,-17 2-16 0 0,0 0 0 0 0,0-1-1 0 0,-1 0 1 0 0,1 0 0 0 0,-1-1 0 0 0,0 0 0 0 0,0 0 0 0 0,0-1 0 0 0,-1 0 0 0 0,1 0-1 0 0,-1 0 1 0 0,9-11 0 0 0,-9 9 3 0 0,-2 4-12 0 0,-1-1-1 0 0,1 0 1 0 0,-1 0 0 0 0,0 0-1 0 0,0 0 1 0 0,-1-1-1 0 0,1 1 1 0 0,-1-1-1 0 0,0 0 1 0 0,0 0 0 0 0,2-9-1 0 0,0-12 10 0 0,-1 0-1 0 0,-1 0 1 0 0,-2 0-1 0 0,0 0 1 0 0,-6-36 0 0 0,0 46 20 0 0,4 15 4 0 0,0 10-33 0 0,1-1-15 0 0,0-1 1 0 0,-1 1-1 0 0,-3 9 0 0 0,3-11 3 0 0,0 1-1 0 0,1 0 0 0 0,-1 0 0 0 0,0 13 1 0 0,5 23 18 0 0,1 0 1 0 0,12 49 0 0 0,-11-69-5 0 0,11 30 31 0 0,-15-43-5 0 0,1-7-36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44.7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89 18 11352 0 0,'-1'1'-8'0'0,"-1"-1"0"0"0,-1 0 2 0 0,-1-2 116 0 0,2 2-37 0 0,1-1 1 0 0,0 1 0 0 0,-1-1 0 0 0,1 0-1 0 0,-1 0 1 0 0,1 0 0 0 0,0 1-1 0 0,-1-1 1 0 0,1 0 0 0 0,-2-2 0 0 0,0 0 97 0 0,3 2-135 0 0,-1 1-1 0 0,1 0 1 0 0,-1-1-1 0 0,1 1 1 0 0,-1 0-1 0 0,1 0 1 0 0,-1 0-1 0 0,1-1 1 0 0,-1 1-1 0 0,1 0 1 0 0,-1 0-1 0 0,1 0 1 0 0,-1 0-1 0 0,1 0 1 0 0,-1 0-1 0 0,1 0 1 0 0,-1 0-1 0 0,1 0 1 0 0,-1 0-1 0 0,1 0 1 0 0,-1 0-1 0 0,1 1 1 0 0,-1-1-1 0 0,1 0 1 0 0,-1 0-1 0 0,1 0 1 0 0,-1 1-1 0 0,1-1 1 0 0,-1 1 48 0 0,1-1-65 0 0,0 0 1 0 0,-1 0 0 0 0,1 0 0 0 0,0 0 0 0 0,0 0 0 0 0,0 0 0 0 0,0 0 0 0 0,-1 0 0 0 0,1 0-1 0 0,0 0 1 0 0,0 1 0 0 0,0-1 0 0 0,0 0 0 0 0,-1 0 0 0 0,1 0 0 0 0,0 0 0 0 0,0 0 0 0 0,0 0 0 0 0,0 1-1 0 0,0-1 1 0 0,0 0 0 0 0,0 0 0 0 0,0 0 0 0 0,0 0 0 0 0,0 1 0 0 0,-1-1 0 0 0,1 0 0 0 0,0 0-1 0 0,0 0 1 0 0,0 1 0 0 0,0-1 0 0 0,0 0 0 0 0,0 0 0 0 0,0 0 0 0 0,0 0 0 0 0,1 1 0 0 0,-17 128 2685 0 0,10-58-2125 0 0,-13 291 1277 0 0,32 1-1062 0 0,4-149-472 0 0,4 54 48 0 0,-7-1-29 0 0,7 301 406 0 0,-21-502-658 0 0,-9 401 546 0 0,-15 53 253 0 0,17-327-499 0 0,-17 227 989 0 0,23-363-890 0 0,2-34 806 0 0,-9-32-857 0 0,3-3-294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46.3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1130 179 18791 0 0,'1'-3'0'0'0,"1"-4"338"0"0,0-3 643 0 0,1 6-322 0 0,1 1-440 0 0,16-7 866 0 0,27-10-432 0 0,2 3 0 0 0,-1 1 0 0 0,2 3 0 0 0,82-12 0 0 0,-74 19-578 0 0,357-29 193 0 0,1470 25-70 0 0,-1088 39-166 0 0,-414-15-20 0 0,380 20 18 0 0,306 23 3 0 0,-341-21 4 0 0,687 85 96 0 0,-1248-105-106 0 0,292 21 69 0 0,-37-23 49 0 0,-301-11-74 0 0,16-2 7 0 0,103 6 107 0 0,-54-2 213 0 0,-161-5-214 0 0,-25 0-12 0 0,1 4-150 0 0,-1-1 0 0 0,1 1 0 0 0,0 0-1 0 0,0-1 1 0 0,0 1 0 0 0,3 5 0 0 0,5 13-8 0 0,-2 5 0 0 0,-1-1 0 0 0,-1 1 0 0 0,2 50 0 0 0,-19 205 27 0 0,-22-32-22 0 0,27-209-16 0 0,-9 101 4 0 0,3 148 0 0 0,11-212-4 0 0,13 390-3 0 0,-5-346 0 0 0,2 215 0 0 0,-4-123 0 0 0,-16 382 0 0 0,-2-171 0 0 0,18-253 7 0 0,52 333 1 0 0,-15-288 12 0 0,10 65 3 0 0,-42-211 6 0 0,-3 0 0 0 0,-3 74 0 0 0,-20-1 70 0 0,4-48-16 0 0,10-61-11 0 0,2 58 0 0 0,2-80-48 0 0,1 33 53 0 0,-2-42-59 0 0,0 0 0 0 0,-1-1 1 0 0,1 1-1 0 0,-1 0 0 0 0,0-1 1 0 0,0 1-1 0 0,0 0 0 0 0,0-1 0 0 0,-3 4 1 0 0,3-6-4 0 0,0 1-1 0 0,0-1 1 0 0,0 0 0 0 0,0 0 0 0 0,0 0-1 0 0,-1 0 1 0 0,1 0 0 0 0,0-1 0 0 0,-1 1 0 0 0,1 0-1 0 0,-1-1 1 0 0,1 1 0 0 0,-1-1 0 0 0,1 1-1 0 0,-1-1 1 0 0,1 1 0 0 0,-3-1 0 0 0,-29 2 82 0 0,29-2-83 0 0,-31-2 66 0 0,0-2-1 0 0,0-1 1 0 0,0-1-1 0 0,-65-22 0 0 0,30 7 95 0 0,-92-15-1 0 0,-378-80 362 0 0,432 90-459 0 0,-48-14 33 0 0,-111-23 79 0 0,-500-59 217 0 0,630 106-351 0 0,-1355-139 231 0 0,470 54-172 0 0,-145-13-2 0 0,899 94-83 0 0,-833-50 63 0 0,660 49-61 0 0,-103-4 13 0 0,-345 40 12 0 0,320 12-22 0 0,336 0-16 0 0,14-1 7 0 0,151-21-16 0 0,-76 16 0 0 0,107-14 3 0 0,-66 5 0 0 0,64-8 5 0 0,39-4-16 0 0,0 0 0 0 0,0 0 0 0 0,0 0 1 0 0,0 0-1 0 0,0 0 0 0 0,0 0 0 0 0,-1 0 1 0 0,1 0-1 0 0,0 0 0 0 0,0 0 0 0 0,0 0 1 0 0,0 0-1 0 0,0 0 0 0 0,0 0 0 0 0,0 0 0 0 0,0 0 1 0 0,0 0-1 0 0,0 0 0 0 0,0 0 0 0 0,0 0 1 0 0,-1 0-1 0 0,1 0 0 0 0,0 0 0 0 0,0 0 1 0 0,0 0-1 0 0,0 0 0 0 0,0-1 0 0 0,0 1 0 0 0,0 0 1 0 0,0 0-1 0 0,0 0 0 0 0,0 0 0 0 0,0 0 1 0 0,0 0-1 0 0,0 0 0 0 0,0 0 0 0 0,0 0 1 0 0,0 0-1 0 0,0 0 0 0 0,0 0 0 0 0,0-1 1 0 0,0 1-1 0 0,0 0 0 0 0,0 0 0 0 0,0 0 0 0 0,0 0 1 0 0,0 0-1 0 0,0 0 0 0 0,0 0 0 0 0,0 0 1 0 0,0 0-1 0 0,0 0 0 0 0,0 0 0 0 0,0-1 1 0 0,0 1-1 0 0,0 0 0 0 0,0 0 0 0 0,0 0 1 0 0,0 0-1 0 0,0 0 0 0 0,0 0 0 0 0,1 0 0 0 0,-1 0 1 0 0,0 0-1 0 0,0 0 0 0 0,4-5 2 0 0,3 1-2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46.8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 0 16072 0 0,'1'5'176'0'0,"0"-1"540"0"0,0 6 561 0 0,-14 124 2991 0 0,5-69-3906 0 0,3-21-136 0 0,-4 20-53 0 0,4 1-1 0 0,4 95 1 0 0,20 22-93 0 0,-13-35 93 0 0,-6-141-156 0 0,0 3 16 0 0,0-7-13 0 0,1-1 0 0 0,-1 1 0 0 0,0-1 0 0 0,0 1 1 0 0,0-1-1 0 0,0 1 0 0 0,0-1 0 0 0,0 1 0 0 0,0-1 0 0 0,0 1 0 0 0,-1-1 0 0 0,1 1 0 0 0,-1-1 0 0 0,1 1 0 0 0,-1-1 0 0 0,0 0 0 0 0,1 1 0 0 0,-1-1 0 0 0,0 0 0 0 0,0 1 0 0 0,-1 0 0 0 0,2-2-3 0 0,-1 0 0 0 0,1 1-1 0 0,0-1 1 0 0,0 0-1 0 0,-1 0 1 0 0,1 1 0 0 0,0-1-1 0 0,-1 0 1 0 0,1 0 0 0 0,0 1-1 0 0,0-1 1 0 0,0 0 0 0 0,-1 1-1 0 0,1-1 1 0 0,0 0 0 0 0,0 1-1 0 0,0-1 1 0 0,0 0-1 0 0,-1 1 1 0 0,1-1 0 0 0,0 1-1 0 0,0-1 1 0 0,0 0 0 0 0,0 1-1 0 0,0-1 1 0 0,0 1 0 0 0,0 0 109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48.1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 0 12760 0 0,'0'4'0'0'0,"-2"0"0"0"0,-2 0 7 0 0,-1 3 96 0 0,4-7-78 0 0,1 1 1 0 0,0-1-1 0 0,0 0 0 0 0,0 0 0 0 0,-1 0 0 0 0,1 1 0 0 0,0-1 0 0 0,-1 0 1 0 0,1 0-1 0 0,0 0 0 0 0,-1 1 0 0 0,1-1 0 0 0,0 0 0 0 0,-1 0 1 0 0,1 0-1 0 0,0 0 0 0 0,-1 0 0 0 0,1 0 0 0 0,0 0 0 0 0,-1 0 0 0 0,1 0 1 0 0,-20 3 638 0 0,20-3-647 0 0,-1 0 0 0 0,1 0 0 0 0,0 0 0 0 0,0 1 0 0 0,-1-1 0 0 0,1 0 0 0 0,0 0 0 0 0,-1 0 0 0 0,1 0 0 0 0,0 0 0 0 0,0 0 0 0 0,-1 0 0 0 0,1 1 0 0 0,0-1 0 0 0,0 0 0 0 0,-1 0 0 0 0,1 0 0 0 0,0 1 0 0 0,0-1 0 0 0,-1 0 0 0 0,1 0 0 0 0,0 1 0 0 0,0-1 0 0 0,0 0 0 0 0,0 0 0 0 0,0 1 0 0 0,-1-1 0 0 0,1 0 0 0 0,0 1 0 0 0,0-1 0 0 0,0 0 0 0 0,0 0 0 0 0,0 1 0 0 0,0-1 0 0 0,0 0 0 0 0,0 1 0 0 0,0-1 1 0 0,0 1-1 0 0,-2 8 171 0 0,1 0 0 0 0,0 0 0 0 0,0 1 0 0 0,1-1 0 0 0,1 10 1 0 0,9 56 929 0 0,4 1 306 0 0,25 74-1 0 0,-30-125-1096 0 0,0-1 0 0 0,1 0 0 0 0,2 0 1 0 0,0-1-1 0 0,2 0 0 0 0,29 37 1 0 0,-42-58-280 0 0,1 0 1 0 0,0 0-1 0 0,0 0 1 0 0,0 0-1 0 0,1 0 1 0 0,-1 0-1 0 0,0-1 1 0 0,1 1-1 0 0,-1-1 1 0 0,1 0 0 0 0,-1 1-1 0 0,1-1 1 0 0,-1-1-1 0 0,1 1 1 0 0,0 0-1 0 0,0 0 1 0 0,-1-1-1 0 0,1 0 1 0 0,0 0-1 0 0,0 1 1 0 0,0-2-1 0 0,0 1 1 0 0,3-1-1 0 0,-2 0-8 0 0,0 0-1 0 0,0 0 0 0 0,0-1 0 0 0,0 1 0 0 0,-1-1 1 0 0,1 0-1 0 0,0 0 0 0 0,-1-1 0 0 0,0 1 0 0 0,1-1 1 0 0,-1 0-1 0 0,0 0 0 0 0,0 0 0 0 0,-1 0 0 0 0,4-5 1 0 0,15-25 166 0 0,-1-1 1 0 0,-2-1 0 0 0,-1-1-1 0 0,-2-1 1 0 0,-2 0 0 0 0,-1 0-1 0 0,12-73 1 0 0,-7-25 986 0 0,-18 129-971 0 0,1 3 589 0 0,8 4-309 0 0,-6 0-389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48.4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1 115 15072 0 0,'12'7'128'0'0,"4"-1"436"0"0,-12-4-178 0 0,0-1 0 0 0,1 0 0 0 0,-1-1 0 0 0,8 1 0 0 0,-6 0-41 0 0,17 2 257 0 0,5-1-178 0 0,0-1-288 0 0,0-2-1 0 0,0-2 1 0 0,0 0 0 0 0,0-2 0 0 0,-1-1 0 0 0,45-15-1 0 0,-66 18-85 0 0,0 0 0 0 0,-1 0-1 0 0,1-1 1 0 0,-1 1-1 0 0,1-1 1 0 0,-1 0 0 0 0,-1-1-1 0 0,1 1 1 0 0,5-7-1 0 0,-9 10 5 0 0,-1-1-1 0 0,1 1 0 0 0,0 0 0 0 0,-1 0 1 0 0,1-1-1 0 0,-1 1 0 0 0,1 0 0 0 0,-1-1 1 0 0,0 1-1 0 0,0 0 0 0 0,0-1 0 0 0,1 1 1 0 0,-1 0-1 0 0,0-1 0 0 0,-1 1 0 0 0,1 0 1 0 0,0-1-1 0 0,0 1 0 0 0,-1 0 0 0 0,1-1 1 0 0,0 1-1 0 0,-1 0 0 0 0,1-1 0 0 0,-1 1 1 0 0,0 0-1 0 0,1 0 0 0 0,-1 0 0 0 0,0 0 1 0 0,0-1-1 0 0,0 1 0 0 0,0 0 1 0 0,0 1-1 0 0,-2-3 0 0 0,-3 1 36 0 0,0-1 0 0 0,0 2 0 0 0,-1-1-1 0 0,1 0 1 0 0,-1 1 0 0 0,1 1 0 0 0,-1-1 0 0 0,1 1 0 0 0,-1 0 0 0 0,1 0-1 0 0,-1 1 1 0 0,1 0 0 0 0,-1 0 0 0 0,1 0 0 0 0,-1 1 0 0 0,1 0-1 0 0,0 0 1 0 0,0 1 0 0 0,-10 5 0 0 0,2 0 79 0 0,1 1 1 0 0,0 0-1 0 0,1 1 0 0 0,0 0 1 0 0,1 0-1 0 0,0 2 1 0 0,-12 15-1 0 0,20-22-85 0 0,0-1 0 0 0,0 1 0 0 0,0 0 0 0 0,1 0 0 0 0,0 0 1 0 0,0 0-1 0 0,0 1 0 0 0,0-1 0 0 0,1 1 0 0 0,-1 6 0 0 0,2-10-58 0 0,-1 0 1 0 0,1 0-1 0 0,0 0 0 0 0,0 0 1 0 0,0 0-1 0 0,0 0 0 0 0,1 0 1 0 0,-1 0-1 0 0,0 0 0 0 0,1 0 0 0 0,0 0 1 0 0,-1 0-1 0 0,1 0 0 0 0,0 0 1 0 0,0-1-1 0 0,0 1 0 0 0,0 0 1 0 0,0-1-1 0 0,0 1 0 0 0,0 0 0 0 0,1-1 1 0 0,-1 1-1 0 0,1-1 0 0 0,-1 0 1 0 0,1 1-1 0 0,0-1 0 0 0,-1 0 1 0 0,1 0-1 0 0,0 0 0 0 0,0 0 1 0 0,2 0-1 0 0,8 3 22 0 0,1-2 1 0 0,0 1-1 0 0,0-2 1 0 0,15 1 0 0 0,-24-2-41 0 0,34 3 65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48.7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148 1 18591 0 0,'-12'0'89'0'0,"-1"4"300"0"0,12-4-236 0 0,-1 1 0 0 0,0 0 0 0 0,0 0 0 0 0,0 1-1 0 0,1-1 1 0 0,-1 0 0 0 0,1 0 0 0 0,-3 3 0 0 0,0 0 120 0 0,3-3-216 0 0,-1 0 1 0 0,1 0-1 0 0,0 0 1 0 0,0 0-1 0 0,0 0 1 0 0,0 0-1 0 0,0 0 1 0 0,0 0-1 0 0,0 0 1 0 0,0 1-1 0 0,0-1 1 0 0,-1 2-1 0 0,-9 16 445 0 0,7-13-408 0 0,-13 19 374 0 0,12-19-378 0 0,2-2-28 0 0,1 0-1 0 0,-1 0 1 0 0,1 1 0 0 0,-4 7-1 0 0,-8 20 170 0 0,-5 16 174 0 0,19-47-396 0 0,0-1 0 0 0,-1 1 0 0 0,1-1 0 0 0,0 1 0 0 0,0-1 0 0 0,0 1 0 0 0,0-1 0 0 0,0 1 0 0 0,0-1 0 0 0,0 1 0 0 0,0 0 0 0 0,0-1 0 0 0,0 1 0 0 0,1-1 0 0 0,-1 1 0 0 0,0-1 0 0 0,0 1 0 0 0,0-1 0 0 0,1 1 0 0 0,-1-1 0 0 0,0 1 0 0 0,0-1 0 0 0,1 1 0 0 0,-1-1 0 0 0,0 0 0 0 0,1 1 0 0 0,-1-1 0 0 0,1 1 0 0 0,-1-1 0 0 0,1 0 0 0 0,-1 1 0 0 0,1-1 0 0 0,-1 0 0 0 0,1 0 0 0 0,-1 1 0 0 0,1-1 0 0 0,-1 0 0 0 0,2 0 0 0 0,0 1 9 0 0,0 0-1 0 0,0-1 0 0 0,1 1 0 0 0,-1-1 0 0 0,0 1 1 0 0,0-1-1 0 0,1 0 0 0 0,-1 0 0 0 0,0 0 0 0 0,1 0 0 0 0,1-1 1 0 0,14-2 38 0 0,-1-2 0 0 0,0 0 0 0 0,0-1 0 0 0,0-1 0 0 0,22-12 0 0 0,-18 4 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48.9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70 9 17079 0 0,'0'1'3'0'0,"1"-1"12"0"0,-1 0 13 0 0,-1 1 38 0 0,-6-2 109 0 0,-2-1-14 0 0,-16-4 287 0 0,24 6-423 0 0,1-1 0 0 0,-1 1 0 0 0,1 0 0 0 0,-1 0 0 0 0,1 0 0 0 0,-1 0 0 0 0,1 0 0 0 0,-1 0-1 0 0,1 0 1 0 0,-1 0 0 0 0,1 0 0 0 0,-1 0 0 0 0,1 0 0 0 0,-1 0 0 0 0,1 0 0 0 0,-1 0 0 0 0,0 1-1 0 0,-13 4 454 0 0,13-5-467 0 0,1 0 1 0 0,0 0 0 0 0,0 0-1 0 0,0 0 1 0 0,-1 0 0 0 0,1 0-1 0 0,0 0 1 0 0,0 0 0 0 0,0 0-1 0 0,0 0 1 0 0,0 0 0 0 0,-1 0-1 0 0,1 1 1 0 0,0-1 0 0 0,0 0-1 0 0,0 0 1 0 0,0 0 0 0 0,0 0-1 0 0,0 0 1 0 0,0 0 0 0 0,-1 1-1 0 0,1-1 1 0 0,0 0 0 0 0,0 0-1 0 0,0 0 1 0 0,0 0 0 0 0,0 1-1 0 0,0-1 1 0 0,0 0 0 0 0,0 0-1 0 0,0 0 1 0 0,0 0 0 0 0,0 1-1 0 0,0-1 1 0 0,0 0 0 0 0,0 0-1 0 0,0 0 1 0 0,0 0-1 0 0,0 1 1 0 0,0-1 0 0 0,0 0-1 0 0,0 0 1 0 0,0 0 0 0 0,0 0-1 0 0,0 1 1 0 0,1-1 0 0 0,-1 0-1 0 0,0 0 1 0 0,0 0 0 0 0,0 1-1 0 0,9 32 787 0 0,10 49 647 0 0,-10-27-875 0 0,-4-29-300 0 0,-1 0 0 0 0,0 29 0 0 0,-11 54 302 0 0,6-103-540 0 0,2 40 333 0 0,1-15-93 0 0,-2-24-200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49.6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60 16879 0 0,'1'-1'7'0'0,"-1"-1"27"0"0,0-1 23 0 0,-3-4 66 0 0,-1-1 49 0 0,-3-4 115 0 0,3 7-109 0 0,3 2-74 0 0,1 3-83 0 0,0 0 1 0 0,-1-1 0 0 0,1 1-1 0 0,0-1 1 0 0,0 1-1 0 0,0-1 1 0 0,0 1-1 0 0,0-1 1 0 0,0 1 0 0 0,0-1-1 0 0,0 1 1 0 0,0-1-1 0 0,0 1 1 0 0,0-1 0 0 0,0 1-1 0 0,0-1 1 0 0,0 1-1 0 0,1-1 1 0 0,-1 1-1 0 0,0-1 1 0 0,0 1 0 0 0,1 0-1 0 0,-1-1 1 0 0,0 1-1 0 0,0-1 1 0 0,1 1 0 0 0,-1 0-1 0 0,0-1 1 0 0,1 1-1 0 0,-1 0 1 0 0,1-1-1 0 0,-1 1 1 0 0,0 0 0 0 0,1-1-1 0 0,-1 1 1 0 0,1 0-1 0 0,-1 0 1 0 0,1 0 0 0 0,-1 0-1 0 0,1-1 1 0 0,-1 1-1 0 0,1 0 1 0 0,0 0-1 0 0,24-3 486 0 0,-23 3-459 0 0,171 0 2110 0 0,-157 1-1973 0 0,0 1-1 0 0,0 1 0 0 0,20 5 1 0 0,-34-7-153 0 0,0 0 0 0 0,0-1 0 0 0,1 1 1 0 0,-1 0-1 0 0,0 0 0 0 0,0 0 1 0 0,0 1-1 0 0,-1-1 0 0 0,1 0 0 0 0,0 1 1 0 0,0-1-1 0 0,-1 1 0 0 0,1-1 1 0 0,-1 1-1 0 0,1 0 0 0 0,-1 0 0 0 0,0 0 1 0 0,2 3-1 0 0,-2-2-7 0 0,0 0 1 0 0,0 0-1 0 0,-1 1 0 0 0,1-1 1 0 0,-1 0-1 0 0,0 1 0 0 0,0-1 1 0 0,0 0-1 0 0,0 0 0 0 0,-1 1 1 0 0,1-1-1 0 0,-1 0 0 0 0,-2 6 1 0 0,-1 10 74 0 0,-4 25 0 0 0,8-37-67 0 0,-1-1 1 0 0,1 1 0 0 0,0-1 0 0 0,1 0 0 0 0,-1 1 0 0 0,1-1-1 0 0,4 13 1 0 0,-4-17-19 0 0,0 1 0 0 0,1 0 0 0 0,-1-1 0 0 0,1 1 0 0 0,0-1 0 0 0,0 0 0 0 0,0 0 0 0 0,0 0 0 0 0,0 0-1 0 0,1 0 1 0 0,-1 0 0 0 0,1 0 0 0 0,-1-1 0 0 0,1 1 0 0 0,-1-1 0 0 0,5 2 0 0 0,1 0 37 0 0,1 0 1 0 0,1 0 0 0 0,15 3-1 0 0,-19-5-18 0 0,1 0 0 0 0,0 0 0 0 0,-1-1 0 0 0,1 0 0 0 0,8-1 0 0 0,-13 1-18 0 0,0-1 1 0 0,1 1 0 0 0,-1-1 0 0 0,0 0 0 0 0,0 0-1 0 0,0 1 1 0 0,1-2 0 0 0,-1 1 0 0 0,0 0 0 0 0,0 0-1 0 0,-1-1 1 0 0,1 1 0 0 0,0-1 0 0 0,0 1 0 0 0,-1-1-1 0 0,1 0 1 0 0,-1 0 0 0 0,2-2 0 0 0,-1 0 13 0 0,0 0-1 0 0,0 0 1 0 0,-1 0-1 0 0,0 0 1 0 0,1 0 0 0 0,-1 0-1 0 0,-1 0 1 0 0,1 0-1 0 0,-1-1 1 0 0,0 1 0 0 0,0 0-1 0 0,0 0 1 0 0,0-1-1 0 0,-1 1 1 0 0,1 0 0 0 0,-1 0-1 0 0,0 0 1 0 0,-1 0 0 0 0,1 0-1 0 0,-1 0 1 0 0,1 0-1 0 0,-1 0 1 0 0,0 0 0 0 0,-1 1-1 0 0,1-1 1 0 0,-1 1-1 0 0,1 0 1 0 0,-1 0 0 0 0,0 0-1 0 0,0 0 1 0 0,-1 0 0 0 0,1 0-1 0 0,0 1 1 0 0,-1 0-1 0 0,0-1 1 0 0,1 1 0 0 0,-5-1-1 0 0,3 2 100 0 0,1-1 0 0 0,-1 2 1 0 0,1-1-1 0 0,-1 0 0 0 0,0 1 0 0 0,-4 0 0 0 0,17-1-867 0 0,-1-1-1 0 0,1 1 0 0 0,-1-2 1 0 0,0 1-1 0 0,9-5 1 0 0,-2 2-165 0 0,-4 2 769 0 0,-1 1 0 0 0,1 0 0 0 0,0 1 0 0 0,0 0 0 0 0,0 0 0 0 0,0 1 0 0 0,0 0 0 0 0,-1 1 0 0 0,1 0 0 0 0,0 1 0 0 0,0 0 0 0 0,-1 0 0 0 0,1 1 0 0 0,-1 0 0 0 0,18 9 0 0 0,-18-6 134 0 0,-1 0 0 0 0,0 0 0 0 0,-1 0 0 0 0,1 1 0 0 0,-1 0 1 0 0,-1 0-1 0 0,1 1 0 0 0,-1 0 0 0 0,5 9 0 0 0,-9-13 65 0 0,-1 1-1 0 0,1 0 1 0 0,-1-1-1 0 0,-1 1 1 0 0,1-1 0 0 0,-1 1-1 0 0,1 0 1 0 0,-1 0-1 0 0,-1-1 1 0 0,0 9 0 0 0,0-8 41 0 0,1-3-35 0 0,-1 1 0 0 0,0 0 0 0 0,0-1 0 0 0,0 1 0 0 0,0-1 1 0 0,0 1-1 0 0,-1-1 0 0 0,1 0 0 0 0,-1 1 0 0 0,1-1 0 0 0,-1 0 0 0 0,0 0 0 0 0,-4 4 0 0 0,0-1 125 0 0,1-1 0 0 0,-1 1 0 0 0,0-1 0 0 0,-8 4 0 0 0,11-7-90 0 0,0 1-1 0 0,0-1 1 0 0,0 1-1 0 0,0-1 1 0 0,-1 0 0 0 0,1-1-1 0 0,0 1 1 0 0,0 0-1 0 0,-7 0 1 0 0,9-2-68 0 0,0 1 1 0 0,0 0-1 0 0,0-1 1 0 0,0 1-1 0 0,0 0 0 0 0,0-1 1 0 0,0 1-1 0 0,-1-1 1 0 0,2 0-1 0 0,-1 1 0 0 0,0-1 1 0 0,0 0-1 0 0,0 0 1 0 0,0 1-1 0 0,0-1 0 0 0,0 0 1 0 0,1 0-1 0 0,-1 0 1 0 0,0 0-1 0 0,1 0 1 0 0,-1 0-1 0 0,1 0 0 0 0,-1 0 1 0 0,1 0-1 0 0,0 0 1 0 0,-1-1-1 0 0,1 1 0 0 0,0 0 1 0 0,0 0-1 0 0,0-2 1 0 0,-1-6 23 0 0,0 0 1 0 0,1 0 0 0 0,0 0 0 0 0,1 0 0 0 0,0 0-1 0 0,0 1 1 0 0,1-1 0 0 0,0 0 0 0 0,0 1 0 0 0,1-1-1 0 0,1 1 1 0 0,-1 0 0 0 0,1 0 0 0 0,0 0 0 0 0,1 0-1 0 0,0 1 1 0 0,0 0 0 0 0,1 0 0 0 0,8-8 0 0 0,6-2 200 0 0,1 1 0 0 0,43-25 0 0 0,-49 32-124 0 0,0 0 3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50.0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218 14 14672 0 0,'-4'-3'265'0'0,"2"-1"852"0"0,-1 0 728 0 0,-8 3-679 0 0,7 1-915 0 0,2-1-145 0 0,-1 1 0 0 0,1 0 0 0 0,-1 0 0 0 0,1 0 0 0 0,-1 0 0 0 0,1 1 1 0 0,-1-1-1 0 0,1 0 0 0 0,-1 1 0 0 0,1 0 0 0 0,-1 0 0 0 0,1 0 0 0 0,0 0 0 0 0,-1 0 1 0 0,1 0-1 0 0,0 0 0 0 0,-3 3 0 0 0,-27 27 279 0 0,30-30-374 0 0,1 0-1 0 0,-1 0 0 0 0,1 1 1 0 0,0-1-1 0 0,-1 0 0 0 0,1 1 1 0 0,0-1-1 0 0,0 1 0 0 0,0-1 1 0 0,0 1-1 0 0,-1 2 0 0 0,0 1 13 0 0,1-3-1 0 0,-1 1 0 0 0,1-1 0 0 0,0 1 0 0 0,-1 0 0 0 0,1 0 1 0 0,1 0-1 0 0,-1 0 0 0 0,0 0 0 0 0,0 5 0 0 0,1-2 14 0 0,-1-5-30 0 0,1 0 1 0 0,0 0-1 0 0,0 0 0 0 0,0 0 0 0 0,0-1 0 0 0,0 1 0 0 0,0 0 0 0 0,1 0 0 0 0,-1 0 0 0 0,0 0 0 0 0,0 0 1 0 0,1 0-1 0 0,-1 0 0 0 0,0-1 0 0 0,1 1 0 0 0,-1 0 0 0 0,1 0 0 0 0,0 1 0 0 0,0 0 14 0 0,20 60 275 0 0,-17-50-227 0 0,5 7-13 0 0,2-2 41 0 0,1 4 208 0 0,18 42 0 0 0,-29-59-230 0 0,4 14 388 0 0,-5-17-447 0 0,0 0 0 0 0,0 0 1 0 0,-1-1-1 0 0,1 1 1 0 0,0 0-1 0 0,0 0 0 0 0,0-1 1 0 0,-1 1-1 0 0,1 0 0 0 0,0 0 1 0 0,-1-1-1 0 0,1 1 0 0 0,0 0 1 0 0,-1-1-1 0 0,1 1 0 0 0,-1-1 1 0 0,1 1-1 0 0,-1 0 1 0 0,0-1-1 0 0,1 1 0 0 0,-1-1 1 0 0,-1 1-1 0 0,-35 16 293 0 0,15-12-156 0 0,2-3 25 0 0,13-1-134 0 0,-19 2 170 0 0,-29-5 403 0 0,48 2-438 0 0,6 0-84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50.2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16 16687 0 0,'0'-6'1947'0'0,"0"-3"1698"0"0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50.4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61 2 16072 0 0,'0'0'4'0'0,"0"0"0"0"0,0 0 1 0 0,0 0-1 0 0,0 0 1 0 0,0 0-1 0 0,0-1 1 0 0,0 1-1 0 0,0 0 0 0 0,0 0 1 0 0,0 0-1 0 0,0 0 1 0 0,0 0-1 0 0,0 0 1 0 0,0 0-1 0 0,0 0 0 0 0,0 0 1 0 0,0 0-1 0 0,0 0 1 0 0,0 0-1 0 0,0 0 1 0 0,0 0-1 0 0,0 0 0 0 0,0 0 1 0 0,0 0-1 0 0,0 0 1 0 0,0 0-1 0 0,0 0 1 0 0,0-1-1 0 0,0 1 1 0 0,1 0-1 0 0,-1 0 0 0 0,0 0 1 0 0,0 0-1 0 0,0 0 1 0 0,0 0-1 0 0,0 0 1 0 0,0 0-1 0 0,0 0 0 0 0,0 0 1 0 0,0 0-1 0 0,0 0 1 0 0,0 0-1 0 0,0 0 1 0 0,0 0-1 0 0,0 0 0 0 0,0 0 1 0 0,1 0-1 0 0,-1 1 1 0 0,0-1-1 0 0,0 0 1 0 0,0 0-1 0 0,0 0 0 0 0,0 0 1 0 0,0 0-1 0 0,0 0 1 0 0,0 0-1 0 0,0 0 1 0 0,0 0-1 0 0,0 0 1 0 0,0 0-1 0 0,0 0 0 0 0,0 0 1 0 0,0 0-1 0 0,1 7 662 0 0,-1 7 697 0 0,0-14-1258 0 0,-2 12 461 0 0,-2 5-297 0 0,-23 117 1126 0 0,20-51-692 0 0,6-52-291 0 0,-2 0 0 0 0,-1 0 0 0 0,-10 34 0 0 0,13-41 181 0 0,1-19-471 0 0,0 0 52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7:51.4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4 130 16072 0 0,'2'-1'2'0'0,"1"-1"10"0"0,-2 0 11 0 0,0-2 30 0 0,-2-1 33 0 0,-3-3 97 0 0,2 3 0 0 0,1 4-132 0 0,1-1 0 0 0,-1 1 0 0 0,1 0-1 0 0,0 0 1 0 0,-1-1 0 0 0,1 1 0 0 0,0 0 0 0 0,0-1 0 0 0,0 1-1 0 0,-1 0 1 0 0,2-1 0 0 0,-1 1 0 0 0,0 0 0 0 0,0-1-1 0 0,0 1 1 0 0,1 0 0 0 0,-1 0 0 0 0,0-1 0 0 0,1 1 0 0 0,-1 0-1 0 0,2-2 1 0 0,-1 2 15 0 0,0 0 1 0 0,0 0-1 0 0,0 0 0 0 0,1 0 1 0 0,-1 0-1 0 0,1 1 0 0 0,-1-1 0 0 0,0 0 1 0 0,1 1-1 0 0,-1-1 0 0 0,1 1 0 0 0,-1-1 1 0 0,1 1-1 0 0,0 0 0 0 0,-1-1 1 0 0,1 1-1 0 0,-1 0 0 0 0,3 0 0 0 0,133-3 2997 0 0,-123 4-2830 0 0,-1-1 1 0 0,1 2-1 0 0,0 0 1 0 0,0 0-1 0 0,21 8 0 0 0,-34-10-208 0 0,10 3 101 0 0,-6-2-62 0 0,1 0 1 0 0,-1 1-1 0 0,0 0 1 0 0,8 4-1 0 0,-12-6-58 0 0,-1 0-1 0 0,0 1 1 0 0,0-1-1 0 0,1 0 1 0 0,-1 0-1 0 0,0 1 1 0 0,0-1-1 0 0,0 0 1 0 0,0 0-1 0 0,0 1 1 0 0,1-1-1 0 0,-1 0 1 0 0,0 1-1 0 0,0-1 1 0 0,0 0-1 0 0,0 1 1 0 0,0-1-1 0 0,0 0 1 0 0,0 1-1 0 0,0-1 1 0 0,0 0-1 0 0,0 0 1 0 0,0 1-1 0 0,0-1 1 0 0,0 0-1 0 0,0 1 1 0 0,-1-1-1 0 0,1 0 1 0 0,0 1-1 0 0,0-1 1 0 0,0 0-1 0 0,-1 1 1 0 0,-7 13 119 0 0,2-4-25 0 0,4-4-72 0 0,-3 9 59 0 0,-1 0 0 0 0,-10 17 0 0 0,14-29-69 0 0,1 0 0 0 0,-1-1 0 0 0,1 1 0 0 0,0 1 0 0 0,0-1-1 0 0,0 0 1 0 0,0 0 0 0 0,1 0 0 0 0,-1 0 0 0 0,1 1 0 0 0,0-1 0 0 0,0 0-1 0 0,0 0 1 0 0,0 1 0 0 0,0-1 0 0 0,1 0 0 0 0,-1 0 0 0 0,1 1 0 0 0,0-1-1 0 0,0 0 1 0 0,0 0 0 0 0,1 0 0 0 0,-1 0 0 0 0,1 0 0 0 0,0-1 0 0 0,-1 1-1 0 0,1 0 1 0 0,0-1 0 0 0,1 1 0 0 0,-1-1 0 0 0,0 0 0 0 0,1 0 0 0 0,-1 0 0 0 0,1 0-1 0 0,0 0 1 0 0,0 0 0 0 0,-1-1 0 0 0,1 1 0 0 0,0-1 0 0 0,0 0 0 0 0,1 0-1 0 0,3 1 1 0 0,-1 0 8 0 0,0-1 0 0 0,0 1-1 0 0,0-2 1 0 0,1 1 0 0 0,-1 0 0 0 0,1-1-1 0 0,7-1 1 0 0,-11 0-12 0 0,1 1-1 0 0,-1-1 1 0 0,0 0-1 0 0,0-1 0 0 0,1 1 1 0 0,-1 0-1 0 0,0-1 1 0 0,0 0-1 0 0,-1 1 1 0 0,1-1-1 0 0,0-1 1 0 0,-1 1-1 0 0,1 0 1 0 0,-1 0-1 0 0,3-4 1 0 0,-3 4-3 0 0,0-1 0 0 0,0 0 1 0 0,0 1-1 0 0,0-1 1 0 0,0 0-1 0 0,-1 0 0 0 0,1 0 1 0 0,-1 0-1 0 0,0 0 1 0 0,0 0-1 0 0,0 0 0 0 0,0-1 1 0 0,-1 1-1 0 0,0 0 1 0 0,1 0-1 0 0,-1-1 0 0 0,0 1 1 0 0,0 0-1 0 0,-1-1 1 0 0,1 1-1 0 0,-1 0 0 0 0,1 0 1 0 0,-1-1-1 0 0,0 1 1 0 0,0 0-1 0 0,-1 0 0 0 0,1 0 1 0 0,-2-3-1 0 0,0 1 11 0 0,1 0-1 0 0,-1 1 0 0 0,0-1 1 0 0,-1 0-1 0 0,1 1 0 0 0,-1 0 1 0 0,1 0-1 0 0,-1 0 0 0 0,-1 0 1 0 0,1 0-1 0 0,0 1 0 0 0,-1 0 1 0 0,0 0-1 0 0,0 0 0 0 0,0 1 1 0 0,-10-5-1 0 0,13 7-11 0 0,0 0 1 0 0,0-1-1 0 0,1 1 0 0 0,-1 0 1 0 0,0 0-1 0 0,0 0 0 0 0,0 0 1 0 0,0 1-1 0 0,0-1 1 0 0,-2 1-1 0 0,3 0 6 0 0,3-1-15 0 0,11-4-60 0 0,8-1-363 0 0,-1 0 0 0 0,25-1-1 0 0,-25 3 37 0 0,-3 0-27 0 0,9-1-416 0 0,40-1 0 0 0,-59 5 772 0 0,0 1 1 0 0,1-1-1 0 0,-1 1 1 0 0,0 0-1 0 0,1 1 1 0 0,-1 0-1 0 0,0 0 1 0 0,0 0 0 0 0,-1 1-1 0 0,9 4 1 0 0,9 6-8 0 0,-17-10 53 0 0,0 1-1 0 0,-1 0 1 0 0,1 0 0 0 0,-1 1 0 0 0,1-1-1 0 0,8 11 1 0 0,-14-14 16 0 0,0 1 0 0 0,0 0 0 0 0,0-1-1 0 0,0 1 1 0 0,-1 0 0 0 0,1 0 0 0 0,-1 0 0 0 0,1 0 0 0 0,-1 0 0 0 0,1 0-1 0 0,-1-1 1 0 0,0 3 0 0 0,-1 29 197 0 0,1-19-8 0 0,0-12-144 0 0,0 0 0 0 0,0-1 1 0 0,0 1-1 0 0,-1 0 0 0 0,1-1 1 0 0,0 1-1 0 0,-1 0 0 0 0,1-1 1 0 0,-1 1-1 0 0,1 0 0 0 0,-1-1 1 0 0,0 1-1 0 0,0-1 0 0 0,0 1 1 0 0,0-1-1 0 0,0 1 0 0 0,-2 1 1 0 0,1-1 13 0 0,0-1 0 0 0,0 0 0 0 0,0 0 0 0 0,0 0 0 0 0,0 0 0 0 0,0 0 0 0 0,0 0 0 0 0,-1 0 0 0 0,1-1 0 0 0,0 1 0 0 0,0-1 0 0 0,-1 1 0 0 0,-2-1 0 0 0,1 0 10 0 0,1 0-1 0 0,-1 0 1 0 0,1-1-1 0 0,-1 1 1 0 0,1-1-1 0 0,-1 0 0 0 0,1 0 1 0 0,-1 0-1 0 0,1 0 1 0 0,0-1-1 0 0,-4-1 1 0 0,5 2-49 0 0,1 0 0 0 0,0 1 0 0 0,0-1-1 0 0,0 0 1 0 0,0 0 0 0 0,0 0 0 0 0,0 0 0 0 0,0 0 0 0 0,0 0 0 0 0,0 0 0 0 0,0 0 0 0 0,0-1 0 0 0,1 1 0 0 0,-1 0 0 0 0,1 0 0 0 0,-1-1-1 0 0,1 1 1 0 0,-1 0 0 0 0,1-1 0 0 0,0 1 0 0 0,-1-1 0 0 0,1 1 0 0 0,0 0 0 0 0,0-1 0 0 0,0 1 0 0 0,0-1 0 0 0,0 1 0 0 0,0 0 0 0 0,1-1-1 0 0,-1 1 1 0 0,0-1 0 0 0,2-1 0 0 0,1-5 35 0 0,1 0-1 0 0,0-1 1 0 0,0 2-1 0 0,1-1 1 0 0,1 0-1 0 0,-1 1 1 0 0,1 0-1 0 0,0 0 1 0 0,0 1-1 0 0,1 0 1 0 0,0 0-1 0 0,13-9 0 0 0,-4 5 56 0 0,1 1 0 0 0,1 0-1 0 0,-1 1 1 0 0,38-11 0 0 0,-43 17-49 0 0,1 0 0 0 0,-1 0 0 0 0,1 2 1 0 0,-1-1-1 0 0,20 3 0 0 0,-25-1-54 0 0,-1 1 0 0 0,1-1 0 0 0,0 1 0 0 0,12 6-1 0 0,1 0-45 0 0,0 0-152 0 0,-15-6 35 0 0,0 0-1 0 0,0-1 1 0 0,0 1 0 0 0,0-1 0 0 0,0 0 0 0 0,0 0 0 0 0,9 0 0 0 0,58-1-656 0 0,-70 0 800 0 0,0 0-1 0 0,0 0 1 0 0,-1-1 0 0 0,1 1 0 0 0,0-1-1 0 0,0 0 1 0 0,-1 1 0 0 0,1-1 0 0 0,0 0-1 0 0,-1 0 1 0 0,1 0 0 0 0,2-2 0 0 0,-4 2 7 0 0,1 1 0 0 0,0-1 0 0 0,-1 1 0 0 0,1-1 1 0 0,0 1-1 0 0,-1-1 0 0 0,1 0 0 0 0,-1 1 0 0 0,1-1 1 0 0,-1 0-1 0 0,0 1 0 0 0,1-1 0 0 0,-1 0 0 0 0,0 0 1 0 0,1 1-1 0 0,-1-1 0 0 0,0 0 0 0 0,0 0 0 0 0,0 0 1 0 0,0 1-1 0 0,0-1 0 0 0,0 0 0 0 0,0 0 0 0 0,0 0 1 0 0,0 1-1 0 0,0-1 0 0 0,0 0 0 0 0,0 0 0 0 0,0 0 1 0 0,-1-1-1 0 0,-6-13 15 0 0,6 12-5 0 0,0 1-1 0 0,-1-1 0 0 0,1 0 0 0 0,0 1 0 0 0,-1-1 0 0 0,0 1 0 0 0,1-1 0 0 0,-1 1 0 0 0,0 0 0 0 0,0 0 0 0 0,-3-2 0 0 0,1 1 17 0 0,0 0 0 0 0,-1 1-1 0 0,1 0 1 0 0,-1-1 0 0 0,1 2 0 0 0,-1-1 0 0 0,0 0-1 0 0,0 1 1 0 0,0 0 0 0 0,1 0 0 0 0,-1 1 0 0 0,0-1 0 0 0,0 1-1 0 0,0 0 1 0 0,0 0 0 0 0,0 1 0 0 0,0-1 0 0 0,0 1 0 0 0,0 0-1 0 0,0 1 1 0 0,0-1 0 0 0,1 1 0 0 0,-1 0 0 0 0,0 0-1 0 0,1 0 1 0 0,0 1 0 0 0,-1 0 0 0 0,1-1 0 0 0,-4 5 0 0 0,-7 6 86 0 0,1 0 1 0 0,0 0 0 0 0,1 1 0 0 0,0 1 0 0 0,-12 19 0 0 0,24-31-94 0 0,-1 0 1 0 0,1 0-1 0 0,-1 1 1 0 0,1-1-1 0 0,0 0 1 0 0,1 1 0 0 0,-1-1-1 0 0,0 0 1 0 0,1 1-1 0 0,0-1 1 0 0,0 1-1 0 0,0-1 1 0 0,0 0-1 0 0,0 1 1 0 0,1-1-1 0 0,0 1 1 0 0,-1-1-1 0 0,1 0 1 0 0,1 1-1 0 0,-1-1 1 0 0,0 0-1 0 0,1 0 1 0 0,-1 0 0 0 0,1 0-1 0 0,0 0 1 0 0,0 0-1 0 0,0-1 1 0 0,0 1-1 0 0,1-1 1 0 0,-1 1-1 0 0,1-1 1 0 0,0 0-1 0 0,3 3 1 0 0,3-1-3 0 0,-1-1 0 0 0,1 0 0 0 0,0 0 0 0 0,0 0 0 0 0,15 1 1 0 0,48 2 53 0 0,-64-5-59 0 0,12-1 28 0 0,0 0-1 0 0,26-4 1 0 0,-37 3-5 0 0,0-1 1 0 0,1 0-1 0 0,-1 0 1 0 0,0-1-1 0 0,0 0 1 0 0,16-9-1 0 0,-23 11-20 0 0,0-1 0 0 0,0 1 0 0 0,0 0 0 0 0,0-1 0 0 0,-1 1 0 0 0,1-1 0 0 0,2-3 0 0 0,1-3 49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16.9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255 291 13968 0 0,'-6'0'28'0'0,"4"0"-27"0"0,-1-1-13 0 0,-1 1-19 0 0,0-3 51 0 0,-3 0 150 0 0,1-1 63 0 0,-18-7 180 0 0,13 7-2 0 0,-12 1 54 0 0,13 4 205 0 0,-10 5 48 0 0,10 0-3 0 0,-23 19 445 0 0,26-20-1013 0 0,3-2-41 0 0,1-1 0 0 0,-1 1 0 0 0,1 0-1 0 0,0 0 1 0 0,0 0 0 0 0,-4 4 0 0 0,2-1 37 0 0,-15 17 399 0 0,15-18-465 0 0,4-3-42 0 0,-1 0 1 0 0,0-1-1 0 0,1 1 1 0 0,-1 0-1 0 0,1 0 0 0 0,0 0 1 0 0,0 0-1 0 0,0 0 1 0 0,0 1-1 0 0,-1 2 1 0 0,1-4-7 0 0,-1 2 20 0 0,1 0 1 0 0,-1 0-1 0 0,1 0 1 0 0,0 0-1 0 0,0 0 1 0 0,0 0-1 0 0,0 0 0 0 0,0 1 1 0 0,1-1-1 0 0,-1 0 1 0 0,1 0-1 0 0,0 7 1 0 0,4 14 326 0 0,-4-23-366 0 0,0 0 0 0 0,0 0 0 0 0,1 0-1 0 0,-1-1 1 0 0,0 1 0 0 0,0 0 0 0 0,1 0 0 0 0,-1-1 0 0 0,0 1 0 0 0,1 0 0 0 0,-1-1 0 0 0,1 1 0 0 0,-1 0 0 0 0,1-1 0 0 0,-1 1 0 0 0,1 0 0 0 0,-1-1 0 0 0,1 1 0 0 0,0 0 0 0 0,0 0 17 0 0,0 0-14 0 0,-1 0-1 0 0,1 0 1 0 0,0 0 0 0 0,0 0-1 0 0,0 0 1 0 0,0 0-1 0 0,0-1 1 0 0,0 1-1 0 0,0 0 1 0 0,0 0 0 0 0,2 1-1 0 0,0 0 16 0 0,-2-2-19 0 0,0 1 0 0 0,0 0-1 0 0,0 0 1 0 0,0 0 0 0 0,0-1 0 0 0,0 1 0 0 0,1-1-1 0 0,-1 1 1 0 0,0-1 0 0 0,0 1 0 0 0,0-1 0 0 0,1 0-1 0 0,-1 1 1 0 0,0-1 0 0 0,3 0 0 0 0,0 0 15 0 0,5 1 46 0 0,-3-1-47 0 0,-3 0-10 0 0,-1 0 0 0 0,1 0 0 0 0,0 0 1 0 0,-1-1-1 0 0,1 1 0 0 0,0-1 1 0 0,-1 1-1 0 0,4-3 0 0 0,8-1 32 0 0,0-1 0 0 0,21-11 1 0 0,-29 13-28 0 0,1-1 0 0 0,-1 0 1 0 0,0 0-1 0 0,0 0 1 0 0,0-1-1 0 0,-1 0 1 0 0,0 0-1 0 0,8-9 1 0 0,-7 4 6 0 0,-1 1 0 0 0,0-1 1 0 0,0 0-1 0 0,0-1 0 0 0,-2 1 1 0 0,6-23-1 0 0,6-68 102 0 0,-11 63-86 0 0,-1 5 2 0 0,-1 1 1 0 0,-4-44 0 0 0,-2 50-6 0 0,4 25-29 0 0,-1-1 0 0 0,1 1 0 0 0,0-1 1 0 0,-1 1-1 0 0,1 0 0 0 0,-1-1 0 0 0,1 1 0 0 0,-1 0 0 0 0,0 0 0 0 0,0 0 0 0 0,1-1 0 0 0,-1 1 0 0 0,0 0 0 0 0,0 0 1 0 0,-2-2-1 0 0,2 3 79 0 0,9 7 118 0 0,-7 6-156 0 0,0 0 0 0 0,-1-1-1 0 0,-1 18 1 0 0,0 4 14 0 0,8 82 207 0 0,0 20 213 0 0,-8-93-309 0 0,0-21-60 0 0,1 1 0 0 0,2 22 0 0 0,5-23 26 0 0,-5-17-100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17.2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64 68 15776 0 0,'-4'-1'7'0'0,"2"0"4"0"0,-1-1 16 0 0,-2 0 45 0 0,-2-3 96 0 0,4 3-62 0 0,1 1-25 0 0,-1-1-3 0 0,-19-9 608 0 0,22 11-668 0 0,0 0-1 0 0,-1 0 1 0 0,1 0 0 0 0,0-1 0 0 0,-1 1 0 0 0,1 0 0 0 0,0 0 0 0 0,-1 0 0 0 0,1 0 0 0 0,0 0 0 0 0,-1 0 0 0 0,1 0 0 0 0,0 0 0 0 0,-1 0-1 0 0,1 0 1 0 0,0 0 0 0 0,-1 0 0 0 0,1 0 0 0 0,-1 0 0 0 0,1 0 0 0 0,0 0 0 0 0,0 1 0 0 0,-1-1 0 0 0,1 0 0 0 0,0 0 0 0 0,-1 0-1 0 0,1 0 1 0 0,0 1 0 0 0,-1-1 0 0 0,1 0 0 0 0,0 0 0 0 0,0 1 0 0 0,-1-1 0 0 0,1 0 0 0 0,0 0 0 0 0,0 1 0 0 0,0-1 0 0 0,0 0 0 0 0,-1 1-1 0 0,1-1 1 0 0,0 0 0 0 0,0 1 0 0 0,0-1 0 0 0,0 0 0 0 0,0 1 0 0 0,0-1 0 0 0,0 0 0 0 0,0 1 0 0 0,0-1 0 0 0,0 1 0 0 0,0-1 0 0 0,0 0-1 0 0,0 1 1 0 0,0-1 0 0 0,0 0 0 0 0,0 1 0 0 0,0-1 0 0 0,0 0 0 0 0,1 1 0 0 0,-1-1 0 0 0,4 15 359 0 0,0 0 0 0 0,1 0 1 0 0,1 0-1 0 0,13 23 0 0 0,-17-35-355 0 0,0 0-1 0 0,0-1 0 0 0,1 1 0 0 0,-1 0 1 0 0,1-1-1 0 0,0 0 0 0 0,0 0 1 0 0,0 0-1 0 0,0 0 0 0 0,0 0 0 0 0,0 0 1 0 0,0-1-1 0 0,0 0 0 0 0,1 1 0 0 0,-1-1 1 0 0,1-1-1 0 0,-1 1 0 0 0,6 0 1 0 0,2 1 7 0 0,1-2 1 0 0,-1 1-1 0 0,0-1 1 0 0,18-3-1 0 0,-9 0 52 0 0,25-7-1 0 0,-40 8-51 0 0,1 1 0 0 0,-1-1 0 0 0,1-1 0 0 0,-1 1 0 0 0,0-1 0 0 0,0 0 0 0 0,0 0 0 0 0,0 0 0 0 0,5-5 0 0 0,-9 6 10 0 0,1 0 0 0 0,-1 0 1 0 0,0 0-1 0 0,0 0 0 0 0,0 0 0 0 0,0 0 0 0 0,1-3 1 0 0,-2 5-15 0 0,1-1 0 0 0,-1 0 0 0 0,0 0 1 0 0,1 0-1 0 0,-1 1 0 0 0,0-1 0 0 0,0 0 1 0 0,0 0-1 0 0,0 0 0 0 0,0 0 0 0 0,0 1 1 0 0,0-1-1 0 0,0 0 0 0 0,0 0 1 0 0,0 0-1 0 0,0 0 0 0 0,-1 1 0 0 0,1-1 1 0 0,0 0-1 0 0,-1 0 0 0 0,1 0 0 0 0,-15-19 484 0 0,12 17-429 0 0,0-1 1 0 0,1 0-1 0 0,-1 1 1 0 0,0-1 0 0 0,-7-5-1 0 0,-4-1 199 0 0,0 1 0 0 0,-1 0 0 0 0,0 1 0 0 0,0 0 0 0 0,-17-5 0 0 0,13 13 215 0 0,14 0-382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17.6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257 54 17687 0 0,'-3'-4'28'0'0,"-1"-1"103"0"0,1 0 57 0 0,-2-2 166 0 0,-11-13 449 0 0,7 10-288 0 0,9 9-483 0 0,0 1-1 0 0,0 0 1 0 0,0 0-1 0 0,0 0 1 0 0,0 0-1 0 0,0 0 1 0 0,0 0 0 0 0,0 0-1 0 0,-1-1 1 0 0,1 1-1 0 0,0 0 1 0 0,0 0-1 0 0,0 0 1 0 0,0 0-1 0 0,0 0 1 0 0,-1 0 0 0 0,1 0-1 0 0,0 0 1 0 0,0 0-1 0 0,0 0 1 0 0,0 0-1 0 0,0 0 1 0 0,-1 0-1 0 0,1 0 1 0 0,0 0 0 0 0,0 0-1 0 0,0 0 1 0 0,0 0-1 0 0,-1 0 1 0 0,1 0-1 0 0,0 0 1 0 0,0 0-1 0 0,0 0 1 0 0,0 0 0 0 0,0 0-1 0 0,0 0 1 0 0,-1 0-1 0 0,1 1 1 0 0,0-1-1 0 0,0 0 1 0 0,0 0-1 0 0,0 0 1 0 0,0 0 0 0 0,0 0-1 0 0,-1 1 1 0 0,-4 7 1009 0 0,2-3-458 0 0,-32 19-27 0 0,3 0-384 0 0,-12 8-51 0 0,17-12-59 0 0,17-9-12 0 0,5-5-34 0 0,3-3-2 0 0,0 0-1 0 0,0 0 1 0 0,-1 0-1 0 0,2 0 1 0 0,-4 8 0 0 0,-18 32 128 0 0,22-42-134 0 0,0 1-1 0 0,0-1 1 0 0,0 1-1 0 0,0-1 1 0 0,1 1-1 0 0,-1 0 1 0 0,0-1-1 0 0,1 1 0 0 0,-1 3 1 0 0,0-1 5 0 0,1-3-9 0 0,-1 0-1 0 0,1-1 1 0 0,0 1 0 0 0,0 0-1 0 0,-1 0 1 0 0,1-1-1 0 0,0 1 1 0 0,0 0 0 0 0,0 0-1 0 0,0 0 1 0 0,0-1-1 0 0,0 1 1 0 0,0 0-1 0 0,0 0 1 0 0,0 0 0 0 0,1-1-1 0 0,-1 1 1 0 0,0 1-1 0 0,1 0 11 0 0,-1-1-10 0 0,0 0 0 0 0,0 0 1 0 0,1 0-1 0 0,-1 0 1 0 0,0 0-1 0 0,1 0 0 0 0,-1 0 1 0 0,0-1-1 0 0,1 1 1 0 0,-1 0-1 0 0,1 0 1 0 0,-1 0-1 0 0,1 0 0 0 0,-1-1 1 0 0,1 1-1 0 0,0 0 1 0 0,1 1-1 0 0,0-1 9 0 0,-1 1-7 0 0,0 0 1 0 0,0-1 0 0 0,0 1-1 0 0,0-1 1 0 0,0 1 0 0 0,1-1-1 0 0,-1 0 1 0 0,1 1 0 0 0,2 1 0 0 0,1 0 7 0 0,4 4 29 0 0,8 1-5 0 0,-1-1 1 0 0,29 10 0 0 0,-35-14-17 0 0,-1-1 1 0 0,1 0-1 0 0,0 0 1 0 0,0-1-1 0 0,0 0 1 0 0,0-1-1 0 0,14-1 1 0 0,82-18 321 0 0,-104 18-329 0 0,0 0 0 0 0,0 1 0 0 0,-1-1 0 0 0,1 0 0 0 0,0 0 0 0 0,0 0 0 0 0,0 0 0 0 0,-1 0 0 0 0,1-1 0 0 0,0 1 0 0 0,-1 0 0 0 0,1-1 0 0 0,-1 1 0 0 0,0-1 0 0 0,3-3 0 0 0,-2 0 31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19.4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61 0 11952 0 0,'2'4'0'0'0,"-3"-1"0"0"0,-4 2 34 0 0,-7-1 116 0 0,-8-2 185 0 0,18-2-278 0 0,2 0-48 0 0,0 0 0 0 0,-1 0 1 0 0,1 0-1 0 0,0 0 0 0 0,-1 0 1 0 0,1 0-1 0 0,0 0 0 0 0,-1 0 1 0 0,1 0-1 0 0,0 0 0 0 0,-1 0 1 0 0,1 1-1 0 0,0-1 0 0 0,-1 0 1 0 0,1 0-1 0 0,0 0 0 0 0,-1 0 1 0 0,1 1-1 0 0,0-1 0 0 0,0 0 1 0 0,-1 0-1 0 0,1 0 0 0 0,0 1 1 0 0,0-1-1 0 0,-1 0 0 0 0,1 1 1 0 0,0-1-1 0 0,0 0 0 0 0,0 0 1 0 0,-1 1-1 0 0,-1 2 60 0 0,1 0 0 0 0,-1 1 0 0 0,0-1 0 0 0,1 0 0 0 0,0 0 0 0 0,0 1 0 0 0,0-1 0 0 0,0 1 0 0 0,0-1 0 0 0,1 1 0 0 0,-1-1 0 0 0,1 1 0 0 0,0-1 0 0 0,0 1 0 0 0,1 5 0 0 0,4 21 842 0 0,1 0 1 0 0,20 57 0 0 0,32 56 1558 0 0,-55-139-2253 0 0,-1 1 0 0 0,1-1 0 0 0,0 0 1 0 0,0 0-1 0 0,0 0 0 0 0,8 7 0 0 0,-9-8 5 0 0,-2-3-211 0 0,0 0-1 0 0,0 0 1 0 0,0 0-1 0 0,0 0 1 0 0,0 0 0 0 0,0 0-1 0 0,0 0 1 0 0,0 0-1 0 0,0 0 1 0 0,1 0-1 0 0,-1 1 1 0 0,0-1-1 0 0,0 0 1 0 0,0 0-1 0 0,0 0 1 0 0,0 0 0 0 0,0 0-1 0 0,0 0 1 0 0,0 0-1 0 0,1 0 1 0 0,-1 0-1 0 0,0 0 1 0 0,0 0-1 0 0,0 0 1 0 0,0 0 0 0 0,0 0-1 0 0,0 0 1 0 0,0 0-1 0 0,1 0 1 0 0,-1 0-1 0 0,0 0 1 0 0,0 0-1 0 0,0 0 1 0 0,0 0-1 0 0,0 0 1 0 0,0 0 0 0 0,0 0-1 0 0,0-1 1 0 0,1 1-1 0 0,-1 0 1 0 0,0 0-1 0 0,0 0 1 0 0,0 0-1 0 0,0 0 1 0 0,0 0 0 0 0,0 0-1 0 0,0 0 1 0 0,0 0-1 0 0,0 0 1 0 0,0-1-1 0 0,0 1 1 0 0,0 0-1 0 0,0 0 1 0 0,0 0 0 0 0,0 0-1 0 0,0 0 1 0 0,3-3 6 0 0,6-5 105 0 0,-1 0-1 0 0,1-1 1 0 0,-2-1 0 0 0,1 1-1 0 0,-1-1 1 0 0,8-18-1 0 0,1-3 163 0 0,11-34 0 0 0,33-92 1064 0 0,-51 140-1111 0 0,-8 14-119 0 0,1 0-1 0 0,0 0 0 0 0,-1 0 1 0 0,0 0-1 0 0,1 0 0 0 0,-1-1 1 0 0,-1 1-1 0 0,1 0 0 0 0,0-6 1 0 0,-1 8-86 0 0,0 1 0 0 0,0-1 1 0 0,0 0-1 0 0,0 1 1 0 0,0-1-1 0 0,0 0 1 0 0,0 1-1 0 0,0-1 1 0 0,0 1-1 0 0,0-1 0 0 0,0 0 1 0 0,0 1-1 0 0,0-1 1 0 0,1 1-1 0 0,-1-1 1 0 0,0 0-1 0 0,0 1 1 0 0,1-1-1 0 0,-1 1 0 0 0,0-1 1 0 0,1 1-1 0 0,-1-1 1 0 0,0 1-1 0 0,1-1 1 0 0,-1 1-1 0 0,1-1 1 0 0,-1 1-1 0 0,1 0 0 0 0,-1-1 1 0 0,1 1-1 0 0,-1 0 1 0 0,1-1-1 0 0,-1 1 1 0 0,1 0-1 0 0,0 0 0 0 0,-1-1 1 0 0,1 1-1 0 0,1 0 430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19.7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17 105 16879 0 0,'4'-2'242'0'0,"0"0"-1"0"0,-1 0 0 0 0,1 1 0 0 0,0-1 0 0 0,0 1 0 0 0,0 0 0 0 0,0 0 1 0 0,8-1-1 0 0,3 0 364 0 0,1-2 1019 0 0,31-10 0 0 0,-37 9-1294 0 0,-9 5-307 0 0,0 0 0 0 0,0-1 1 0 0,0 1-1 0 0,0-1 0 0 0,0 1 1 0 0,0-1-1 0 0,0 0 0 0 0,0 1 0 0 0,0-1 1 0 0,0 0-1 0 0,0 0 0 0 0,0 1 1 0 0,-1-1-1 0 0,1 0 0 0 0,0 0 1 0 0,-1 0-1 0 0,1 0 0 0 0,-1 0 0 0 0,1 0 1 0 0,-1 0-1 0 0,1 0 0 0 0,-1 0 1 0 0,0 0-1 0 0,1-2 0 0 0,0 1 2 0 0,-1 0-1 0 0,0 0 0 0 0,0 0 1 0 0,1 1-1 0 0,-1-1 0 0 0,0 0 1 0 0,0 0-1 0 0,-1 0 0 0 0,1 0 1 0 0,0 1-1 0 0,-1-1 0 0 0,0-3 1 0 0,1 4-9 0 0,-1 0 0 0 0,1 0 0 0 0,-1 0 0 0 0,1 0 0 0 0,-1 0 0 0 0,1 0 0 0 0,-1 1 1 0 0,1-1-1 0 0,-1 0 0 0 0,0 0 0 0 0,1 0 0 0 0,-1 1 0 0 0,0-1 0 0 0,0 0 0 0 0,0 1 0 0 0,0-1 1 0 0,1 1-1 0 0,-1-1 0 0 0,0 1 0 0 0,0-1 0 0 0,0 1 0 0 0,0 0 0 0 0,0-1 0 0 0,0 1 1 0 0,0 0-1 0 0,0 0 0 0 0,-1 0 0 0 0,1 0 0 0 0,0 0 0 0 0,-1 0 0 0 0,-37 7 250 0 0,30-2-165 0 0,4-2-69 0 0,3-3-18 0 0,0 1 0 0 0,0 0-1 0 0,0 0 1 0 0,0 1-1 0 0,1-1 1 0 0,-1 0 0 0 0,0 1-1 0 0,1-1 1 0 0,-1 1-1 0 0,1-1 1 0 0,-1 1 0 0 0,0 1-1 0 0,-22 26 218 0 0,19-26-194 0 0,4-2-22 0 0,-1 1 1 0 0,1-1 0 0 0,-1 1-1 0 0,1-1 1 0 0,-1 1 0 0 0,1-1 0 0 0,0 1-1 0 0,0 0 1 0 0,0-1 0 0 0,-1 4-1 0 0,1-4-10 0 0,-1 1 22 0 0,0 1 0 0 0,0 0 0 0 0,0-1 0 0 0,1 1 0 0 0,-1 0 0 0 0,1 0 0 0 0,0 0 0 0 0,-1 0 0 0 0,1 0 0 0 0,1 1 0 0 0,-1-1 0 0 0,0 4 0 0 0,1-4-7 0 0,1 1 7 0 0,-1 0 0 0 0,1 0-1 0 0,0 0 1 0 0,0 0 0 0 0,0-1 0 0 0,0 1-1 0 0,0 0 1 0 0,1-1 0 0 0,0 1 0 0 0,0-1-1 0 0,0 0 1 0 0,0 1 0 0 0,0-1 0 0 0,5 4 0 0 0,12 7 38 0 0,-18-13-62 0 0,0-1 0 0 0,-1 1 0 0 0,1-1 0 0 0,0 1 0 0 0,-1-1 0 0 0,1 0 0 0 0,0 1 0 0 0,0-1 0 0 0,0 0 0 0 0,-1 1 0 0 0,1-1 0 0 0,0 0 0 0 0,0 0 0 0 0,1 0 0 0 0,33 6 37 0 0,-6-2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0.0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273 35 14872 0 0,'-12'-7'104'0'0,"5"3"43"0"0,-3-2 153 0 0,-14-7 821 0 0,20 11-956 0 0,4 1-136 0 0,-1 1 0 0 0,1 0 1 0 0,-1 0-1 0 0,1 0 0 0 0,0-1 1 0 0,-1 1-1 0 0,1 0 0 0 0,0 0 1 0 0,-1 0-1 0 0,1 0 0 0 0,-1 0 0 0 0,1 0 1 0 0,0 0-1 0 0,-1 0 0 0 0,1 0 1 0 0,-1 0-1 0 0,1 0 0 0 0,0 0 1 0 0,-1 0-1 0 0,1 0 0 0 0,0 0 0 0 0,-1 1 1 0 0,1-1-1 0 0,-1 0 0 0 0,1 0 1 0 0,0 0-1 0 0,-1 1 0 0 0,-9 3 769 0 0,-28 8 329 0 0,7 6-572 0 0,19-10-414 0 0,4-2-105 0 0,4-3-6 0 0,0 1 0 0 0,0-1 1 0 0,0 1-1 0 0,0 0 0 0 0,-5 6 0 0 0,3-3 7 0 0,-17 21 120 0 0,3 2 9 0 0,18-27-158 0 0,-2 3 59 0 0,0 1 1 0 0,1 0 0 0 0,-1 1-1 0 0,-2 10 1 0 0,5-15-25 0 0,0-1 0 0 0,0 1-1 0 0,1 0 1 0 0,-1 0 0 0 0,1 0 0 0 0,0-1 0 0 0,-1 1 0 0 0,1 0 0 0 0,1 0 0 0 0,-1 0 0 0 0,0 0 0 0 0,1-1-1 0 0,-1 1 1 0 0,1 0 0 0 0,0 0 0 0 0,0-1 0 0 0,0 1 0 0 0,0-1 0 0 0,0 1 0 0 0,1-1 0 0 0,2 4 0 0 0,-4-5-32 0 0,1 0 1 0 0,-1 0 0 0 0,1-1 0 0 0,0 1 0 0 0,-1 0-1 0 0,1-1 1 0 0,0 1 0 0 0,-1-1 0 0 0,1 1-1 0 0,0-1 1 0 0,0 1 0 0 0,0-1 0 0 0,0 1-1 0 0,-1-1 1 0 0,2 1 0 0 0,1 0 22 0 0,-2 0-21 0 0,0-1-1 0 0,1 1 1 0 0,-1 0 0 0 0,0 0-1 0 0,1-1 1 0 0,-1 1-1 0 0,0-1 1 0 0,1 1-1 0 0,-1-1 1 0 0,1 0-1 0 0,-1 0 1 0 0,1 1-1 0 0,-1-1 1 0 0,3 0-1 0 0,0 0 23 0 0,3 1 8 0 0,0 1 0 0 0,0-1 0 0 0,12 0 0 0 0,-10-1-14 0 0,22-1 67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0.2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 12 15880 0 0,'0'0'63'0'0,"-1"0"26"0"0,-1-2 96 0 0,-5-6 532 0 0,7 7-597 0 0,0 1-68 0 0,-1 1-1 0 0,1-1 1 0 0,-1 1-1 0 0,1 0 1 0 0,-1-1-1 0 0,1 1 1 0 0,0 0-1 0 0,-1-1 1 0 0,1 1-1 0 0,0 0 1 0 0,0-1 0 0 0,-1 1-1 0 0,1 0 1 0 0,0 0-1 0 0,0-1 1 0 0,0 1-1 0 0,0 0 1 0 0,0 0-1 0 0,0-1 1 0 0,0 1-1 0 0,0 0 1 0 0,0 0-1 0 0,0-1 1 0 0,1 1-1 0 0,-1 0 1 0 0,3 16 868 0 0,2 29-206 0 0,8 93 772 0 0,-8-47-953 0 0,-5-66-349 0 0,-2-1 1 0 0,0 1-1 0 0,-2-1 0 0 0,-7 27 0 0 0,11-51-177 0 0,-2 9 73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0.7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35 16280 0 0,'5'-3'164'0'0,"0"0"0"0"0,0 1 0 0 0,0-1 1 0 0,0 1-1 0 0,9-2 0 0 0,3 1 1271 0 0,32-3 0 0 0,-17 2-721 0 0,2 1 178 0 0,37 2-1 0 0,-51 1-381 0 0,-19 0-451 0 0,1 0 116 0 0,-2 0-154 0 0,0 0 0 0 0,0 0 0 0 0,1 0 0 0 0,-1 0 0 0 0,0 0 0 0 0,0 0 0 0 0,1 0 0 0 0,-1 0 1 0 0,0 0-1 0 0,0 0 0 0 0,0 0 0 0 0,1 0 0 0 0,-1 0 0 0 0,0 0 0 0 0,0 0 0 0 0,1 0 0 0 0,-1 0 0 0 0,0 0 0 0 0,0 0 0 0 0,1 0 0 0 0,-1 0 0 0 0,0 0 0 0 0,0 0 0 0 0,0 1 0 0 0,1-1 0 0 0,-1 0 0 0 0,0 0 0 0 0,0 0 0 0 0,0 0 0 0 0,0 0 0 0 0,0 1 0 0 0,1-1 0 0 0,-2 7 43 0 0,1-1 1 0 0,-2 1-1 0 0,1-1 1 0 0,-3 8-1 0 0,-2 15 25 0 0,-5 12 30 0 0,9-35-91 0 0,0 1 0 0 0,0-1 1 0 0,1 1-1 0 0,-1 0 0 0 0,2-1 0 0 0,-1 1 1 0 0,1 11-1 0 0,0-16-18 0 0,1-1 0 0 0,-1 1 0 0 0,1-1 0 0 0,0 1 1 0 0,0-1-1 0 0,-1 0 0 0 0,1 0 0 0 0,0 1 0 0 0,0-1 0 0 0,0 0 0 0 0,0 0 0 0 0,1 0 1 0 0,-1 0-1 0 0,0 0 0 0 0,2 1 0 0 0,20 11 88 0 0,-15-10-81 0 0,-1-1 0 0 0,1-1 0 0 0,0 0 0 0 0,-1 0 0 0 0,1 0 0 0 0,0-1 0 0 0,-1 0 0 0 0,1 0 0 0 0,0-1 0 0 0,0 0 0 0 0,-1-1 0 0 0,1 1 0 0 0,-1-1 0 0 0,1-1 0 0 0,7-3 0 0 0,-11 3 4 0 0,0 0 1 0 0,0-1-1 0 0,0 1 0 0 0,0-1 1 0 0,-1 0-1 0 0,1 0 0 0 0,-1 0 1 0 0,0-1-1 0 0,-1 1 0 0 0,5-9 1 0 0,-6 11-8 0 0,0 0 1 0 0,0 0 0 0 0,0 0 0 0 0,-1-1 0 0 0,1 1 0 0 0,0 0-1 0 0,-1 0 1 0 0,0 0 0 0 0,1-1 0 0 0,-1 1 0 0 0,0 0 0 0 0,0-1-1 0 0,-1 1 1 0 0,1 0 0 0 0,0 0 0 0 0,-1-1 0 0 0,1 1 0 0 0,-1 0 0 0 0,0 0-1 0 0,0 0 1 0 0,0 0 0 0 0,0 0 0 0 0,0 0 0 0 0,0 0 0 0 0,0 0-1 0 0,-1 0 1 0 0,-1-2 0 0 0,-3-3 59 0 0,-1 1 0 0 0,0 0 0 0 0,0 0-1 0 0,0 1 1 0 0,-12-7 0 0 0,-3 2 126 0 0,21 10-191 0 0,0 0 1 0 0,0-1 0 0 0,-1 1 0 0 0,1 0 0 0 0,0-1 0 0 0,0 1 0 0 0,0 0 0 0 0,0 0 0 0 0,0 0-1 0 0,-1 0 1 0 0,1 0 0 0 0,0 0 0 0 0,0 1 0 0 0,0-1 0 0 0,0 0 0 0 0,0 0 0 0 0,-2 2 0 0 0,-1 1 16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1.1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2 122 17183 0 0,'3'1'23'0'0,"-2"-1"84"0"0,-1-1 4 0 0,-1-2 102 0 0,-2-2 73 0 0,1-4 165 0 0,2 9-435 0 0,0 0 0 0 0,0-1 0 0 0,0 1 0 0 0,0 0 0 0 0,0 0 0 0 0,0-1 0 0 0,0 1 0 0 0,0 0 0 0 0,1-1 0 0 0,-1 1 0 0 0,0 0 0 0 0,0-1 0 0 0,0 1 0 0 0,0 0 0 0 0,0 0 0 0 0,1-1 0 0 0,-1 1 0 0 0,0 0 0 0 0,0 0 0 0 0,1 0 0 0 0,-1-1 0 0 0,0 1 0 0 0,1 0 0 0 0,6-2 152 0 0,4 2 119 0 0,0 2 1 0 0,0-1-1 0 0,-1 1 1 0 0,1 1-1 0 0,-1 0 0 0 0,21 8 1 0 0,-4-1 156 0 0,-3-2-48 0 0,-15-6-240 0 0,0 0 1 0 0,0 1 0 0 0,-1 1 0 0 0,1-1 0 0 0,-1 1 0 0 0,0 1 0 0 0,11 8 0 0 0,-4-2 22 0 0,-12-10-147 0 0,0 1 0 0 0,-1 0 0 0 0,1-1-1 0 0,-1 1 1 0 0,1 0 0 0 0,-1 0 0 0 0,0 1 0 0 0,0-1-1 0 0,0 0 1 0 0,0 1 0 0 0,0-1 0 0 0,-1 1-1 0 0,1 0 1 0 0,-1-1 0 0 0,0 1 0 0 0,2 4 0 0 0,-2-3 8 0 0,0 0 0 0 0,0 0 1 0 0,0 0-1 0 0,0 0 0 0 0,-1 0 0 0 0,0 1 1 0 0,1-1-1 0 0,-2 0 0 0 0,1 0 1 0 0,0 0-1 0 0,-1 0 0 0 0,0 0 1 0 0,0 0-1 0 0,0 0 0 0 0,0 0 1 0 0,-4 6-1 0 0,4-6-14 0 0,-1-1 0 0 0,1 1 0 0 0,-1-1 0 0 0,0 0 0 0 0,0 0 0 0 0,0 0 0 0 0,0 0 0 0 0,-1 0 0 0 0,1 0 0 0 0,-1-1-1 0 0,0 1 1 0 0,0-1 0 0 0,0 0 0 0 0,0 0 0 0 0,0 0 0 0 0,-3 2 0 0 0,-2-1 6 0 0,-50 21 270 0 0,53-22-260 0 0,0-1 0 0 0,-1 1 0 0 0,1-1-1 0 0,-1 0 1 0 0,1-1 0 0 0,-1 1 0 0 0,1-1 0 0 0,-11-1 0 0 0,15 1-32 0 0,0 0 0 0 0,0-1 0 0 0,0 1 0 0 0,0 0-1 0 0,1 0 1 0 0,-1-1 0 0 0,0 1 0 0 0,0 0 0 0 0,0-1 0 0 0,1 1 0 0 0,-1-1 0 0 0,0 1 0 0 0,0-1 0 0 0,1 0 0 0 0,-1 1 0 0 0,0-1-1 0 0,1 0 1 0 0,-1 1 0 0 0,1-1 0 0 0,-1 0 0 0 0,1 0 0 0 0,-1 1 0 0 0,1-1 0 0 0,0 0 0 0 0,-1 0 0 0 0,1 0 0 0 0,0 0 0 0 0,-1 0 0 0 0,1 1-1 0 0,0-1 1 0 0,0 0 0 0 0,0 0 0 0 0,0 0 0 0 0,0 0 0 0 0,0 0 0 0 0,0 0 0 0 0,0 0 0 0 0,1 0 0 0 0,-1 1 0 0 0,0-2 0 0 0,2-5 17 0 0,0 1 1 0 0,1-1 0 0 0,-1 1 0 0 0,5-8-1 0 0,-5 11-17 0 0,10-18 52 0 0,1 1 1 0 0,1 0 0 0 0,0 1 0 0 0,1 1 0 0 0,1 0 0 0 0,1 1-1 0 0,37-29 1 0 0,-42 37-21 0 0,10-9 153 0 0,38-23 0 0 0,-55 38-147 0 0,-1 0 1 0 0,0 0-1 0 0,0 0 0 0 0,0-1 0 0 0,0 0 0 0 0,-1 0 0 0 0,6-8 0 0 0,0 4 145 0 0,-8 7-166 0 0,0 1 0 0 0,0-1 0 0 0,0 0 0 0 0,0 0-1 0 0,0 0 1 0 0,0 0 0 0 0,-1 0 0 0 0,1 0 0 0 0,1-2 0 0 0,4-5 94 0 0,-4 5-57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2.4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0 122 14368 0 0,'0'16'451'0'0,"1"13"1462"0"0,-1 35 3570 0 0,4-79-5423 0 0,1 1 0 0 0,0-1-1 0 0,2 2 1 0 0,12-24-1 0 0,41-54 156 0 0,-46 71-129 0 0,-13 18-62 0 0,1 0 0 0 0,-1 0 0 0 0,1 0 0 0 0,0 0 1 0 0,-1 0-1 0 0,1 0 0 0 0,0 0 0 0 0,0 1 0 0 0,0-1 0 0 0,0 1 0 0 0,0-1 0 0 0,5-1 0 0 0,-6 3-11 0 0,0 0 1 0 0,1 0-1 0 0,-1 0 0 0 0,1-1 0 0 0,-1 1 0 0 0,0 1 0 0 0,1-1 0 0 0,-1 0 0 0 0,1 0 1 0 0,-1 0-1 0 0,0 1 0 0 0,1-1 0 0 0,-1 1 0 0 0,0-1 0 0 0,1 1 0 0 0,-1 0 0 0 0,0-1 0 0 0,0 1 1 0 0,0 0-1 0 0,0 0 0 0 0,1 0 0 0 0,-1 0 0 0 0,0 0 0 0 0,1 1 0 0 0,14 14 88 0 0,24 25 122 0 0,-36-36-184 0 0,0 0 1 0 0,-1 0-1 0 0,1 0 1 0 0,-1 0-1 0 0,0 1 1 0 0,4 10-1 0 0,-4-5 93 0 0,0-1-1 0 0,-1 1 0 0 0,0-1 1 0 0,-1 1-1 0 0,0 19 0 0 0,-1-29-102 0 0,-1 0-1 0 0,1 0 1 0 0,-1 0-1 0 0,1 0 1 0 0,-1 0-1 0 0,1 0 1 0 0,-1 0-1 0 0,0 0 1 0 0,1 0-1 0 0,-1 0 1 0 0,0-1-1 0 0,-1 2 1 0 0,-1-1 171 0 0,8-10-77 0 0,10-11-19 0 0,22-24 0 0 0,-24 31-72 0 0,-9 8-12 0 0,1 0 0 0 0,0 0 0 0 0,0 1 0 0 0,1 0 0 0 0,-1 0 0 0 0,1 0 0 0 0,0 0 0 0 0,0 1 0 0 0,0 0 0 0 0,0 1 0 0 0,1-1 0 0 0,-1 1 0 0 0,1 1 0 0 0,0-1 0 0 0,-1 1 0 0 0,1 0 0 0 0,0 0 0 0 0,0 1 0 0 0,9 0 0 0 0,-15 1-15 0 0,1-1 1 0 0,0 1 0 0 0,-1 0 0 0 0,1-1 0 0 0,0 1 0 0 0,-1 0-1 0 0,1 0 1 0 0,-1 0 0 0 0,0 0 0 0 0,1 0 0 0 0,1 2 0 0 0,17 19 55 0 0,-10-10-16 0 0,-8-11-39 0 0,0 1 1 0 0,-1-1 0 0 0,1 0 0 0 0,-1 1 0 0 0,1-1 0 0 0,-1 1 0 0 0,0 0 0 0 0,0-1 0 0 0,0 1 0 0 0,0 0 0 0 0,0 0 0 0 0,0 0 0 0 0,0 0 0 0 0,-1 0 0 0 0,1 0 0 0 0,-1 0 0 0 0,1 0 0 0 0,-1 0 0 0 0,0 0 0 0 0,0 0 0 0 0,0 0 0 0 0,0 2 0 0 0,-1 3 9 0 0,0 0 1 0 0,0-1-1 0 0,-1 1 1 0 0,1-1-1 0 0,-2 1 1 0 0,1-1-1 0 0,-1 0 1 0 0,0 0-1 0 0,0 0 1 0 0,-6 8-1 0 0,2-2 1 0 0,2-2-1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2.7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99 82 15680 0 0,'5'-2'36'0'0,"3"-1"139"0"0,-2-1 112 0 0,4-2 274 0 0,8-6 495 0 0,-4 8-618 0 0,1 2 93 0 0,-10 2-250 0 0,0-1 0 0 0,0 0-1 0 0,-1 1 1 0 0,1-2 0 0 0,0 1-1 0 0,0 0 1 0 0,0-1-1 0 0,6-3 1 0 0,-11 5-257 0 0,1-1 1 0 0,-1 1-1 0 0,1 0 1 0 0,-1-1-1 0 0,1 1 0 0 0,-1 0 1 0 0,1-1-1 0 0,-1 1 0 0 0,1-1 1 0 0,-1 1-1 0 0,0-1 1 0 0,1 1-1 0 0,-1-1 0 0 0,0 1 1 0 0,1-1-1 0 0,-1 1 1 0 0,0-1-1 0 0,0 1 0 0 0,0-1 1 0 0,1 0-1 0 0,-1 1 0 0 0,0-1 1 0 0,0 1-1 0 0,0-1 1 0 0,0-1-1 0 0,0 2-3 0 0,-1-1 1 0 0,1 0-1 0 0,-1 1 0 0 0,1-1 1 0 0,-1 0-1 0 0,1 1 0 0 0,-1-1 1 0 0,1 1-1 0 0,-1-1 0 0 0,1 1 1 0 0,-1-1-1 0 0,0 1 0 0 0,1-1 1 0 0,-1 1-1 0 0,0 0 0 0 0,-1-1 1 0 0,-5-2 45 0 0,-1 1 0 0 0,1 0 1 0 0,-10-1-1 0 0,13 2-46 0 0,-3 0 31 0 0,-1 1 0 0 0,0-1-1 0 0,1 1 1 0 0,-1 0 0 0 0,0 1 0 0 0,0 0 0 0 0,1 0 0 0 0,-1 1 0 0 0,1 0 0 0 0,-1 0 0 0 0,1 1 0 0 0,-8 3 0 0 0,10-3 4 0 0,0-1 0 0 0,1 1 1 0 0,-1 0-1 0 0,1 0 0 0 0,-1 0 0 0 0,1 1 1 0 0,0-1-1 0 0,0 1 0 0 0,1 0 0 0 0,-1 0 1 0 0,1 1-1 0 0,0-1 0 0 0,0 0 1 0 0,0 1-1 0 0,1 0 0 0 0,-1 0 0 0 0,-2 10 1 0 0,4-11-18 0 0,0 0 0 0 0,0-1 0 0 0,1 1 0 0 0,0 0 0 0 0,-1 0 0 0 0,1 0 0 0 0,1 6 0 0 0,0-8-22 0 0,-1 0-1 0 0,1 0 0 0 0,-1 0 1 0 0,1 0-1 0 0,0 0 0 0 0,0-1 1 0 0,0 1-1 0 0,0 0 0 0 0,0 0 1 0 0,0-1-1 0 0,0 1 0 0 0,1-1 1 0 0,-1 1-1 0 0,1-1 1 0 0,-1 1-1 0 0,3 1 0 0 0,2 0 9 0 0,0 1-1 0 0,-1-1 1 0 0,2 0-1 0 0,-1-1 1 0 0,0 0-1 0 0,1 1 1 0 0,-1-2-1 0 0,1 1 1 0 0,7 0-1 0 0,-1-1 17 0 0,1 0 0 0 0,0-1 0 0 0,18-2-1 0 0,-12-2 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3.0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16983 0 0,'1'28'282'0'0,"1"18"883"0"0,10 77 1540 0 0,-4-76-2540 0 0,-4-32-78 0 0,-1-1-1 0 0,-1 1 1 0 0,0 16 0 0 0,7 59 553 0 0,-9-81-560 0 0,0 0 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3.5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41 15576 0 0,'8'-5'68'0'0,"6"-1"300"0"0,2 1 204 0 0,1 1 1 0 0,0 0-1 0 0,0 2 1 0 0,0 0 0 0 0,31 1-1 0 0,18-3 300 0 0,91-3 570 0 0,-156 7-1300 0 0,1 0 148 0 0,-7 0-178 0 0,2 0-73 0 0,-1 1 1 0 0,0-1 0 0 0,1 1 0 0 0,-1 0-1 0 0,1 0 1 0 0,0 1 0 0 0,-1-1 0 0 0,1 1 0 0 0,0-1-1 0 0,0 1 1 0 0,-4 3 0 0 0,-13 7 33 0 0,15-10-52 0 0,1 0 0 0 0,-1 0 0 0 0,0 1-1 0 0,0 0 1 0 0,1 0 0 0 0,0 0 0 0 0,-1 0 0 0 0,1 1-1 0 0,0 0 1 0 0,1-1 0 0 0,-1 2 0 0 0,1-1 0 0 0,0 0-1 0 0,-4 7 1 0 0,-27 52 481 0 0,33-62-489 0 0,1 0 0 0 0,-1 0 0 0 0,1 0 0 0 0,0 0-1 0 0,-1 0 1 0 0,1-1 0 0 0,0 1 0 0 0,0 0 0 0 0,0 0 0 0 0,0 0 0 0 0,0 0 0 0 0,0 0 0 0 0,0 0 0 0 0,0 0 0 0 0,0 0 0 0 0,0 0 0 0 0,1 1 0 0 0,-1-1 3 0 0,1 0-1 0 0,0 0 1 0 0,0 0-1 0 0,0 0 1 0 0,0 0-1 0 0,-1-1 1 0 0,1 1-1 0 0,0 0 1 0 0,1 0 0 0 0,-1-1-1 0 0,0 1 1 0 0,0-1-1 0 0,0 1 1 0 0,2 0-1 0 0,1-1 3 0 0,-1 1 0 0 0,1 0-1 0 0,-1-1 1 0 0,1 0 0 0 0,-1 0-1 0 0,1 0 1 0 0,-1 0 0 0 0,1-1-1 0 0,-1 1 1 0 0,7-3 0 0 0,0 0 11 0 0,1 0 0 0 0,12-7 0 0 0,-16 6-13 0 0,0 0 1 0 0,0-1 0 0 0,-1 0-1 0 0,0 0 1 0 0,1 0 0 0 0,-2-1 0 0 0,1 0-1 0 0,-1 0 1 0 0,1-1 0 0 0,4-8 0 0 0,-3 5 22 0 0,-6 8-25 0 0,0 1 0 0 0,0-1-1 0 0,1 1 1 0 0,-1-1 0 0 0,-1 0 0 0 0,1 0 0 0 0,0 1 0 0 0,1-5 0 0 0,-2 6-10 0 0,0 0 0 0 0,1 0 1 0 0,-1 0-1 0 0,0 0 1 0 0,0 0-1 0 0,1 0 1 0 0,-1 0-1 0 0,0 0 1 0 0,0 0-1 0 0,1 0 0 0 0,-1 0 1 0 0,0 0-1 0 0,0 0 1 0 0,1 0-1 0 0,-1 0 1 0 0,0 0-1 0 0,0 0 1 0 0,1 1-1 0 0,-1-1 0 0 0,0 0 1 0 0,0 0-1 0 0,1 0 1 0 0,-1 0-1 0 0,0 0 1 0 0,0 1-1 0 0,0-1 1 0 0,0 0-1 0 0,1 0 0 0 0,-1 0 1 0 0,0 1-1 0 0,0-1 1 0 0,0 0-1 0 0,5 13 65 0 0,-1 0 0 0 0,-1 0 0 0 0,0 0 0 0 0,1 26 0 0 0,-2-21 18 0 0,7 30 0 0 0,-8-41-62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3.9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275 340 14464 0 0,'-5'-3'51'0'0,"0"-2"188"0"0,-3-8 790 0 0,3 5-299 0 0,5 8-711 0 0,-1 0 0 0 0,1 0 1 0 0,0 0-1 0 0,0 0 0 0 0,0-1 0 0 0,0 1 0 0 0,0 0 1 0 0,0 0-1 0 0,-1 0 0 0 0,1 0 0 0 0,0 0 1 0 0,0 0-1 0 0,0 0 0 0 0,0 0 0 0 0,0 0 1 0 0,-1 0-1 0 0,1 0 0 0 0,0 0 0 0 0,0 0 1 0 0,0 0-1 0 0,0 0 0 0 0,-1 0 0 0 0,1 0 1 0 0,0 0-1 0 0,0 0 0 0 0,0 0 0 0 0,0 0 0 0 0,0 0 1 0 0,-1 0-1 0 0,1 0 0 0 0,0 0 0 0 0,0 0 1 0 0,0 0-1 0 0,0 1 0 0 0,-39 13 2068 0 0,30-10-1738 0 0,-5 4-71 0 0,-3 5 205 0 0,-15 10-162 0 0,11-9-147 0 0,0 1 1 0 0,1 1 0 0 0,1 1-1 0 0,-19 22 1 0 0,34-35-155 0 0,3-2 31 0 0,-1 0 0 0 0,0 0 1 0 0,1 0-1 0 0,-1 0 0 0 0,1 0 0 0 0,-2 4 0 0 0,3-5-41 0 0,0-1 0 0 0,0 0-1 0 0,0 1 1 0 0,0-1 0 0 0,0 1 0 0 0,0-1-1 0 0,0 1 1 0 0,0-1 0 0 0,0 1-1 0 0,0-1 1 0 0,0 1 0 0 0,0-1 0 0 0,0 1-1 0 0,0-1 1 0 0,0 1 0 0 0,1-1 0 0 0,-1 0-1 0 0,0 1 1 0 0,0-1 0 0 0,1 1-1 0 0,-1-1 1 0 0,0 1 0 0 0,0-1 0 0 0,1 0-1 0 0,-1 1 1 0 0,1-1 0 0 0,-1 0 0 0 0,0 0-1 0 0,1 1 1 0 0,-1-1 0 0 0,1 0 0 0 0,-1 0-1 0 0,0 1 1 0 0,1-1 0 0 0,-1 0-1 0 0,1 0 1 0 0,-1 0 0 0 0,1 0 0 0 0,-1 0-1 0 0,1 0 1 0 0,-1 0 0 0 0,1 0 0 0 0,0 0-1 0 0,3 1 12 0 0,0-1 0 0 0,0 0 0 0 0,0 0-1 0 0,0-1 1 0 0,0 1 0 0 0,0-1 0 0 0,4-1-1 0 0,6-1 16 0 0,-3 2-7 0 0,0-1 0 0 0,-1 0 0 0 0,1-1 1 0 0,-1-1-1 0 0,0 0 0 0 0,0 0 0 0 0,0 0 0 0 0,13-10 1 0 0,-17 9-9 0 0,1 1 1 0 0,-1-2 0 0 0,-1 1-1 0 0,1-1 1 0 0,-1 0-1 0 0,0 0 1 0 0,0 0 0 0 0,-1 0-1 0 0,1-1 1 0 0,-2 0-1 0 0,1 0 1 0 0,4-11 0 0 0,7-25 105 0 0,-2-1 0 0 0,13-71 0 0 0,-5-17 113 0 0,-20 126-150 0 0,-1-1 0 0 0,1 1 0 0 0,-1 0-1 0 0,0-11 1 0 0,-1 18-77 0 0,1 1-1 0 0,-1 0 0 0 0,0 0 1 0 0,1-1-1 0 0,-1 1 0 0 0,0-1 1 0 0,0 1-1 0 0,-2 1 1 0 0,-3 7 10 0 0,-7 19 49 0 0,0 1 0 0 0,2 1 0 0 0,1 0 0 0 0,2 0 0 0 0,1 1 0 0 0,1 0 0 0 0,2 0 0 0 0,1 1 0 0 0,2 43 0 0 0,1-71-55 0 0,1 14 72 0 0,4 21-1 0 0,-4-34-73 0 0,0-1 0 0 0,0 1 0 0 0,1-1 0 0 0,0 1-1 0 0,0-1 1 0 0,0 0 0 0 0,1 0 0 0 0,4 7 0 0 0,4 1 10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4.5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137 353 16983 0 0,'-6'0'31'0'0,"-1"0"109"0"0,-5-3 429 0 0,8 2-422 0 0,3 2-51 0 0,0-1 0 0 0,0 0 0 0 0,0 1 0 0 0,0-1 1 0 0,0 1-1 0 0,0-1 0 0 0,0 1 0 0 0,0 0 0 0 0,0-1 0 0 0,0 1 0 0 0,0 0 0 0 0,0 0 0 0 0,0-1 0 0 0,-1 3 0 0 0,-7 8 392 0 0,6-9-280 0 0,-1 1-1 0 0,0 0 0 0 0,0-1 1 0 0,1 0-1 0 0,-1 1 0 0 0,-5 0 1 0 0,5-1-132 0 0,1-1-1 0 0,0 1 1 0 0,-1-1 0 0 0,1 1 0 0 0,0 0 0 0 0,0 1-1 0 0,0-1 1 0 0,0 0 0 0 0,-3 4 0 0 0,-9 18 228 0 0,15-23-294 0 0,0-1 0 0 0,-1 1 0 0 0,1 0 0 0 0,0 0 0 0 0,0 0 0 0 0,0 0 0 0 0,0 0 0 0 0,0 0 0 0 0,0 0 0 0 0,0 1 0 0 0,0-1 0 0 0,0 0 0 0 0,0 1 1 0 0,1 3 20 0 0,19-14 11 0 0,-13 5-34 0 0,16-9 2 0 0,-15 9-6 0 0,-5 2-2 0 0,0 0 1 0 0,0 0 0 0 0,0 0-1 0 0,0 0 1 0 0,0-1 0 0 0,3-3-1 0 0,28-25 41 0 0,-32 30-30 0 0,-2 1-8 0 0,1 0 0 0 0,-1 0 0 0 0,1 0-1 0 0,-1-1 1 0 0,0 1 0 0 0,1 0 0 0 0,-1-1-1 0 0,1 1 1 0 0,-1 0 0 0 0,0-1 0 0 0,1 1 0 0 0,-1 0-1 0 0,1-1 1 0 0,-1 1 0 0 0,0-1 0 0 0,0 1-1 0 0,1-1 1 0 0,-1 1 0 0 0,0-1 0 0 0,0 1-1 0 0,0-1 1 0 0,1 1 0 0 0,-1-1 0 0 0,0 1 0 0 0,0-2 339 0 0,1 5-134 0 0,1 6-72 0 0,0 0-1 0 0,0 1 1 0 0,0 10 0 0 0,-2-18-132 0 0,0-1 10 0 0,1 0 1 0 0,-1 1-1 0 0,1-1 0 0 0,-1 0 1 0 0,1 1-1 0 0,-1-1 0 0 0,1 0 1 0 0,0 0-1 0 0,0 0 0 0 0,0 1 1 0 0,0-1-1 0 0,0 0 0 0 0,0 0 1 0 0,0 0-1 0 0,0-1 0 0 0,0 1 1 0 0,0 0-1 0 0,2 1 0 0 0,-2-2-7 0 0,2 2 17 0 0,0-1 1 0 0,-1 0-1 0 0,1 0 1 0 0,0 0-1 0 0,0 0 1 0 0,0 0-1 0 0,0-1 1 0 0,0 1-1 0 0,0-1 1 0 0,4 0-1 0 0,-4 0-16 0 0,-2 0-3 0 0,1 1 1 0 0,-1-1-1 0 0,1 0 1 0 0,0 0-1 0 0,-1 0 1 0 0,1 0-1 0 0,0 0 0 0 0,-1 0 1 0 0,1-1-1 0 0,-1 1 1 0 0,1 0-1 0 0,2-2 1 0 0,0 1 11 0 0,0 0-5 0 0,-1 1 0 0 0,1-1 0 0 0,-1 1 0 0 0,0-1 0 0 0,0 0 0 0 0,6-3 0 0 0,-2 1 4 0 0,-4 2-12 0 0,-1 0 1 0 0,0 1-1 0 0,1-1 0 0 0,-1 0 1 0 0,1 0-1 0 0,-1-1 0 0 0,0 1 1 0 0,0 0-1 0 0,0-1 1 0 0,4-3-1 0 0,-1 1 9 0 0,6-6 32 0 0,10-15-7 0 0,-12 12-8 0 0,-1-3-16 0 0,0 0 0 0 0,-1 0 1 0 0,0-1-1 0 0,-1 1 0 0 0,4-25 0 0 0,2-37 32 0 0,5-44-1 0 0,-15 79-23 0 0,-20 63-7 0 0,12-9-15 0 0,0 1 0 0 0,2 0 0 0 0,-1 0 0 0 0,1 0 0 0 0,-4 24 0 0 0,5-19 1 0 0,-1-1 1 0 0,0 1 0 0 0,2 0 1 0 0,0 0-1 0 0,1 0 0 0 0,2 30 0 0 0,2 4 24 0 0,-3-34-12 0 0,1-1 0 0 0,1 1 0 0 0,5 20 1 0 0,-5-31-13 0 0,-1-1 0 0 0,1 1 1 0 0,1-1-1 0 0,-1 0 0 0 0,1 0 1 0 0,0 0-1 0 0,0 0 1 0 0,0-1-1 0 0,1 1 0 0 0,0-1 1 0 0,-1 0-1 0 0,2 0 0 0 0,6 6 1 0 0,5 2 8 0 0,1-1-4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4.9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227 14 15472 0 0,'-1'-2'72'0'0,"0"1"1"0"0,0 0 0 0 0,0 0 0 0 0,0 0 0 0 0,0 0 0 0 0,-1 0 0 0 0,1 1 0 0 0,0-1 0 0 0,-1 0 0 0 0,1 0 0 0 0,0 1 0 0 0,-1-1-1 0 0,1 1 1 0 0,-1 0 0 0 0,1-1 0 0 0,-1 1 0 0 0,1 0 0 0 0,-1 0 0 0 0,1 0 0 0 0,-1 0 0 0 0,1 0 0 0 0,-1 0 0 0 0,1 0 0 0 0,-3 1 0 0 0,0 0 343 0 0,0 1 0 0 0,0 0 0 0 0,-1 1 0 0 0,1-1 0 0 0,1 1 0 0 0,-6 4 1 0 0,-9 5 256 0 0,-7 4-412 0 0,13-7-132 0 0,-22 26 71 0 0,-5 3-14 0 0,18-12-21 0 0,21-25-155 0 0,-1-1 0 0 0,0 1 0 0 0,1-1 0 0 0,-1 1 0 0 0,0 0 0 0 0,1-1 0 0 0,-1 1 0 0 0,1 0 0 0 0,-1 0 0 0 0,1-1 0 0 0,-1 1 0 0 0,1 0 0 0 0,0 0 0 0 0,-1 0 0 0 0,1 0-1 0 0,0-1 1 0 0,0 1 0 0 0,0 0 0 0 0,-1 0 0 0 0,1 0 0 0 0,0 0 0 0 0,0 0 0 0 0,0 0 0 0 0,1 0 0 0 0,-1 0 0 0 0,0-1 0 0 0,0 1 0 0 0,0 0 0 0 0,1 0 0 0 0,-1 0 0 0 0,0 0 0 0 0,1 0 0 0 0,-1-1 0 0 0,1 1 0 0 0,-1 0 0 0 0,1 0 0 0 0,-1-1 0 0 0,1 1 0 0 0,-1 0 0 0 0,1-1 0 0 0,0 1 0 0 0,-1-1 0 0 0,2 2 0 0 0,-2-2-3 0 0,1 0 0 0 0,-1 0 1 0 0,1 0-1 0 0,0 0 0 0 0,-1 0 1 0 0,1 0-1 0 0,-1 0 0 0 0,1 0 1 0 0,-1-1-1 0 0,1 1 0 0 0,-1 0 0 0 0,1 0 1 0 0,-1 0-1 0 0,1 0 0 0 0,-1-1 1 0 0,1 1-1 0 0,-1 0 0 0 0,1-1 1 0 0,-1 1-1 0 0,1-1 0 0 0,10-4 82 0 0,-6 4-70 0 0,17-9 68 0 0,1-2-34 0 0,-13 4-4 0 0,-5 3-33 0 0,-2 2 1 0 0,1 0-1 0 0,-2 0 0 0 0,1-1 0 0 0,4-6 1 0 0,16-29 199 0 0,0 14 318 0 0,-22 24 153 0 0,-1 2-604 0 0,7 35 219 0 0,-2-3-164 0 0,1 7 4 0 0,-6-33-119 0 0,0-4-13 0 0,0 0 0 0 0,1 0 1 0 0,-1 0-1 0 0,1 0 0 0 0,-1 0 0 0 0,1 0 0 0 0,0-1 1 0 0,2 4-1 0 0,3 10 109 0 0,17 28-1 0 0,-20-41-78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8:25.3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78 16280 0 0,'0'-4'61'0'0,"0"3"30"0"0,0 0 1 0 0,0 0-1 0 0,0 0 1 0 0,0 0-1 0 0,0 0 1 0 0,1 0 0 0 0,-1 0-1 0 0,0 0 1 0 0,0 0-1 0 0,0 1 1 0 0,1-1-1 0 0,-1 0 1 0 0,1 0-1 0 0,-1 0 1 0 0,0 0-1 0 0,1 0 1 0 0,0 1-1 0 0,-1-1 1 0 0,1 0-1 0 0,-1 0 1 0 0,2 0-1 0 0,1-1 97 0 0,0 1-1 0 0,0 0 1 0 0,0 0-1 0 0,0 0 0 0 0,-1 0 1 0 0,7 0-1 0 0,21-4 370 0 0,201-25 173 0 0,-128 22-404 0 0,-83 6-236 0 0,-3 2 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44.1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27 425 15880 0 0,'-2'-4'106'0'0,"-4"1"357"0"0,-7 2 590 0 0,8 0 2564 0 0,7 0-1961 0 0,17 3-637 0 0,256 14 453 0 0,-100-16-1014 0 0,920-17 1114 0 0,-374-10-817 0 0,-390 17-462 0 0,89-1 59 0 0,274-12 256 0 0,-323 3-230 0 0,-337 18-341 0 0,193-18 340 0 0,-217 19-335 0 0,-1 0 0 0 0,1-1-1 0 0,-1-1 1 0 0,11-4-1 0 0,-4 3 110 0 0,-14 4-137 0 0,-1 0 1 0 0,1 0-1 0 0,-1 0 0 0 0,0-1 0 0 0,1 1 0 0 0,-1-1 0 0 0,0 1 1 0 0,1-1-1 0 0,-1 1 0 0 0,0-1 0 0 0,0 1 0 0 0,0-1 1 0 0,1 0-1 0 0,-1 0 0 0 0,0 0 0 0 0,1-1 0 0 0,8-4 171 0 0,-9 6-176 0 0,0 0 0 0 0,-1 0 0 0 0,1 0 1 0 0,0 0-1 0 0,-1-1 0 0 0,1 1 0 0 0,-1 0 0 0 0,1-1 0 0 0,0 1 1 0 0,-1 0-1 0 0,1-1 0 0 0,-1 1 0 0 0,1 0 0 0 0,-1-1 0 0 0,1 1 1 0 0,-1-1-1 0 0,1 1 0 0 0,-1-1 0 0 0,0 1 0 0 0,1-1 0 0 0,-1 1 1 0 0,0-1-1 0 0,1 0 0 0 0,-1 1 0 0 0,0-1 0 0 0,1 0 0 0 0,3-6 103 0 0,-4 7-107 0 0,0-1 0 0 0,0 1 0 0 0,1 0 0 0 0,-1 0 0 0 0,0-1 0 0 0,1 1 0 0 0,-1 0 0 0 0,0-1 0 0 0,0 1-1 0 0,1 0 1 0 0,-1 0 0 0 0,0-1 0 0 0,0 1 0 0 0,0-1 0 0 0,0 1 0 0 0,1 0 0 0 0,-1-1 0 0 0,0 1 0 0 0,0 0 0 0 0,0-1 0 0 0,0 1 0 0 0,0-1-1 0 0,0 1 1 0 0,0 0 0 0 0,0-1 0 0 0,0 1 0 0 0,0 0 0 0 0,0-1 0 0 0,0 1 0 0 0,-1-1 0 0 0,1 1 0 0 0,0 0 0 0 0,0-1 0 0 0,0 1 0 0 0,0 0-1 0 0,-1-1 1 0 0,1 1 0 0 0,0 0 0 0 0,0-1 0 0 0,0 1 0 0 0,-1 0 0 0 0,1 0 0 0 0,0-1 0 0 0,-1 1 0 0 0,-2-3 14 0 0,0 0 0 0 0,1 0 0 0 0,-1 0 0 0 0,1 0 0 0 0,0 0 0 0 0,0-1 0 0 0,-2-4 0 0 0,2 4-1 0 0,-1-1-1 0 0,1 1 1 0 0,-1 0-1 0 0,-6-8 1 0 0,-4-1 8 0 0,0 1 0 0 0,0 0 1 0 0,-1 1-1 0 0,-1 0 0 0 0,0 1 1 0 0,0 1-1 0 0,-27-12 0 0 0,-3 3 21 0 0,10 4-1 0 0,-1 1 0 0 0,-45-9-1 0 0,7 12 73 0 0,65 9-74 0 0,13 2 24 0 0,-1 0-66 0 0,-1 0 1 0 0,0 0-1 0 0,1 1 1 0 0,-1-1 0 0 0,0 0-1 0 0,0 1 1 0 0,4 3-1 0 0,5 3 3 0 0,23 10 10 0 0,66 26 0 0 0,12 5 12 0 0,16 5-5 0 0,-38-19-13 0 0,-85-33-9 0 0,-1 0 1 0 0,0 0-1 0 0,0 0 0 0 0,0 0 0 0 0,-1 1 1 0 0,1 0-1 0 0,-1-1 0 0 0,1 1 1 0 0,-1 0-1 0 0,0 1 0 0 0,0-1 1 0 0,0 1-1 0 0,0-1 0 0 0,-1 1 0 0 0,1 0 1 0 0,-1 0-1 0 0,0 0 0 0 0,0 0 1 0 0,-1 0-1 0 0,1 0 0 0 0,-1 1 1 0 0,0-1-1 0 0,0 0 0 0 0,0 1 0 0 0,-1-1 1 0 0,0 9-1 0 0,0-7 0 0 0,-1 0 0 0 0,0 1 0 0 0,0-1 0 0 0,0 0 0 0 0,-1 1 0 0 0,0-1 0 0 0,0 0 0 0 0,-1 0 0 0 0,0-1 0 0 0,0 1 0 0 0,0 0 0 0 0,-1-1 0 0 0,1 0 0 0 0,-1 0 0 0 0,-1 0 0 0 0,1 0 0 0 0,-1-1 0 0 0,-9 8 0 0 0,2-3 0 0 0,0-1 0 0 0,0-1 0 0 0,-1 0 0 0 0,0 0 0 0 0,-1-1 0 0 0,1-1 0 0 0,-20 5 0 0 0,-86 26 1 0 0,-31 7-10 0 0,131-39 9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45.1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278 416 19895 0 0,'-15'-4'92'0'0,"6"1"40"0"0,-6-2 150 0 0,-3-1 156 0 0,10 3-151 0 0,0 1 0 0 0,0 0 0 0 0,0 0 0 0 0,-16-1 0 0 0,11 4-78 0 0,10 0-53 0 0,0 0 0 0 0,1 0 0 0 0,-1 1 0 0 0,1-1 0 0 0,0 0 0 0 0,-1 1 0 0 0,1 0 0 0 0,0-1 0 0 0,0 1 0 0 0,0 0 0 0 0,0 0 0 0 0,0 0 0 0 0,1 0 0 0 0,-1 0 0 0 0,0 1 0 0 0,1-1 0 0 0,-2 4 0 0 0,-10 12 296 0 0,0-3-326 0 0,1 1 0 0 0,1-1 0 0 0,0 2 0 0 0,2-1 0 0 0,-1 1 0 0 0,2 1 0 0 0,-11 33 0 0 0,17-45-120 0 0,1 0 0 0 0,0 1 0 0 0,0-1-1 0 0,0 0 1 0 0,1 1 0 0 0,0-1 0 0 0,0 0 0 0 0,0 1 0 0 0,1-1-1 0 0,0 0 1 0 0,1 0 0 0 0,2 11 0 0 0,-2-14-5 0 0,-1 1 0 0 0,1-1 0 0 0,0 1 0 0 0,0-1 0 0 0,0 0 0 0 0,0 1 0 0 0,0-1 0 0 0,1 0 0 0 0,0 0 0 0 0,-1-1 0 0 0,1 1 0 0 0,0-1 0 0 0,0 1 0 0 0,1-1 0 0 0,-1 0 0 0 0,0 0 0 0 0,1 0 0 0 0,-1-1 0 0 0,1 1 0 0 0,-1-1 0 0 0,8 2 0 0 0,-5-2-1 0 0,1 0 0 0 0,-1 0 0 0 0,1 0 1 0 0,-1-1-1 0 0,1 0 0 0 0,-1-1 1 0 0,1 1-1 0 0,-1-1 0 0 0,1-1 0 0 0,-1 1 1 0 0,0-1-1 0 0,0 0 0 0 0,0 0 1 0 0,0-1-1 0 0,0 0 0 0 0,0 0 0 0 0,0 0 1 0 0,-1-1-1 0 0,0 1 0 0 0,1-1 1 0 0,-1-1-1 0 0,8-8 0 0 0,-5 4 0 0 0,-1 0 0 0 0,1-1 0 0 0,-2 0 0 0 0,1 0 0 0 0,-1-1 0 0 0,-1 0 0 0 0,0 0 0 0 0,0 0 0 0 0,-1 0 0 0 0,4-20 0 0 0,-2-6 0 0 0,-1-1 0 0 0,1-40 0 0 0,-6 68 0 0 0,4-53 0 0 0,1-14 0 0 0,-9-146 0 0 0,2 177 2 0 0,2 46 4 0 0,0 4 4 0 0,0 174 63 0 0,1 2 18 0 0,-7-84 3 0 0,4-69-55 0 0,2-3 10 0 0,1-18-32 0 0,-1-1 1 0 0,0 1-1 0 0,-2 9 1 0 0,2-8-2 0 0,-1 0 0 0 0,1 0 1 0 0,1 0-1 0 0,-1 0 1 0 0,1 0-1 0 0,0 0 1 0 0,1 0-1 0 0,-1-1 0 0 0,2 1 1 0 0,-1 0-1 0 0,5 9 1 0 0,-2-5 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45.5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139 0 18191 0 0,'-7'4'73'0'0,"-3"2"253"0"0,-11 10 944 0 0,15-11-811 0 0,0-1-183 0 0,0 0 0 0 0,1 0 0 0 0,-10 10-1 0 0,8-6-48 0 0,-20 18 892 0 0,21-19-934 0 0,5-6-145 0 0,0 0 1 0 0,-1 0 0 0 0,1 0-1 0 0,0 0 1 0 0,0 0 0 0 0,0 1-1 0 0,0-1 1 0 0,0 0 0 0 0,0 1-1 0 0,1-1 1 0 0,-1 1 0 0 0,0-1-1 0 0,0 3 1 0 0,0 0 60 0 0,0-1-38 0 0,-1 0 0 0 0,1 0 1 0 0,0 0-1 0 0,1 0 0 0 0,-1 0 0 0 0,0 1 0 0 0,1-1 0 0 0,0 0 0 0 0,0 0 0 0 0,0 4 0 0 0,0-2-13 0 0,0-3-29 0 0,1 1-1 0 0,-1 0 1 0 0,1 0-1 0 0,-1-1 1 0 0,1 1-1 0 0,0 0 1 0 0,1 2-1 0 0,1 0-1 0 0,-1-1 0 0 0,11 3 1 0 0,-10-6-19 0 0,1 0 1 0 0,-1 0 0 0 0,0 0-1 0 0,0-1 1 0 0,0 1 0 0 0,5-1 0 0 0,-3 0 0 0 0,-1-1 0 0 0,1 1 0 0 0,0-1 0 0 0,0 0 0 0 0,5-2 0 0 0,-5 1-2 0 0,0 0 1 0 0,0 0-1 0 0,0-1 1 0 0,6-4-1 0 0,15-14 0 0 0,-2-3 0 0 0,-5 4 0 0 0,-9 5 2 0 0,0-12 24 0 0,-6 20 1 0 0,-3 5-23 0 0,1-5 62 0 0,-1 1 100 0 0,0 9 15 0 0,2 5-19 0 0,2 0-36 0 0,10 23 33 0 0,-14-28-110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45.77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52 22 18295 0 0,'-6'-3'41'0'0,"2"1"16"0"0,-2-1 65 0 0,2 0 2 0 0,-10-5 396 0 0,14 8-508 0 0,0 0 0 0 0,0 0 0 0 0,0 0 0 0 0,0-1 0 0 0,0 1 0 0 0,0 0 0 0 0,-1 0 0 0 0,1 0-1 0 0,0 0 1 0 0,0 0 0 0 0,0 0 0 0 0,0-1 0 0 0,-1 1 0 0 0,1 0 0 0 0,0 0 0 0 0,0 0 0 0 0,0 0-1 0 0,0 0 1 0 0,-1 0 0 0 0,1 0 0 0 0,0 0 0 0 0,0 0 0 0 0,0 0 0 0 0,-1 0 0 0 0,1 0 0 0 0,0 0 0 0 0,0 0-1 0 0,0 0 1 0 0,-1 0 0 0 0,1 0 0 0 0,0 0 0 0 0,0 0 0 0 0,0 0 0 0 0,-1 0 0 0 0,1 0 0 0 0,0 1-1 0 0,-8 4 455 0 0,7-5-447 0 0,1 0 1 0 0,0 0 0 0 0,0 1-1 0 0,0-1 1 0 0,-1 0 0 0 0,1 0-1 0 0,0 1 1 0 0,0-1-1 0 0,0 0 1 0 0,0 1 0 0 0,-1-1-1 0 0,1 0 1 0 0,0 1 0 0 0,0-1-1 0 0,0 0 1 0 0,0 1-1 0 0,0-1 1 0 0,0 0 0 0 0,0 1-1 0 0,0-1 1 0 0,0 0 0 0 0,0 1-1 0 0,0-1 1 0 0,0 0 0 0 0,0 1-1 0 0,0-1 1 0 0,0 0-1 0 0,1 1 1 0 0,4 184 2440 0 0,5-81-1712 0 0,1 18-319 0 0,-9-75-240 0 0,2-1 0 0 0,12 55 0 0 0,-9-73-82 0 0,-7-24-69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6:46.2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85 14464 0 0,'0'0'69'0'0,"0"-1"1"0"0,0 0 0 0 0,0 1 0 0 0,0-1 0 0 0,0 1 0 0 0,0-1 0 0 0,0 0 0 0 0,0 1 0 0 0,1-1 0 0 0,-1 1-1 0 0,0-1 1 0 0,0 1 0 0 0,0-1 0 0 0,1 0 0 0 0,-1 1 0 0 0,0-1 0 0 0,1 1 0 0 0,-1-1 0 0 0,0 1 0 0 0,1-1-1 0 0,-1 1 1 0 0,0 0 0 0 0,1-1 0 0 0,-1 1 0 0 0,1 0 0 0 0,-1-1 0 0 0,1 1 0 0 0,-1 0 0 0 0,1-1-1 0 0,-1 1 1 0 0,1 0 0 0 0,0 0 0 0 0,-1-1 0 0 0,1 1 0 0 0,-1 0 0 0 0,1 0 0 0 0,-1 0 0 0 0,1 0 0 0 0,0 0-1 0 0,-1 0 1 0 0,1 0 0 0 0,-1 0 0 0 0,1 0 0 0 0,0 0 0 0 0,9-1 646 0 0,105-14 579 0 0,-49 9-1124 0 0,8-2 2 0 0,77-13 198 0 0,-138 18-318 0 0,-2 0 42 0 0,1 0 0 0 0,0 1 0 0 0,13 0-1 0 0,-14-1 320 0 0,-10 2 14 0 0,-8 1-254 0 0,1 1-137 0 0,0 0-1 0 0,1 1 1 0 0,-1 0-1 0 0,1 0 1 0 0,-1 0-1 0 0,-7 5 1 0 0,-11 5 51 0 0,10-6-29 0 0,0 1 0 0 0,1 0 0 0 0,1 1 0 0 0,-1 1-1 0 0,1 0 1 0 0,1 1 0 0 0,-1 0 0 0 0,-16 20 0 0 0,27-29-45 0 0,0-1 1 0 0,1 1 0 0 0,-1 0-1 0 0,0 0 1 0 0,0 0-1 0 0,1 0 1 0 0,-1 0 0 0 0,0 0-1 0 0,1 0 1 0 0,-1 0 0 0 0,1 1-1 0 0,0-1 1 0 0,-1 0-1 0 0,1 0 1 0 0,0 0 0 0 0,0 0-1 0 0,-1 1 1 0 0,1-1 0 0 0,0 0-1 0 0,0 0 1 0 0,0 0-1 0 0,1 1 1 0 0,-1-1 0 0 0,0 0-1 0 0,0 0 1 0 0,1 0 0 0 0,-1 0-1 0 0,0 1 1 0 0,1 0-1 0 0,1-1 0 0 0,-1 1-1 0 0,0-1 1 0 0,1 1-1 0 0,-1-1 1 0 0,0 0-1 0 0,1 0 1 0 0,-1 0-1 0 0,1 0 1 0 0,0 0-1 0 0,-1 0 1 0 0,1 0-1 0 0,0 0 1 0 0,0-1-1 0 0,0 1 1 0 0,-1 0-1 0 0,1-1 1 0 0,3 1-1 0 0,4 0 4 0 0,0-1 0 0 0,-1 0 0 0 0,1 0 0 0 0,0 0 0 0 0,0-1 0 0 0,0-1 1 0 0,0 1-1 0 0,8-4 0 0 0,-3 0 6 0 0,-1 0 0 0 0,0 0 1 0 0,-1-1-1 0 0,18-12 1 0 0,-20 12-7 0 0,-8 6-10 0 0,0-1 0 0 0,0 0 1 0 0,-1-1-1 0 0,1 1 0 0 0,0 0 0 0 0,0-1 0 0 0,-1 1 1 0 0,1-1-1 0 0,-1 1 0 0 0,1-1 0 0 0,-1 0 1 0 0,0 1-1 0 0,1-1 0 0 0,-1 0 0 0 0,0 0 0 0 0,1-2 1 0 0,15-33 165 0 0,-17 36-162 0 0,1 1-1 0 0,-1-1 1 0 0,0 1-1 0 0,1-1 1 0 0,-1 1 0 0 0,1-1-1 0 0,-1 1 1 0 0,0-1-1 0 0,1 1 1 0 0,0-1 0 0 0,-1 1-1 0 0,1 0 1 0 0,-1-1 0 0 0,1 1-1 0 0,-1 0 1 0 0,1-1-1 0 0,0 1 1 0 0,-1 0 0 0 0,1 0-1 0 0,0 0 1 0 0,-1-1 0 0 0,1 1-1 0 0,0 0 1 0 0,-1 0-1 0 0,1 0 1 0 0,0 0 0 0 0,-1 0-1 0 0,1 0 1 0 0,0 0-1 0 0,-1 1 1 0 0,1-1 0 0 0,-1 0-1 0 0,1 0 1 0 0,0 0 0 0 0,-1 1-1 0 0,1-1 1 0 0,0 0-1 0 0,-1 1 1 0 0,1-1 0 0 0,-1 0-1 0 0,1 1 1 0 0,-1-1-1 0 0,1 1 1 0 0,-1-1 0 0 0,1 1-1 0 0,-1-1 1 0 0,0 1 0 0 0,1-1-1 0 0,-1 1 1 0 0,0 0-1 0 0,1-1 1 0 0,-1 1 0 0 0,1 1-1 0 0,8 15 199 0 0,-5-10-135 0 0,0 1 0 0 0,5 13 0 0 0,-2 8 54 0 0,-5-15-71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9:14.77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42 10 18391 0 0,'0'1'4'0'0,"-1"0"14"0"0,0-1 17 0 0,-2 0 46 0 0,-2-2 135 0 0,0 0-16 0 0,-9-5 358 0 0,14 7-526 0 0,-1 0 0 0 0,1 0 0 0 0,0 0 0 0 0,-1 0 0 0 0,1 0 0 0 0,0 0 0 0 0,0 0 0 0 0,-1 0 0 0 0,1 0 0 0 0,0 0 0 0 0,-1 0 0 0 0,1 0 0 0 0,0 0 0 0 0,-1 0-1 0 0,1 0 1 0 0,0 0 0 0 0,-1 0 0 0 0,1 0 0 0 0,0 0 0 0 0,0 1 0 0 0,-1-1 0 0 0,1 0 0 0 0,0 0 0 0 0,-1 0 0 0 0,1 0 0 0 0,0 1 0 0 0,-1-1 0 0 0,-1 4 235 0 0,1-4-238 0 0,1 1 1 0 0,0-1-1 0 0,0 0 1 0 0,0 1-1 0 0,0-1 1 0 0,0 0-1 0 0,-1 1 1 0 0,1-1-1 0 0,0 1 1 0 0,0-1-1 0 0,0 0 1 0 0,0 1-1 0 0,0-1 1 0 0,0 0-1 0 0,0 1 0 0 0,0-1 1 0 0,0 0-1 0 0,0 1 1 0 0,0-1-1 0 0,1 1 1 0 0,-1-1-1 0 0,0 0 1 0 0,0 1-1 0 0,0-1 1 0 0,1 1-1 0 0,18 87 1912 0 0,-5-27-615 0 0,7 63-1 0 0,-19-87-940 0 0,-2 1-1 0 0,-7 57 1 0 0,7-88-319 0 0,0 0 1 0 0,0 0 0 0 0,0 0 0 0 0,3 13 0 0 0,-2-9 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9:15.3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66 0 14368 0 0,'0'0'3967'0'0,"-1"2"-3229"0"0,-9 8 254 0 0,6-5-822 0 0,0-1 0 0 0,1 1 0 0 0,-1 0-1 0 0,1 0 1 0 0,0 0 0 0 0,0 0 0 0 0,-2 7-1 0 0,1-5-112 0 0,-8 24 229 0 0,4-7-129 0 0,6-14-46 0 0,3-5-55 0 0,0-1-1 0 0,0 0 1 0 0,0 1 0 0 0,1-1-1 0 0,-1 0 1 0 0,1 0-1 0 0,0 0 1 0 0,0 0 0 0 0,0 0-1 0 0,4 4 1 0 0,-2-5-6 0 0,0 0 0 0 0,0 0 1 0 0,0 0-1 0 0,0-1 0 0 0,0 0 0 0 0,0 0 1 0 0,1 0-1 0 0,-1-1 0 0 0,0 1 0 0 0,1-1 1 0 0,0 0-1 0 0,-1 0 0 0 0,1-1 0 0 0,0 1 1 0 0,-1-1-1 0 0,1 0 0 0 0,0 0 0 0 0,5-1 1 0 0,12-3 82 0 0,-20 4-119 0 0,-1 0 0 0 0,0 0 0 0 0,1 0-1 0 0,-1 0 1 0 0,0 0 0 0 0,0-1 0 0 0,1 1 0 0 0,-1 0 0 0 0,0-1 0 0 0,0 1 0 0 0,0-1 0 0 0,1 0-1 0 0,-1 1 1 0 0,0-1 0 0 0,1-1 0 0 0,1 0 29 0 0,-1 0-4 0 0,0 1 0 0 0,-1 0 0 0 0,1-1-1 0 0,0 0 1 0 0,-1 1 0 0 0,1-1 0 0 0,-1 0 0 0 0,0 0-1 0 0,0 0 1 0 0,0 0 0 0 0,0 0 0 0 0,0 0-1 0 0,1-3 1 0 0,-1 4-22 0 0,6-15 274 0 0,-6 13-247 0 0,-1 1 1 0 0,0 0 0 0 0,-1 0-1 0 0,1-1 1 0 0,0 1-1 0 0,-1 0 1 0 0,1 0-1 0 0,-1 0 1 0 0,1-1-1 0 0,-1 1 1 0 0,0 0-1 0 0,0 0 1 0 0,0 0-1 0 0,-2-2 1 0 0,2 3-29 0 0,1 0 0 0 0,0 0 0 0 0,-1 0 0 0 0,1 0 0 0 0,-1 1 0 0 0,1-1 0 0 0,0 0 0 0 0,0 0 0 0 0,0 0 0 0 0,0-1 0 0 0,0 1 0 0 0,0 0 0 0 0,0 0 0 0 0,0-1 0 0 0,0 1-2 0 0,0 0-1 0 0,0 1 1 0 0,0-1-1 0 0,0 0 0 0 0,0 0 1 0 0,0 0-1 0 0,-1 0 1 0 0,1 0-1 0 0,0 1 1 0 0,0-1-1 0 0,-1 0 1 0 0,1 0-1 0 0,0 0 1 0 0,-1 1-1 0 0,1-1 1 0 0,-1 0-1 0 0,0-1 1 0 0,-7-12 150 0 0,7 14-157 0 0,1-1 0 0 0,0 1 0 0 0,0 0 0 0 0,0-1 0 0 0,0 1 0 0 0,-1 0 0 0 0,1-1 0 0 0,0 1 0 0 0,0 0 0 0 0,-1 0 0 0 0,1-1 0 0 0,0 1 0 0 0,-1 0 0 0 0,1 0 0 0 0,0 0 0 0 0,-1-1 0 0 0,1 1 0 0 0,0 0 0 0 0,-1 0 0 0 0,1 0 0 0 0,-1 0 0 0 0,-4-3 35 0 0,-2 0 70 0 0,1 0 0 0 0,0 0 0 0 0,-1 0 0 0 0,-8-1-1 0 0,14 4-98 0 0,-1-1 48 0 0,1 1 1 0 0,-1-1-1 0 0,0 1 1 0 0,0 0-1 0 0,0-1 1 0 0,1 1-1 0 0,-1 0 1 0 0,0 0-1 0 0,0 1 1 0 0,0-1-1 0 0,0 0 1 0 0,1 1-1 0 0,-4 0 1 0 0,7 7 120 0 0,-1-6-87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9:15.7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142 5 16687 0 0,'-2'-2'603'0'0,"-4"0"1428"0"0,8 2-842 0 0,-2 0-598 0 0,0 1-371 0 0,0 0-202 0 0,0-1 1 0 0,0 1-1 0 0,0-1 0 0 0,0 1 0 0 0,0-1 0 0 0,0 1 1 0 0,-1-1-1 0 0,1 1 0 0 0,0-1 0 0 0,0 1 0 0 0,0-1 1 0 0,-1 1-1 0 0,1-1 0 0 0,0 1 0 0 0,-1-1 0 0 0,1 1 1 0 0,0-1-1 0 0,-1 0 0 0 0,1 1 0 0 0,-1-1 0 0 0,1 0 1 0 0,-1 1-1 0 0,0-1 0 0 0,-22 21 198 0 0,16-16-181 0 0,-19 18 126 0 0,18-16-128 0 0,4-4-6 0 0,-1 1 0 0 0,1-1 1 0 0,1 1-1 0 0,-1 0 1 0 0,-4 7-1 0 0,0 1 171 0 0,0 0 0 0 0,-8 19 0 0 0,15-30-164 0 0,1 0 1 0 0,-1 0 0 0 0,1 0 0 0 0,-1 0-1 0 0,1 0 1 0 0,-1 0 0 0 0,1 0 0 0 0,0 0-1 0 0,0 0 1 0 0,-1 0 0 0 0,1 0-1 0 0,0 0 1 0 0,0 0 0 0 0,0 0 0 0 0,0 0-1 0 0,0 0 1 0 0,1 0 0 0 0,-1 0 0 0 0,0 0-1 0 0,0 0 1 0 0,1 0 0 0 0,-1 0 0 0 0,0 0-1 0 0,1 0 1 0 0,-1 0 0 0 0,1 0-1 0 0,0 0 1 0 0,-1 0 0 0 0,1 0 0 0 0,0 0-1 0 0,-1-1 1 0 0,1 1 0 0 0,0 0 0 0 0,0 0-1 0 0,0-1 1 0 0,-1 1 0 0 0,3 0 0 0 0,6-4 253 0 0,33-13-43 0 0,-39 15-229 0 0,0 0-1 0 0,0 0 1 0 0,0 0 0 0 0,0-1 0 0 0,-1 0 0 0 0,1 1-1 0 0,3-4 1 0 0,0 1 9 0 0,1-3 41 0 0,21-60 502 0 0,-27 66-543 0 0,-1 0-1 0 0,1 1 1 0 0,-1-1-1 0 0,1 0 1 0 0,-1 0-1 0 0,1 0 1 0 0,0 0-1 0 0,-1 1 1 0 0,1-1-1 0 0,0 0 1 0 0,-1 1-1 0 0,1-1 1 0 0,0 1-1 0 0,0-1 0 0 0,0 0 1 0 0,0 1-1 0 0,0 0 1 0 0,0-1-1 0 0,0 1 1 0 0,0 0-1 0 0,0-1 1 0 0,0 1-1 0 0,0 0 1 0 0,0 0-1 0 0,0 0 1 0 0,0 0-1 0 0,0 0 1 0 0,0 0-1 0 0,0 0 1 0 0,0 0-1 0 0,0 0 1 0 0,1 1-1 0 0,0 1 11 0 0,-1 0 0 0 0,0 0-1 0 0,0-1 1 0 0,0 1 0 0 0,0 0-1 0 0,0 1 1 0 0,-1-1 0 0 0,2 3-1 0 0,14 52 284 0 0,-12-37-207 0 0,-3-18-96 0 0,-1 1-1 0 0,1-1 1 0 0,-1 0-1 0 0,1 0 1 0 0,0 0-1 0 0,0 0 1 0 0,2 4 0 0 0,23 39 327 0 0,-24-43-286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9:16.1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137 283 18391 0 0,'-8'3'919'0'0,"7"-3"-809"0"0,0 0 1 0 0,1 0 0 0 0,-1 0-1 0 0,0 0 1 0 0,0 1 0 0 0,0-1 0 0 0,0 0-1 0 0,1 1 1 0 0,-1-1 0 0 0,0 1-1 0 0,0-1 1 0 0,1 1 0 0 0,-1-1-1 0 0,0 1 1 0 0,1-1 0 0 0,-2 2-1 0 0,-24 26 1540 0 0,15-14-1163 0 0,-2 3-48 0 0,-11 12-53 0 0,19-24-356 0 0,2-2-8 0 0,1-1 0 0 0,0 1-1 0 0,-1-1 1 0 0,1 1 0 0 0,0 0 0 0 0,-2 4-1 0 0,3-5-15 0 0,-1 2 35 0 0,-1 1-1 0 0,1 0 1 0 0,-1 0-1 0 0,1 0 1 0 0,-2 8 0 0 0,4-12-34 0 0,0 0 1 0 0,0 0 0 0 0,0-1 0 0 0,-1 1-1 0 0,1 0 1 0 0,0 0 0 0 0,0 0 0 0 0,0 0 0 0 0,1 0-1 0 0,-1 0 1 0 0,0 0 0 0 0,0 0 0 0 0,0 0 0 0 0,1 0-1 0 0,-1-1 1 0 0,0 1 0 0 0,1 0 0 0 0,-1 0-1 0 0,1 0 1 0 0,-1 0 0 0 0,1-1 0 0 0,-1 1 0 0 0,1 0-1 0 0,-1-1 1 0 0,1 1 0 0 0,0 0 0 0 0,-1-1 0 0 0,1 1-1 0 0,0-1 1 0 0,0 1 0 0 0,0-1 0 0 0,-1 1-1 0 0,1-1 1 0 0,0 1 0 0 0,0-1 0 0 0,1 0 0 0 0,3 0 29 0 0,45-21 51 0 0,-37 14-60 0 0,12-13 5 0 0,-14 8-13 0 0,-3 0-11 0 0,0-1 0 0 0,-1 0 0 0 0,0 0 0 0 0,-1-1 0 0 0,0 0 0 0 0,-1 0-1 0 0,-1 0 1 0 0,4-21 0 0 0,-4-8 11 0 0,-1 0 0 0 0,-3-1 0 0 0,-5-50 0 0 0,3 49 10 0 0,2 41 36 0 0,0 8 61 0 0,0 4-95 0 0,0 31 171 0 0,1-1 0 0 0,12 76 0 0 0,21 65 471 0 0,-33-172-640 0 0,1-1 0 0 0,1 1 1 0 0,-1-1-1 0 0,1 0 1 0 0,5 10-1 0 0,-3-7 30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9:16.4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52 17791 0 0,'3'-1'38'0'0,"-1"0"139"0"0,0-1 99 0 0,0 0 220 0 0,-1 0-90 0 0,0 1-213 0 0,6-3 197 0 0,1 1 1 0 0,-1-1 0 0 0,1 1-1 0 0,0 1 1 0 0,0 0 0 0 0,0 0-1 0 0,10-1 1 0 0,3 0 273 0 0,18-9 16 0 0,-49 9-288 0 0,-10 1-231 0 0,14 3-127 0 0,0-1 0 0 0,0 2 0 0 0,0-1 0 0 0,-1 1 0 0 0,1 0 1 0 0,0 0-1 0 0,1 0 0 0 0,-1 1 0 0 0,0 0 0 0 0,1 0 0 0 0,0 0 0 0 0,-1 1 0 0 0,1 0 0 0 0,-4 4 0 0 0,7-7-12 0 0,1 1 0 0 0,-1-1 0 0 0,1 0 0 0 0,0 1 0 0 0,0-1 0 0 0,-1 1 0 0 0,1-1 0 0 0,0 1 0 0 0,0 0 0 0 0,1-1 0 0 0,-1 1 0 0 0,0 0 1 0 0,0-1-1 0 0,1 1 0 0 0,-1 0 0 0 0,1 0 0 0 0,0 0 0 0 0,0 0 0 0 0,-1 0 0 0 0,1-1 0 0 0,0 1 0 0 0,0 0 0 0 0,1 0 0 0 0,-1 0 0 0 0,0 0 0 0 0,1 0 0 0 0,0 2 0 0 0,5 10 112 0 0,-5-11-112 0 0,0 0-1 0 0,0 0 1 0 0,0 0 0 0 0,0-1 0 0 0,1 1 0 0 0,-1-1 0 0 0,1 1 0 0 0,0-1-1 0 0,2 3 1 0 0,-1-3-6 0 0,0 1 0 0 0,0-1-1 0 0,1 1 1 0 0,-1-1-1 0 0,0 0 1 0 0,1-1 0 0 0,0 1-1 0 0,-1 0 1 0 0,1-1 0 0 0,7 2-1 0 0,0-1 32 0 0,0-1 0 0 0,18 1-1 0 0,-4-2 18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9:16.8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16280 0 0,'3'-1'27'0'0,"1"1"104"0"0,-1 2 79 0 0,1 2 188 0 0,3 1 102 0 0,-1-2-264 0 0,4-2 276 0 0,0 1 0 0 0,0-1 0 0 0,12-1 0 0 0,-13 0-215 0 0,0 0 1 0 0,0 1-1 0 0,0 0 1 0 0,0 0 0 0 0,9 4-1 0 0,-15-5-200 0 0,4 3 69 0 0,1-1 0 0 0,-1 1 1 0 0,0 0-1 0 0,0 0 0 0 0,0 1 0 0 0,0 0 1 0 0,8 6-1 0 0,-13-5-97 0 0,0-1-1 0 0,1 1 1 0 0,-2-1 0 0 0,1 1-1 0 0,0 0 1 0 0,-1 0 0 0 0,0 0-1 0 0,1 9 1 0 0,-2-11-24 0 0,0 2 8 0 0,0 0 1 0 0,0 1 0 0 0,-1-1 0 0 0,0 0 0 0 0,0 0 0 0 0,-1 0 0 0 0,1 0 0 0 0,-1-1-1 0 0,0 1 1 0 0,0 0 0 0 0,-1-1 0 0 0,0 1 0 0 0,1-1 0 0 0,-6 6 0 0 0,6-8-23 0 0,1-1 1 0 0,-1 1-1 0 0,0-1 1 0 0,1 0-1 0 0,-1 1 1 0 0,0-1-1 0 0,0 0 1 0 0,0 0 0 0 0,0 0-1 0 0,0 0 1 0 0,0-1-1 0 0,0 1 1 0 0,0-1-1 0 0,-1 1 1 0 0,1-1-1 0 0,0 0 1 0 0,0 1-1 0 0,0-1 1 0 0,0 0 0 0 0,-1-1-1 0 0,1 1 1 0 0,-3-1-1 0 0,4 1-14 0 0,-1 0-1 0 0,1-1 0 0 0,-1 1 0 0 0,1-1 1 0 0,0 1-1 0 0,-1-1 0 0 0,1 0 0 0 0,0 1 1 0 0,0-1-1 0 0,-1 0 0 0 0,1 0 0 0 0,0 0 1 0 0,0 0-1 0 0,0 0 0 0 0,0 0 1 0 0,0 0-1 0 0,0-1 0 0 0,0 1 0 0 0,1 0 1 0 0,-1 0-1 0 0,0-1 0 0 0,1 1 0 0 0,-1-1 1 0 0,1 1-1 0 0,-1 0 0 0 0,1-1 1 0 0,-1 1-1 0 0,1-1 0 0 0,0 1 0 0 0,0-1 1 0 0,0 1-1 0 0,0-3 0 0 0,1-2 23 0 0,0 0 1 0 0,0 0-1 0 0,1 0 0 0 0,0 1 0 0 0,0-1 1 0 0,0 1-1 0 0,0-1 0 0 0,7-9 0 0 0,-2 6 37 0 0,-1 0 0 0 0,1 1-1 0 0,15-16 1 0 0,-18 21-36 0 0,1 0 0 0 0,-1 0-1 0 0,0 1 1 0 0,1 0-1 0 0,-1 0 1 0 0,10-3 0 0 0,14-7 162 0 0,-21 7-130 0 0,4 0 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49:17.1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130 4 19199 0 0,'-1'0'55'0'0,"0"-1"0"0"0,1 1 0 0 0,-1 0 1 0 0,0-1-1 0 0,0 1 0 0 0,0 0 0 0 0,1-1 0 0 0,-1 1 0 0 0,0 0 0 0 0,0 0 0 0 0,0 0 0 0 0,0 0 0 0 0,1 0 0 0 0,-1 0 0 0 0,0 0 0 0 0,0 0 0 0 0,0 0 0 0 0,0 0 0 0 0,1 1 0 0 0,-1-1 0 0 0,0 0 0 0 0,0 0 0 0 0,1 1 0 0 0,-1-1 0 0 0,0 1 0 0 0,0-1 0 0 0,1 1 0 0 0,-1-1 0 0 0,0 1 0 0 0,1-1 0 0 0,-1 1 0 0 0,1-1 0 0 0,-2 2 0 0 0,-2 3 740 0 0,0 0 1 0 0,1 1-1 0 0,-6 9 0 0 0,-2 3 259 0 0,9-16-1051 0 0,0 1 44 0 0,0-1 1 0 0,-1 1 0 0 0,1 0-1 0 0,0 0 1 0 0,1 0 0 0 0,-1 1-1 0 0,0-1 1 0 0,-1 7 0 0 0,3-9-37 0 0,-1 0 0 0 0,1 0 0 0 0,0 0 0 0 0,0 0 0 0 0,0 0 0 0 0,0 0 0 0 0,0 0 0 0 0,0 0 0 0 0,0 0 0 0 0,0 0 0 0 0,1 0 0 0 0,-1 0 0 0 0,0 0 0 0 0,0 0 0 0 0,1 0 0 0 0,-1 0 0 0 0,1 0 0 0 0,-1 0 0 0 0,1 0 0 0 0,1 1 0 0 0,-1 0 0 0 0,1 0-1 0 0,0-1 1 0 0,0 1 0 0 0,0-1 0 0 0,0 0-1 0 0,0 1 1 0 0,0-1 0 0 0,1 0-1 0 0,-1 0 1 0 0,4 1 0 0 0,0 0-5 0 0,19 5 23 0 0,-17-5-23 0 0,25 3 26 0 0,10 0 0 0 0,-29-3 0 0 0,22 7-1 0 0,-36-9-29 0 0,1 0 0 0 0,-1 0 0 0 0,1 0 0 0 0,-1 0 0 0 0,1 1 0 0 0,-1-1 0 0 0,1 0 0 0 0,-1 0 0 0 0,1 1 1 0 0,-1-1-1 0 0,0 0 0 0 0,1 1 0 0 0,-1-1 0 0 0,1 0 0 0 0,-1 1 0 0 0,0-1 0 0 0,1 1 0 0 0,-1-1 0 0 0,0 1 0 0 0,0-1 0 0 0,1 1 0 0 0,-1-1 0 0 0,0 1 1 0 0,0-1-1 0 0,0 1 0 0 0,0-1 0 0 0,1 1 0 0 0,-1-1 0 0 0,0 1 0 0 0,0-1 0 0 0,0 1 0 0 0,0-1 0 0 0,0 1 0 0 0,0 0 0 0 0,0-1 0 0 0,-1 1 0 0 0,1 0 0 0 0,-1 1 3 0 0,1-1-1 0 0,-1 1 1 0 0,0 0-1 0 0,0-1 1 0 0,0 1-1 0 0,0-1 0 0 0,0 1 1 0 0,0-1-1 0 0,-1 0 1 0 0,1 0-1 0 0,0 1 0 0 0,-3 0 1 0 0,-20 15 38 0 0,4-6-2 0 0,-1 0 0 0 0,-1-1 1 0 0,-41 12-1 0 0,36-13 1 0 0,-23 4 84 0 0,38-11-85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12.1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346 32 1704 0 0,'0'-4'0'0'0,"0"1"0"0"0,2 1 263 0 0,7 0 4737 0 0,-16-1-1477 0 0,-15-5 508 0 0,-28 0-1599 0 0,46 8-2271 0 0,-1-1 1 0 0,1 1 0 0 0,-1-1-1 0 0,1 1 1 0 0,-1 1-1 0 0,1-1 1 0 0,-6 1 0 0 0,-1 1 45 0 0,-3 0 4 0 0,1 1 0 0 0,-1 0 1 0 0,0 1-1 0 0,1 0 0 0 0,-1 1 0 0 0,1 1 1 0 0,0 0-1 0 0,1 1 0 0 0,0 0 0 0 0,-15 11 1 0 0,20-11-70 0 0,1-1 0 0 0,0 1-1 0 0,1 0 1 0 0,0 0 0 0 0,0 0 0 0 0,0 1 0 0 0,1-1 0 0 0,0 1 0 0 0,0 0 0 0 0,1 1 0 0 0,0-1 0 0 0,0 1 0 0 0,1-1 0 0 0,0 1 0 0 0,1 0 0 0 0,0 0-1 0 0,0-1 1 0 0,1 1 0 0 0,1 10 0 0 0,0-13-29 0 0,0 0 0 0 0,1 0 0 0 0,0 0 0 0 0,0 0 0 0 0,1 0 1 0 0,-1 0-1 0 0,1-1 0 0 0,1 1 0 0 0,-1-1 0 0 0,1 0 0 0 0,0 0 0 0 0,0 0 0 0 0,0 0 0 0 0,0-1 0 0 0,1 0 0 0 0,8 7 0 0 0,-8-8-36 0 0,0 0 0 0 0,0 0 0 0 0,0 0 0 0 0,0-1 0 0 0,0 1 0 0 0,1-1 0 0 0,-1-1 0 0 0,1 1 0 0 0,-1-1 0 0 0,1 0 0 0 0,0 0-1 0 0,-1 0 1 0 0,1-1 0 0 0,0 0 0 0 0,0 0 0 0 0,-1 0 0 0 0,1-1 0 0 0,6-1 0 0 0,-6 0-18 0 0,0 0-1 0 0,-1 0 0 0 0,0 0 1 0 0,1-1-1 0 0,-1 0 1 0 0,0 0-1 0 0,0 0 0 0 0,0 0 1 0 0,-1-1-1 0 0,1 0 1 0 0,-1 0-1 0 0,0 0 0 0 0,0-1 1 0 0,-1 1-1 0 0,1-1 1 0 0,-1 0-1 0 0,0 0 1 0 0,0 0-1 0 0,0 0 0 0 0,-1 0 1 0 0,0-1-1 0 0,0 1 1 0 0,0-1-1 0 0,-1 0 0 0 0,2-7 1 0 0,1-18 211 0 0,0 0 0 0 0,-2 1 1 0 0,-3-47-1 0 0,0 71-183 0 0,0 1 1 0 0,-1 0-1 0 0,1 0 0 0 0,-1 0 1 0 0,0 1-1 0 0,0-1 0 0 0,-1 0 1 0 0,0 1-1 0 0,-4-7 0 0 0,7 11-76 0 0,0 0 0 0 0,0 0-1 0 0,0 0 1 0 0,0 0-1 0 0,0 0 1 0 0,0 0-1 0 0,0 0 1 0 0,0-1 0 0 0,-1 1-1 0 0,1 0 1 0 0,0 0-1 0 0,0 0 1 0 0,0 0-1 0 0,0 0 1 0 0,0 0 0 0 0,0-1-1 0 0,0 1 1 0 0,0 0-1 0 0,0 0 1 0 0,0 0-1 0 0,0 0 1 0 0,0 0 0 0 0,0 0-1 0 0,0 0 1 0 0,0-1-1 0 0,0 1 1 0 0,0 0-1 0 0,0 0 1 0 0,0 0 0 0 0,1 0-1 0 0,-1 0 1 0 0,0 0-1 0 0,0-1 1 0 0,0 1-1 0 0,0 0 1 0 0,0 0 0 0 0,0 0-1 0 0,0 0 1 0 0,0 0-1 0 0,0 0 1 0 0,0 0 0 0 0,1 0-1 0 0,-2-1 281 0 0,-3 1-183 0 0,3 14 108 0 0,1 19-75 0 0,3 204 438 0 0,-5-158-392 0 0,1 18 75 0 0,11 69-214 0 0,-9-114-48 0 0,-1-50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12.5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60 21911 0 0,'1'-1'4023'0'0,"2"6"-2270"0"0,1 8-1148 0 0,-4-13-365 0 0,16 84 1340 0 0,-13-54-1457 0 0,2 12 69 0 0,-5-39-164 0 0,1 0 0 0 0,0 0 0 0 0,0-1-1 0 0,0 1 1 0 0,0 0 0 0 0,0 0 0 0 0,0-1-1 0 0,1 1 1 0 0,-1-1 0 0 0,1 1 0 0 0,2 1-1 0 0,-2-3-11 0 0,0 0 1 0 0,0-1-1 0 0,0 0 0 0 0,1 1 0 0 0,-1-1 0 0 0,0 0 0 0 0,0 0 0 0 0,0 0 0 0 0,0 0 0 0 0,1-1 0 0 0,-1 1 1 0 0,0-1-1 0 0,3 0 0 0 0,7-3 9 0 0,0-1 1 0 0,0 0 0 0 0,0-1-1 0 0,-1-1 1 0 0,0 1 0 0 0,0-2-1 0 0,0 0 1 0 0,-1 0 0 0 0,0 0-1 0 0,-1-1 1 0 0,0-1 0 0 0,0 0-1 0 0,-1 0 1 0 0,0-1-1 0 0,-1 1 1 0 0,-1-2 0 0 0,1 1-1 0 0,-2-1 1 0 0,1 0 0 0 0,3-15-1 0 0,-2 5 30 0 0,-5 17-2 0 0,0-1-1 0 0,0 0 1 0 0,-1 1 0 0 0,0-1-1 0 0,1-11 1 0 0,-2 16 112 0 0,0 24-35 0 0,0 16-65 0 0,-1-11-1 0 0,1 1 0 0 0,2-1 0 0 0,5 30 0 0 0,-5-52-46 0 0,-1 0-1 0 0,1 0 1 0 0,1 0 0 0 0,-1-1 0 0 0,1 0-1 0 0,0 1 1 0 0,0-1 0 0 0,1 0-1 0 0,-1 0 1 0 0,1-1 0 0 0,0 1 0 0 0,1-1-1 0 0,4 4 1 0 0,-2-3-18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12.9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0 258 16783 0 0,'1'-1'201'0'0,"-1"0"0"0"0,0 0 0 0 0,1 0 0 0 0,-1 0 0 0 0,1 0 0 0 0,0 0 0 0 0,-1 0 0 0 0,1 0 0 0 0,0 0 0 0 0,0 0 0 0 0,-1 0 0 0 0,1 0 0 0 0,0 1 0 0 0,0-1 0 0 0,0 0 0 0 0,0 1 0 0 0,0-1 0 0 0,2 0 0 0 0,5-5 687 0 0,12-7 239 0 0,-4 4-730 0 0,73-53-95 0 0,-61 44-233 0 0,-25 16-44 0 0,-1 0 1 0 0,1 0 0 0 0,-1 0 0 0 0,0-1 0 0 0,1 1 0 0 0,-1-1 0 0 0,0 1-1 0 0,-1-1 1 0 0,1 0 0 0 0,2-5 0 0 0,2-3 163 0 0,-5 9-146 0 0,-1 1 1 0 0,1 0-1 0 0,-1-1 1 0 0,0 1-1 0 0,1-1 1 0 0,-1 1 0 0 0,0-1-1 0 0,0 1 1 0 0,0 0-1 0 0,0-1 1 0 0,0 1-1 0 0,0-1 1 0 0,-1 1-1 0 0,1-1 1 0 0,0 1-1 0 0,-1 0 1 0 0,1-1-1 0 0,-1 1 1 0 0,0-2-1 0 0,-18-28 621 0 0,13 21-369 0 0,5 8-262 0 0,0 1 0 0 0,0 0-1 0 0,0-1 1 0 0,-1 1 0 0 0,1 0-1 0 0,0 0 1 0 0,-1 0 0 0 0,1 0-1 0 0,0 0 1 0 0,-1 0 0 0 0,0 0-1 0 0,1 0 1 0 0,-1 0 0 0 0,1 1-1 0 0,-1-1 1 0 0,0 1 0 0 0,1-1-1 0 0,-1 1 1 0 0,0 0 0 0 0,0 0 0 0 0,1 0-1 0 0,-1 0 1 0 0,0 0 0 0 0,0 0-1 0 0,1 0 1 0 0,-4 1 0 0 0,-3 1 114 0 0,1 0 0 0 0,-1 0 0 0 0,0 1 1 0 0,-11 5-1 0 0,16-7-96 0 0,1 1 0 0 0,-1 0 0 0 0,1 0 0 0 0,-1 0 1 0 0,1 0-1 0 0,0 0 0 0 0,0 1 0 0 0,0-1 0 0 0,0 1 0 0 0,0-1 1 0 0,1 1-1 0 0,-1 0 0 0 0,1 0 0 0 0,-2 3 0 0 0,-2 7 232 0 0,-6 25 1 0 0,9-30-166 0 0,-3 8 98 0 0,0-1 80 0 0,2 1-1 0 0,-4 24 1 0 0,6-36-221 0 0,1 1 0 0 0,0-1 1 0 0,0 1-1 0 0,0 0 0 0 0,1-1 0 0 0,0 1 0 0 0,0-1 1 0 0,0 0-1 0 0,0 1 0 0 0,1-1 0 0 0,-1 0 0 0 0,1 0 1 0 0,4 7-1 0 0,-5-9-39 0 0,0 0-3 0 0,0-1-1 0 0,0 1 1 0 0,0 0-1 0 0,0-1 1 0 0,0 1-1 0 0,1 0 0 0 0,-1-1 1 0 0,0 0-1 0 0,1 1 1 0 0,-1-1-1 0 0,1 0 1 0 0,-1 0-1 0 0,1 1 0 0 0,0-1 1 0 0,0-1-1 0 0,-1 1 1 0 0,1 0-1 0 0,0 0 1 0 0,0-1-1 0 0,0 1 0 0 0,0-1 1 0 0,3 1-1 0 0,11 1 37 0 0,-1-1 0 0 0,1 0-1 0 0,-1-2 1 0 0,1 0 0 0 0,-1 0-1 0 0,1-1 1 0 0,-1-1 0 0 0,0-1-1 0 0,21-7 1 0 0,4-4 25 0 0,-1-2 0 0 0,0-1 0 0 0,63-41 0 0 0,-94 53-94 0 0,0 0 0 0 0,0-1 0 0 0,12-14 0 0 0,-6 3 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13.2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69 71 14968 0 0,'-5'-1'7'0'0,"-2"-2"28"0"0,0 1 24 0 0,-3-2 65 0 0,-21-10 355 0 0,24 9-398 0 0,7 5-67 0 0,0 0 1 0 0,0 0-1 0 0,0 0 0 0 0,0 0 0 0 0,0 0 1 0 0,0 0-1 0 0,-1 0 0 0 0,1 0 1 0 0,0 0-1 0 0,0 0 0 0 0,0 0 1 0 0,0 0-1 0 0,0 0 0 0 0,0 0 1 0 0,0-1-1 0 0,0 1 0 0 0,0 0 1 0 0,-1 0-1 0 0,1 0 0 0 0,0 0 1 0 0,0 0-1 0 0,0 0 0 0 0,0 0 1 0 0,0-1-1 0 0,0 1 0 0 0,0 0 1 0 0,0 0-1 0 0,0 0 0 0 0,0 0 1 0 0,0 0-1 0 0,0-1 0 0 0,0 1 1 0 0,0 0-1 0 0,0 0 0 0 0,0 0 1 0 0,0 0-1 0 0,0 0 0 0 0,0 0 1 0 0,0-1-1 0 0,0 1 0 0 0,0 0 1 0 0,0 0-1 0 0,1 0 0 0 0,-1 0 1 0 0,0 0-1 0 0,0 0 0 0 0,0 0 1 0 0,0 0-1 0 0,0-1 0 0 0,0 1 1 0 0,0 0-1 0 0,0 0 0 0 0,0 0 1 0 0,1 0-1 0 0,-1 0 0 0 0,0 0 1 0 0,0 0-1 0 0,12-4 541 0 0,16 1 185 0 0,61-1 532 0 0,36 2-245 0 0,-120 2-925 0 0,-1 1 1 0 0,1 0-1 0 0,-1 1 1 0 0,1-1-1 0 0,-1 1 0 0 0,0 0 1 0 0,0 0-1 0 0,1 0 1 0 0,-1 0-1 0 0,-1 1 0 0 0,5 3 1 0 0,1 1 268 0 0,-1 0-1 0 0,0 1 1 0 0,11 14 0 0 0,-17-19-277 0 0,0 0 1 0 0,0 0-1 0 0,0 0 1 0 0,-1 1-1 0 0,1-1 1 0 0,-1 1-1 0 0,0-1 0 0 0,0 1 1 0 0,0 0-1 0 0,-1-1 1 0 0,1 1-1 0 0,-1 0 1 0 0,0 0-1 0 0,0-1 1 0 0,-1 7-1 0 0,1-5 23 0 0,-1 0 1 0 0,0 0-1 0 0,0 0 1 0 0,-1-1-1 0 0,0 1 0 0 0,1 0 1 0 0,-1-1-1 0 0,-1 1 1 0 0,1-1-1 0 0,-1 0 0 0 0,-4 5 1 0 0,-4 7 261 0 0,9-12-272 0 0,-1-1 0 0 0,1 0-1 0 0,0 0 1 0 0,-1 0 0 0 0,1 0 0 0 0,-6 4 0 0 0,1-3 159 0 0,0 1 1 0 0,0-1-1 0 0,-12 5 1 0 0,16-8-196 0 0,0 0 0 0 0,1 0 1 0 0,-1 0-1 0 0,0-1 0 0 0,0 1 0 0 0,0-1 1 0 0,0 0-1 0 0,0 0 0 0 0,0 0 0 0 0,0 0 1 0 0,0-1-1 0 0,0 1 0 0 0,-4-2 0 0 0,5 2-7 0 0,0-1-1 0 0,0 0 1 0 0,0 0-1 0 0,0 1 0 0 0,0-1 1 0 0,0 0-1 0 0,0-1 1 0 0,1 1-1 0 0,-1 0 1 0 0,0 0-1 0 0,-2-3 0 0 0,3 2-25 0 0,0 1-1 0 0,1 0 0 0 0,-1-1 0 0 0,0 1 0 0 0,1-1 1 0 0,-1 1-1 0 0,1-1 0 0 0,-1 1 0 0 0,1-1 0 0 0,0 1 1 0 0,0-1-1 0 0,0 1 0 0 0,0-1 0 0 0,0 1 0 0 0,0-1 1 0 0,0 1-1 0 0,1-3 0 0 0,0-4 38 0 0,1 1 0 0 0,0 0 0 0 0,1-1 0 0 0,0 1 0 0 0,0 0 0 0 0,5-7 0 0 0,28-40 186 0 0,-30 45-204 0 0,3-2-13 0 0,0 0 1 0 0,1 1 0 0 0,0 0-1 0 0,0 0 1 0 0,1 1 0 0 0,1 1-1 0 0,0 0 1 0 0,0 0 0 0 0,18-7-1 0 0,-3-1 3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13.7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89 50 19399 0 0,'-9'0'35'0'0,"4"0"14"0"0,-2 0 60 0 0,-5-1 130 0 0,6 1 38 0 0,0 0 0 0 0,0 1 0 0 0,-11 1 0 0 0,9 0 23 0 0,7-2-260 0 0,1 0-1 0 0,-1 1 0 0 0,0-1 0 0 0,1 0 0 0 0,-1 1 1 0 0,0-1-1 0 0,1 0 0 0 0,-1 1 0 0 0,0-1 0 0 0,1 1 1 0 0,-1-1-1 0 0,1 1 0 0 0,-1-1 0 0 0,1 1 0 0 0,-1-1 1 0 0,1 1-1 0 0,0 0 0 0 0,-1-1 0 0 0,1 1 0 0 0,0-1 1 0 0,-1 1-1 0 0,1 0 0 0 0,0 0 0 0 0,0-1 0 0 0,-1 1 1 0 0,1 1-1 0 0,0 0 59 0 0,0-1 1 0 0,0 1-1 0 0,1 0 1 0 0,-1 0-1 0 0,0 0 1 0 0,1 0-1 0 0,-1 0 1 0 0,1-1-1 0 0,0 1 1 0 0,1 2 0 0 0,1 3 249 0 0,2 0 1 0 0,-1 0 0 0 0,1-1 0 0 0,6 7 0 0 0,-7-8-241 0 0,1 0 0 0 0,0-1-1 0 0,0 1 1 0 0,1-1 0 0 0,-1 0 0 0 0,1-1 0 0 0,0 1 0 0 0,0-1-1 0 0,9 3 1 0 0,-6-3-71 0 0,-1-1 0 0 0,1 0 0 0 0,-1-1-1 0 0,1 0 1 0 0,0 0 0 0 0,17-1 0 0 0,-9-1 33 0 0,0-1 0 0 0,0-1-1 0 0,-1 0 1 0 0,1-1 0 0 0,27-10 0 0 0,-35 11-22 0 0,-1-1 1 0 0,0 0 0 0 0,0-1-1 0 0,0 0 1 0 0,-1 0-1 0 0,1 0 1 0 0,-1-1 0 0 0,-1 0-1 0 0,1-1 1 0 0,-1 0-1 0 0,0 1 1 0 0,6-11-1 0 0,-10 14 12 0 0,0-1-1 0 0,0 0 0 0 0,-1 0 0 0 0,0 1 0 0 0,1-1 0 0 0,-2 0 0 0 0,2-8 0 0 0,4-13 516 0 0,-5 23-563 0 0,4-9 852 0 0,-3 11-362 0 0,-1 7-297 0 0,-7 67 193 0 0,1-13-251 0 0,6 25 270 0 0,22 160-1 0 0,-19-218-342 0 0,1 55 134 0 0,-3-29-65 0 0,-2-48-116 0 0,1 0 0 0 0,-1-1 0 0 0,-1 1 1 0 0,1-1-1 0 0,-1 1 0 0 0,0-1 0 0 0,0 1 1 0 0,-3 7-1 0 0,3-11-7 0 0,0 1-1 0 0,0-1 1 0 0,0 0 0 0 0,-1 0 0 0 0,1 0 0 0 0,0 0-1 0 0,-1-1 1 0 0,0 1 0 0 0,1 0 0 0 0,-1-1-1 0 0,0 1 1 0 0,0-1 0 0 0,0 1 0 0 0,0-1 0 0 0,0 0-1 0 0,0 0 1 0 0,0 0 0 0 0,0 0 0 0 0,-1 0-1 0 0,1 0 1 0 0,0-1 0 0 0,-3 1 0 0 0,-7 1-3 0 0,0-1 1 0 0,0 0-1 0 0,0-1 1 0 0,0 0-1 0 0,0-1 1 0 0,-15-3-1 0 0,19 2-18 0 0,0 0 0 0 0,0 0 1 0 0,0-1-1 0 0,0 0 0 0 0,0 0 0 0 0,0-1 0 0 0,1 0 0 0 0,-1-1 0 0 0,-9-7 0 0 0,15 11 1 0 0,1 0 0 0 0,0-1 0 0 0,-1 1 0 0 0,1-1 0 0 0,0 1 0 0 0,0-1 0 0 0,0 1 0 0 0,0-1 0 0 0,0 0 0 0 0,0 1 0 0 0,0-1 0 0 0,0 0 0 0 0,1 0 0 0 0,-1 0 0 0 0,1 0 0 0 0,-1 1 0 0 0,1-5 0 0 0,0 3 0 0 0,0 0 0 0 0,1 0 0 0 0,-1 0 0 0 0,1-1 0 0 0,0 1 0 0 0,0 0 0 0 0,0 0 0 0 0,0 0 0 0 0,3-5 0 0 0,4-4 0 0 0,0 1 0 0 0,0 0 0 0 0,20-20 0 0 0,-21 24 0 0 0,109-112 0 0 0,-88 90 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15.70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39 17887 0 0,'4'-2'124'0'0,"-2"-5"1986"0"0,12 1-563 0 0,1 1 1 0 0,16-5 0 0 0,-22 7-1449 0 0,-2 2 33 0 0,-1-1 0 0 0,1 1 0 0 0,-1 0 0 0 0,1 1 0 0 0,-1 0 0 0 0,13 1 0 0 0,-13-1-96 0 0,10-1 148 0 0,-14 1-171 0 0,0 0 1 0 0,-1 0-1 0 0,1 0 0 0 0,0 0 1 0 0,-1 1-1 0 0,1-1 0 0 0,0 1 1 0 0,-1-1-1 0 0,1 1 1 0 0,0-1-1 0 0,2 2 0 0 0,46 15 210 0 0,2-3 5 0 0,101 15-1 0 0,47-12 133 0 0,-129-12-231 0 0,474 15 675 0 0,-300-14-534 0 0,1228 66 1098 0 0,-1270-58-1242 0 0,148 12 76 0 0,-87-2-43 0 0,655 56 257 0 0,-409-34-227 0 0,141 3-13 0 0,-252-22-100 0 0,903 52 104 0 0,-579-49-127 0 0,-131-7 2 0 0,-175-11 7 0 0,-121-4-14 0 0,952 2 257 0 0,-846-11-184 0 0,-210 8-37 0 0,52-1 23 0 0,-179-9-80 0 0,195-4 137 0 0,-146 4-98 0 0,-51 0-11 0 0,76 7 0 0 0,92 3 180 0 0,-220-7-213 0 0,-10 0-22 0 0,-1 0 0 0 0,1-1 0 0 0,0 1 0 0 0,-1 0 0 0 0,1-1 0 0 0,0 1 0 0 0,-1-1 0 0 0,1 1 0 0 0,-1-1 0 0 0,1 1 0 0 0,-1-1 0 0 0,1 1 0 0 0,-1-1 0 0 0,1 1 0 0 0,-1-1 0 0 0,1 0 0 0 0,-1 1 0 0 0,0-1 0 0 0,1-1 0 0 0,0 1 0 0 0,-1 0 0 0 0,1 0 0 0 0,0 0 0 0 0,-1 0 0 0 0,1 0 0 0 0,0 0 0 0 0,0 0 0 0 0,0 0 0 0 0,0 0 0 0 0,0 0 0 0 0,0 0 0 0 0,2 0 0 0 0,7-3 0 0 0,-8 4 0 0 0,1-1 0 0 0,-1 0 0 0 0,1 0 0 0 0,-1 0 0 0 0,0 0 0 0 0,1 0 0 0 0,-1-1 0 0 0,0 1 0 0 0,0-1 0 0 0,3-2 0 0 0,-5 4 0 0 0,1-1 0 0 0,-1 1 0 0 0,0 0 0 0 0,1-1 0 0 0,-1 1 0 0 0,1 0 0 0 0,-1-1 0 0 0,0 1 0 0 0,0 0 0 0 0,1-1 0 0 0,-1 1 0 0 0,0 0 0 0 0,0-1 0 0 0,1 1 0 0 0,-1-1 0 0 0,0 1 0 0 0,0-1 0 0 0,0 1 0 0 0,0-1 0 0 0,0 1 0 0 0,0-1 0 0 0,1 1 0 0 0,-1 0 0 0 0,0-1 0 0 0,0 1 0 0 0,-1-1 0 0 0,1 1 0 0 0,0-1 0 0 0,0 1 0 0 0,0-1 0 0 0,0 0 0 0 0,-13-8 0 0 0,10 8 0 0 0,1 0 0 0 0,0 0 0 0 0,-1-1 0 0 0,1 1 0 0 0,0-1 0 0 0,-2-2 0 0 0,-2-3 0 0 0,0 0 0 0 0,-6-13 0 0 0,9 15 0 0 0,0-1 0 0 0,-1 0 0 0 0,0 1 0 0 0,0 0 0 0 0,0 0 0 0 0,-10-9 0 0 0,-37-26 0 0 0,34 25 0 0 0,15 13 0 0 0,0 1 0 0 0,0-1 0 0 0,0 0 0 0 0,0 0 0 0 0,1 0 0 0 0,-1 0 0 0 0,-1-2 0 0 0,3 3 0 0 0,1 0 0 0 0,-1 1 0 0 0,1-1 0 0 0,0 0 0 0 0,-1 1 0 0 0,1-1 0 0 0,0 1 0 0 0,0-1 0 0 0,-1 1 0 0 0,1 0 0 0 0,0-1 0 0 0,0 1 0 0 0,1-1 0 0 0,-1 1 0 0 0,3-1 0 0 0,0-1 0 0 0,0 1 0 0 0,0 0 0 0 0,1 0 0 0 0,-1 1 0 0 0,0-1 0 0 0,1 1 0 0 0,-1 0 0 0 0,0 0 0 0 0,9 1 0 0 0,5 0 0 0 0,-3 1 0 0 0,-1 0 0 0 0,0 0 0 0 0,-1 2 0 0 0,1-1 0 0 0,21 10 0 0 0,-17-6 0 0 0,-16-7 0 0 0,0 1 0 0 0,1 0 0 0 0,-1 0 0 0 0,0 0 0 0 0,0 0 0 0 0,0 1 0 0 0,0-1 0 0 0,0 1 0 0 0,0-1 0 0 0,0 1 0 0 0,0-1 0 0 0,-1 1 0 0 0,1 0 0 0 0,-1 0 0 0 0,3 3 0 0 0,9 9 0 0 0,-11-12 0 0 0,-1-1 0 0 0,1 1 0 0 0,0-1 0 0 0,-1 1 0 0 0,1 0 0 0 0,-1 0 0 0 0,0-1 0 0 0,1 1 0 0 0,-1 0 0 0 0,1 4 0 0 0,2 4 0 0 0,-3-8 0 0 0,-1-1 0 0 0,1 1 0 0 0,0-1 0 0 0,-1 0 0 0 0,0 1 0 0 0,1-1 0 0 0,-1 1 0 0 0,0-1 0 0 0,0 1 0 0 0,1-1 0 0 0,-1 1 0 0 0,0-1 0 0 0,-1 1 0 0 0,1-1 0 0 0,0 1 0 0 0,0-1 0 0 0,-1 1 0 0 0,1-1 0 0 0,-1 1 0 0 0,1-1 0 0 0,-1 0 0 0 0,1 1 0 0 0,-2 1 0 0 0,-4 7 0 0 0,1 0 0 0 0,-2-1 0 0 0,1 0 0 0 0,-1 0 0 0 0,-1 0 0 0 0,1-1 0 0 0,-1 0 0 0 0,-1-1 0 0 0,-17 13 0 0 0,10-11 0 0 0,10-6 0 0 0,0 1 0 0 0,1-1 0 0 0,-1 1 0 0 0,1 0 0 0 0,0 0 0 0 0,0 0 0 0 0,0 1 0 0 0,1 0 0 0 0,-5 6 0 0 0,7-9 0 0 0,1 0 0 0 0,-1 0 0 0 0,0 0 0 0 0,0 0 0 0 0,0 0 0 0 0,-4 3 0 0 0,-5 4 0 0 0,10-4 0 0 0,1-2 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26.1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64 415 12456 0 0,'-8'-4'42'0'0,"3"2"58"0"0,-2-3 113 0 0,0 2-9 0 0,-10-8 234 0 0,17 10-425 0 0,0 1 0 0 0,0 0 0 0 0,0 0 0 0 0,0 0 0 0 0,0-1 0 0 0,-1 1 0 0 0,1 0 0 0 0,0 0 0 0 0,0 0 0 0 0,0 0 0 0 0,-1-1 0 0 0,1 1 0 0 0,0 0 0 0 0,0 0 0 0 0,0 0 0 0 0,-1 0 0 0 0,1 0 0 0 0,0 0 0 0 0,0 0 0 0 0,-1 0 0 0 0,1 0 0 0 0,0-1 0 0 0,0 1-1 0 0,-1 0 1 0 0,1 0 0 0 0,0 0 0 0 0,0 0 0 0 0,-1 1 0 0 0,1-1 0 0 0,0 0 0 0 0,0 0 0 0 0,-1 0 0 0 0,1 0 0 0 0,0 0 0 0 0,0 0 0 0 0,-1 0 0 0 0,1 1 0 0 0,-1-1 28 0 0,0 1 0 0 0,0-1-1 0 0,0 1 1 0 0,1 0 0 0 0,-1 0-1 0 0,0 0 1 0 0,1-1 0 0 0,-1 1-1 0 0,0 0 1 0 0,1 0 0 0 0,-1 0-1 0 0,1 0 1 0 0,-1 0 0 0 0,1 0 0 0 0,0 0-1 0 0,-1 0 1 0 0,1 0 0 0 0,0 0-1 0 0,0 0 1 0 0,0 0 0 0 0,-1 2-1 0 0,5 26 837 0 0,0-9-430 0 0,7 160 2277 0 0,-8-95-1806 0 0,-7 338 2426 0 0,-1-383-3076 0 0,3-27-96 0 0,1 0 0 0 0,0 0 0 0 0,1-1 0 0 0,2 24 0 0 0,3-54 1514 0 0,7-39-1452 0 0,1-17 39 0 0,7-145 0 0 0,-18 107-320 0 0,-1-57 19 0 0,-3 133-422 0 0,-1 1 1 0 0,-14-61 0 0 0,1 28-2576 0 0,16 67 2959 0 0,0 0 0 0 0,-1 0 0 0 0,1 0 0 0 0,0 1 0 0 0,1-1 0 0 0,-1 0 0 0 0,0 0 0 0 0,0 0 0 0 0,0 0 0 0 0,0 1 0 0 0,1-1 0 0 0,-1 0 0 0 0,0 0 0 0 0,1 1 0 0 0,-1-1 0 0 0,0 0 0 0 0,1 0 0 0 0,-1 1 0 0 0,1-1 0 0 0,-1 0 0 0 0,1 1 0 0 0,0-1 0 0 0,-1 1 0 0 0,1-1 0 0 0,0 1 0 0 0,-1-1 0 0 0,1 1 0 0 0,0-1 0 0 0,-1 1 0 0 0,1 0 0 0 0,0-1 0 0 0,0 1 0 0 0,0 0 0 0 0,-1 0 0 0 0,1-1 0 0 0,1 1 0 0 0,5-2 121 0 0,0 1 0 0 0,0 0 0 0 0,10-1 0 0 0,-10 2-225 0 0,232-8 217 0 0,-2 2 482 0 0,-50-10 311 0 0,91-10 630 0 0,424-58 1957 0 0,-568 69-3003 0 0,136-8 492 0 0,-144 13-604 0 0,172-8 396 0 0,-114 8-336 0 0,257-6 256 0 0,-280 12-390 0 0,153-1 133 0 0,73-2 25 0 0,-222 1-229 0 0,610-31 437 0 0,-450 26-398 0 0,-128 7-90 0 0,-62-2-31 0 0,145-2 98 0 0,16 2 43 0 0,-21-8 34 0 0,-157 10-148 0 0,15-1 54 0 0,-127 4-157 0 0,0 1-1 0 0,0-1 1 0 0,0 2-1 0 0,0-1 1 0 0,7 2 0 0 0,-11-2-10 0 0,15 1 1 0 0,-15-2 0 0 0,0 1 0 0 0,-1 0 0 0 0,1 0 0 0 0,0 0 0 0 0,0 0 0 0 0,0 0 0 0 0,0 1 0 0 0,-1-1 0 0 0,1 0 0 0 0,0 1 0 0 0,0 0 0 0 0,-1-1 0 0 0,1 1 0 0 0,0 0 0 0 0,-1 0 0 0 0,3 1 0 0 0,-2-1 0 0 0,1 0 0 0 0,0 0 0 0 0,0-1 0 0 0,1 1 0 0 0,-1-1 0 0 0,0 1 0 0 0,0-1 0 0 0,0 0 0 0 0,0 0 0 0 0,5-1 0 0 0,9 0 0 0 0,-16 1 0 0 0,-1-1 0 0 0,1 1 0 0 0,-1-1 0 0 0,0 1 0 0 0,0-1 0 0 0,0 1 0 0 0,1-1 0 0 0,-1 1 0 0 0,0-1 0 0 0,0 1 0 0 0,0-1 0 0 0,0 1 0 0 0,0-1 0 0 0,0 0 0 0 0,0 1 0 0 0,0-1 0 0 0,0 1 0 0 0,0-1 0 0 0,-1 1 0 0 0,1-1 0 0 0,0 1 0 0 0,0-1 0 0 0,-1 0 0 0 0,0 0 0 0 0,1 0 0 0 0,-1 0 0 0 0,0 1 0 0 0,0-1 0 0 0,1 0 0 0 0,-1 1 0 0 0,0-1 0 0 0,0 1 0 0 0,0-1 0 0 0,-1 0 0 0 0,0-1 0 0 0,15 2 0 0 0,-13 0 0 0 0,1 1 0 0 0,-1-1 0 0 0,1 0 0 0 0,-1 0 0 0 0,1 1 0 0 0,-1-1 0 0 0,1 0 0 0 0,-1 1 0 0 0,1-1 0 0 0,-1 1 0 0 0,0-1 0 0 0,1 0 0 0 0,-1 1 0 0 0,0-1 0 0 0,1 1 0 0 0,-1-1 0 0 0,0 1 0 0 0,0-1 0 0 0,1 1 0 0 0,-1-1 0 0 0,0 1 0 0 0,0 0 0 0 0,0-1 0 0 0,0 1 0 0 0,0-1 0 0 0,1 2 0 0 0,2 19 0 0 0,-3-17 0 0 0,4 69 0 0 0,-6 86 0 0 0,-17 62 0 0 0,2-34 0 0 0,3 274 0 0 0,5-222 0 0 0,9-20 0 0 0,-2-211 0 0 0,1 1 0 0 0,-1-1 0 0 0,-1 1 0 0 0,0-1 0 0 0,0 0 0 0 0,-8 15 0 0 0,8-19 0 0 0,1 0 0 0 0,-1-1 0 0 0,1 1 0 0 0,-1-1 0 0 0,0 0 0 0 0,-1 0 0 0 0,1 0 0 0 0,0 0 0 0 0,-1 0 0 0 0,0-1 0 0 0,1 0 0 0 0,-1 1 0 0 0,0-2 0 0 0,0 1 0 0 0,-6 2 0 0 0,-8 1 0 0 0,-1 0 0 0 0,-23 3 0 0 0,26-5 0 0 0,-251 24 0 0 0,78-11 0 0 0,13-5 0 0 0,50-5 0 0 0,-348 9 0 0 0,285-13 0 0 0,12 4 0 0 0,-81 0 0 0 0,-206 1 0 0 0,-60-10 0 0 0,364-2 0 0 0,-248-18 0 0 0,114 4 0 0 0,27 5 0 0 0,-281-11 0 0 0,260 10 0 0 0,-13-1 0 0 0,-35 0 0 0 0,15 0 0 0 0,29-9 0 0 0,195 14 0 0 0,28 7 0 0 0,-97 5 0 0 0,26 10 0 0 0,138-11 0 0 0,0 0 0 0 0,-1 1 0 0 0,1-1 0 0 0,0 1 0 0 0,0 0 0 0 0,0 0 0 0 0,-4 2 0 0 0,5-2 0 0 0,-1-1 0 0 0,0 1 0 0 0,0 0 0 0 0,0 0 0 0 0,0-1 0 0 0,0 1 0 0 0,0-1 0 0 0,0 1 0 0 0,-3-1 0 0 0,-11 1 0 0 0,12 0 0 0 0,0-1 0 0 0,0 0 0 0 0,0 0 0 0 0,0 0 0 0 0,0 0 0 0 0,-5-2 0 0 0,7 1 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26.4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108 10 17887 0 0,'-1'2'0'0'0,"-2"-2"0"0"0,-11-1 94 0 0,-10-3 399 0 0,16 2-146 0 0,-1 0-1 0 0,1 1 1 0 0,-1 1 0 0 0,-10-1-1 0 0,18 1-314 0 0,1 0 0 0 0,0 0-1 0 0,-1 0 1 0 0,1 0 0 0 0,-1 0-1 0 0,1 0 1 0 0,-1 0 0 0 0,1 0-1 0 0,0 0 1 0 0,-1 0-1 0 0,1 1 1 0 0,-1-1 0 0 0,1 0-1 0 0,-1 0 1 0 0,1 0 0 0 0,0 0-1 0 0,-1 1 1 0 0,1-1 0 0 0,0 0-1 0 0,-1 0 1 0 0,1 1 0 0 0,0-1-1 0 0,-1 0 1 0 0,1 1-1 0 0,0-1 1 0 0,0 0 0 0 0,-1 1-1 0 0,1-1 1 0 0,0 1 0 0 0,0-1-1 0 0,0 0 1 0 0,-1 1 0 0 0,1-1-1 0 0,0 1 1 0 0,0-1 0 0 0,0 1-1 0 0,0-1 1 0 0,0 0-1 0 0,0 1 1 0 0,0 0 0 0 0,8 19 894 0 0,-2-7-484 0 0,3 23 72 0 0,-3 0 0 0 0,-1 0 0 0 0,0 40 1 0 0,0-11-351 0 0,0-17-37 0 0,13 242 469 0 0,-12-184 65 0 0,-6-106-653 0 0,0 0 1 0 0,0 0-1 0 0,0 1 0 0 0,0-1 1 0 0,0 0-1 0 0,0 0 1 0 0,0 0-1 0 0,0 0 0 0 0,0 1 1 0 0,1-1-1 0 0,-1 0 1 0 0,0 0-1 0 0,0 0 1 0 0,0 0-1 0 0,0 1 0 0 0,0-1 1 0 0,0 0-1 0 0,0 0 1 0 0,0 0-1 0 0,0 0 0 0 0,1 0 1 0 0,-1 0-1 0 0,0 1 1 0 0,0-1-1 0 0,0 0 0 0 0,0 0 1 0 0,0 0-1 0 0,0 0 1 0 0,1 0-1 0 0,-1 0 0 0 0,0 0 1 0 0,0 0-1 0 0,0 0 1 0 0,0 0-1 0 0,1 0 0 0 0,-1 0 1 0 0,0 0-1 0 0,0 0 1 0 0,0 0-1 0 0,0 0 0 0 0,1 0 1 0 0,-1 0-1 0 0,0 0 1 0 0,0 0-1 0 0,0 0 0 0 0,0 0 1 0 0,1 0-1 0 0,-1 0 1 0 0,0 0-1 0 0,0 0 0 0 0,0 0 1 0 0,0 0-1 0 0,0 0 1 0 0,1-1-1 0 0,-1 1 0 0 0,0 0 1 0 0,0 0-1 0 0,0 0 1 0 0,13-9 252 0 0,-9 5-182 0 0,8-4 35 0 0,5-5-7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28.0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2943 15680 0 0,'-2'1'29'0'0,"1"-1"54"0"0,1 1-1 0 0,0-1 1 0 0,-1 0 0 0 0,1 0 0 0 0,0 1 0 0 0,-1-1-1 0 0,1 0 1 0 0,0 0 0 0 0,0 1 0 0 0,-1-1 0 0 0,1 0-1 0 0,0 1 1 0 0,0-1 0 0 0,-1 0 0 0 0,1 1-1 0 0,0-1 1 0 0,0 1 0 0 0,0-1 0 0 0,0 0 0 0 0,0 1-1 0 0,0 2 264 0 0,0-2-308 0 0,-1-1-1 0 0,1 0 0 0 0,0 0 1 0 0,0 1-1 0 0,0-1 0 0 0,0 0 1 0 0,0 0-1 0 0,0 1 1 0 0,0-1-1 0 0,0 0 0 0 0,0 1 1 0 0,0-1-1 0 0,0 0 0 0 0,0 0 1 0 0,0 1-1 0 0,1-1 0 0 0,-1 0 1 0 0,0 1-1 0 0,0-1 0 0 0,0 0 1 0 0,0 0-1 0 0,0 1 0 0 0,1-1 1 0 0,-1 0-1 0 0,0 0 0 0 0,0 0 1 0 0,0 1-1 0 0,1-1 0 0 0,-1 0 1 0 0,0 0-1 0 0,0 0 1 0 0,0 0-1 0 0,1 1 0 0 0,-1-1 1 0 0,0 0-1 0 0,1 0 0 0 0,-1 0 1 0 0,0 0-1 0 0,0 0 0 0 0,1 0 1 0 0,-1 0-1 0 0,0 0 0 0 0,1 0 1 0 0,-1 0-1 0 0,0 0 0 0 0,0 0 1 0 0,1 0-1 0 0,-1 0 0 0 0,0 0 1 0 0,0 0-1 0 0,1 0 0 0 0,4 1-30 0 0,5 6-6 0 0,12 0-1 0 0,14-3 0 0 0,13-3 13 0 0,0-2 0 0 0,75-12-1 0 0,-37 2 46 0 0,145 7 217 0 0,-136 5-136 0 0,186 9 616 0 0,-145-3-170 0 0,329 33 1608 0 0,-122-11-108 0 0,-312-28-1670 0 0,0-1 0 0 0,39-4-1 0 0,-69 3-400 0 0,-1 1 14 0 0,-1 0 1 0 0,1 0-1 0 0,-1 0 1 0 0,1 0-1 0 0,-1 0 1 0 0,1 0-1 0 0,-1-1 1 0 0,1 1 0 0 0,-1 0-1 0 0,1 1 1 0 0,-1-1-1 0 0,1 0 1 0 0,-1 0-1 0 0,1 0 1 0 0,-1 0-1 0 0,1 0 1 0 0,-1 0-1 0 0,1 1 1 0 0,-1-1-1 0 0,1 0 1 0 0,-1 0-1 0 0,0 1 1 0 0,2 0 0 0 0,-1 0 36 0 0,0-1 29 0 0,0 0 1 0 0,0 1-1 0 0,0-1 0 0 0,0 0 1 0 0,0 0-1 0 0,0 0 0 0 0,0 1 1 0 0,0-1-1 0 0,0 0 0 0 0,0 0 1 0 0,0-1-1 0 0,-1 1 0 0 0,1 0 1 0 0,0 0-1 0 0,0 0 0 0 0,0-1 1 0 0,0 1-1 0 0,0 0 0 0 0,0-1 1 0 0,0 1-1 0 0,-1-1 0 0 0,1 1 0 0 0,0-1 1 0 0,0 1-1 0 0,0-2 0 0 0,19-16 327 0 0,-12 6-333 0 0,0 0 0 0 0,0 0 0 0 0,-2-1 0 0 0,1 0 0 0 0,-2 0 0 0 0,7-19 0 0 0,-7 16-24 0 0,8-26 137 0 0,12-63 0 0 0,-4 12-8 0 0,8-30 34 0 0,-14 55-31 0 0,34-99 0 0 0,-33 128-133 0 0,36-110-13 0 0,-24 58-50 0 0,58-130 0 0 0,-34 96 0 0 0,63-236 0 0 0,-40 127 0 0 0,-29 99 0 0 0,-27 80 0 0 0,10-36 0 0 0,-26 80 0 0 0,18-76 0 0 0,33-86 0 0 0,-27 118 0 0 0,-17 37 0 0 0,8-21 0 0 0,15-35 0 0 0,-20 47 0 0 0,15-44 0 0 0,-23 55 0 0 0,-1 1 0 0 0,-1-1 0 0 0,0 0 0 0 0,1-26 0 0 0,-3 37 0 0 0,0 1 0 0 0,-1 0 0 0 0,1-1 0 0 0,1 1 0 0 0,-1-1 0 0 0,1 1 0 0 0,0 0 0 0 0,3-7 0 0 0,11-8 0 0 0,-13 17 0 0 0,-1-1 0 0 0,0 0 0 0 0,1 1 0 0 0,-1-1 0 0 0,0 0 0 0 0,0 0 0 0 0,-1 0 0 0 0,1-1 0 0 0,0 1 0 0 0,0-5 0 0 0,1-1 0 0 0,-2 7 0 0 0,-1 0 0 0 0,1 0 0 0 0,-1 0 0 0 0,1 0 0 0 0,-1 0 0 0 0,0 0 0 0 0,0-4 0 0 0,0 6 0 0 0,0 0 0 0 0,0 0 0 0 0,0 0 0 0 0,0 0 0 0 0,0-1 0 0 0,0 1 0 0 0,0 0 0 0 0,0 0 0 0 0,1 0 0 0 0,-1 0 0 0 0,0-1 0 0 0,0 1 0 0 0,0 0 0 0 0,0 0 0 0 0,0 0 0 0 0,0 0 0 0 0,0 0 0 0 0,0 0 0 0 0,0-1 0 0 0,1 1 0 0 0,-1 0 0 0 0,0 0 0 0 0,0 0 0 0 0,0 0 0 0 0,0 0 0 0 0,0 0 0 0 0,1 0 0 0 0,-1 0 0 0 0,0 0 0 0 0,0 0 0 0 0,0 0 0 0 0,0 0 0 0 0,0-1 0 0 0,1 1 0 0 0,-1 0 0 0 0,0 0 0 0 0,0 0 0 0 0,0 0 0 0 0,0 0 0 0 0,1 1 0 0 0,-1-1 0 0 0,0 0 0 0 0,9 2 0 0 0,-6-1 0 0 0,3-3 0 0 0,-1-1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28.3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438 32 15376 0 0,'-4'-3'9'0'0,"1"2"5"0"0,-1-2 16 0 0,-3 0 41 0 0,-5-1 66 0 0,2 0 2 0 0,3 1-58 0 0,-19-8 423 0 0,25 11-483 0 0,1 0-1 0 0,0 0 1 0 0,0 0 0 0 0,0 0-1 0 0,0 1 1 0 0,0-1 0 0 0,0 0 0 0 0,0 0-1 0 0,-1 0 1 0 0,1 0 0 0 0,0 0 0 0 0,0 0-1 0 0,0 0 1 0 0,0 0 0 0 0,0 1 0 0 0,0-1-1 0 0,0 0 1 0 0,0 0 0 0 0,0 0-1 0 0,0 0 1 0 0,0 0 0 0 0,0 1 0 0 0,0-1-1 0 0,0 0 1 0 0,0 0 0 0 0,0 0 0 0 0,0 0-1 0 0,0 0 1 0 0,0 1 0 0 0,0-1-1 0 0,0 0 1 0 0,0 0 0 0 0,0 0 0 0 0,0 0-1 0 0,0 0 1 0 0,0 1 0 0 0,0-1 0 0 0,0 0-1 0 0,0 0 1 0 0,0 0 0 0 0,0 0-1 0 0,0 0 1 0 0,0 0 0 0 0,1 1 0 0 0,-1-1 3 0 0,0 0-1 0 0,0 1 1 0 0,0-1 0 0 0,0 1 0 0 0,1-1 0 0 0,-1 0-1 0 0,0 1 1 0 0,0-1 0 0 0,0 1 0 0 0,0-1 0 0 0,0 1-1 0 0,0-1 1 0 0,0 1 0 0 0,0-1 0 0 0,0 0 0 0 0,-1 1 0 0 0,1-1-1 0 0,0 1 1 0 0,0-1 0 0 0,0 1 0 0 0,0-1 0 0 0,-1 0-1 0 0,1 1 1 0 0,0-1 0 0 0,-1 1 0 0 0,-9 5 100 0 0,0 0 1 0 0,-13 11 0 0 0,-7 5-95 0 0,-119 80 387 0 0,134-93-74 0 0,0-1 0 0 0,0 0 1 0 0,-1-1-1 0 0,-32 9 0 0 0,41-12 130 0 0,-7 2 449 0 0,13-6-876 0 0,1 0 1 0 0,0 0 0 0 0,0 0-1 0 0,-1 0 1 0 0,1 1 0 0 0,0-1-1 0 0,0 0 1 0 0,-1 0 0 0 0,1 0 0 0 0,0 0-1 0 0,0 0 1 0 0,-1 0 0 0 0,1 0-1 0 0,0 0 1 0 0,-1 0 0 0 0,1 0 0 0 0,0 0-1 0 0,0 0 1 0 0,-1 0 0 0 0,1-1-1 0 0,0 1 1 0 0,0 0 0 0 0,-1 0-1 0 0,1 0 1 0 0,0 0 0 0 0,0 0 0 0 0,-1 0-1 0 0,1-1 1 0 0,0 1 0 0 0,0 0-1 0 0,0 0 1 0 0,-1 0 0 0 0,1-1 0 0 0,0 1-1 0 0,0 0 1 0 0,1-3 127 0 0,-1 1 0 0 0,1 0 1 0 0,1 0-1 0 0,-1 0 0 0 0,0-1 0 0 0,1 1 1 0 0,-1 0-1 0 0,3-3 0 0 0,0 1-19 0 0,5-8 65 0 0,1-1 0 0 0,0 1 1 0 0,1 1-1 0 0,1 0 1 0 0,0 1-1 0 0,0 0 1 0 0,22-13-1 0 0,-16 13 24 0 0,1 0-1 0 0,0 1 1 0 0,0 1 0 0 0,1 1-1 0 0,25-6 1 0 0,-36 11-143 0 0,-1 1 1 0 0,1 0-1 0 0,0 1 0 0 0,0 0 1 0 0,-1 0-1 0 0,1 1 1 0 0,0 0-1 0 0,-1 0 1 0 0,1 1-1 0 0,-1 0 0 0 0,1 1 1 0 0,-1 0-1 0 0,0 0 1 0 0,0 1-1 0 0,10 6 0 0 0,-11-7-36 0 0,-1 0-1 0 0,1 1 0 0 0,-1-1-1 0 0,0 1 1 0 0,0 0 0 0 0,-1 1-1 0 0,7 6 1 0 0,22 18 255 0 0,-24-22-212 0 0,-1 1 1 0 0,11 11-1 0 0,-7-6 51 0 0,21 17 0 0 0,-12-10-36 0 0,-9-8-49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0.7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500 25 16687 0 0,'-1'-6'-4'0'0,"-2"-1"281"0"0,-8-4 4131 0 0,12 12-4267 0 0,0-1 1 0 0,-1 1-1 0 0,1-1 0 0 0,-1 1 0 0 0,1 0 1 0 0,0 0-1 0 0,-1-1 0 0 0,1 1 1 0 0,-1 0-1 0 0,0 0 0 0 0,1 0 0 0 0,-1-1 1 0 0,1 3-1 0 0,0 3 54 0 0,0 0 1 0 0,-1 0-1 0 0,1 1 1 0 0,-1-1-1 0 0,0 0 0 0 0,-1 0 1 0 0,-1 12-1 0 0,-15 49 191 0 0,4-20-98 0 0,2 19 106 0 0,-3 97 0 0 0,3-17-54 0 0,-85 551 875 0 0,41-313-622 0 0,-4 25 59 0 0,-58 459 672 0 0,116-863-1318 0 0,-19 230 340 0 0,20 2 70 0 0,5-186-247 0 0,3-1 1 0 0,2 1-1 0 0,33 94 0 0 0,-37-127-104 0 0,-1-6 44 0 0,-1 0 0 0 0,0 1 0 0 0,-1 0 0 0 0,-1 0 0 0 0,3 23 0 0 0,-5-35-106 0 0,-1-1 0 0 0,1 1 0 0 0,0-1 0 0 0,0 1 0 0 0,-1-1 0 0 0,1 1 0 0 0,0-1 0 0 0,-1 0 0 0 0,1 1 0 0 0,-1-1 0 0 0,1 0 0 0 0,0 1 0 0 0,-1-1 0 0 0,1 0 0 0 0,-1 1 0 0 0,1-1 0 0 0,-1 0 0 0 0,1 0 0 0 0,-1 0 0 0 0,1 1 0 0 0,-1-1 0 0 0,1 0 0 0 0,-1 0 1 0 0,1 0-1 0 0,-1 0 0 0 0,1 0 0 0 0,-1 0 0 0 0,1 0 0 0 0,-1 0 0 0 0,1 0 0 0 0,-1 0 0 0 0,1 0 0 0 0,-1 0 0 0 0,1-1 0 0 0,-2 1 0 0 0,-21-5-12 0 0,-81-24 9 0 0,74 20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1.1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45 19295 0 0,'7'0'680'0'0,"-4"2"-448"0"0,1 6 680 0 0,0-4-710 0 0,15 17 748 0 0,-11-15-768 0 0,23 23 731 0 0,-24-21-738 0 0,-1-4-48 0 0,-1 1 0 0 0,-1 0-1 0 0,1 0 1 0 0,4 8 0 0 0,14 17 104 0 0,59 76 514 0 0,-78-101-724 0 0,0 0-1 0 0,0-1 1 0 0,0 0-1 0 0,0 0 1 0 0,1 0-1 0 0,-1-1 1 0 0,1 1-1 0 0,0-1 1 0 0,0 0-1 0 0,0-1 1 0 0,0 1-1 0 0,1-1 1 0 0,-1 0-1 0 0,1 0 1 0 0,8 1-1 0 0,-1-1 30 0 0,1-1-1 0 0,-1 0 0 0 0,1-1 1 0 0,-1-1-1 0 0,0 0 0 0 0,1-1 0 0 0,-1 0 1 0 0,22-7-1 0 0,1-3 129 0 0,62-30 0 0 0,-77 30-117 0 0,1 0 0 0 0,-2-2 0 0 0,0 0 0 0 0,0-1 0 0 0,-1-1 0 0 0,-1-1 0 0 0,29-36 0 0 0,-41 46-91 0 0,-1 0 0 0 0,0-1 0 0 0,0 1 0 0 0,0-1 0 0 0,-1 0 0 0 0,-1-1 0 0 0,1 1 0 0 0,3-17 0 0 0,-3 14-190 0 0,-1-4-472 0 0,-3 14 642 0 0,0 1-3 0 0,0-1-1 0 0,0 1 1 0 0,0-1 0 0 0,0 1 0 0 0,0-1 0 0 0,0 1-1 0 0,0 0 1 0 0,0-1 0 0 0,0 1 0 0 0,0-1-1 0 0,0 1 1 0 0,-1-1 0 0 0,1 1 0 0 0,0 0-1 0 0,0-1 1 0 0,-1 1 0 0 0,1-1 0 0 0,0 1-1 0 0,0 0 1 0 0,-1-1 0 0 0,1 1 0 0 0,0 0-1 0 0,-1 0 1 0 0,1-1 0 0 0,-1 1 0 0 0,1 0-1 0 0,0 0 1 0 0,-1-1 0 0 0,1 1 0 0 0,-1 0-1 0 0,1 0 1 0 0,0 0 0 0 0,-1 0 0 0 0,0-1-1 0 0,1 1 44 0 0,-1 0 0 0 0,1 0 0 0 0,-1 0 0 0 0,1 0 0 0 0,-1 0 0 0 0,1 0 0 0 0,-1 1 0 0 0,1-1 0 0 0,-1 0 0 0 0,1 0 0 0 0,0 0 0 0 0,-1 0 0 0 0,1 0 0 0 0,-1 1 0 0 0,1-1 0 0 0,0 0 0 0 0,-1 0 0 0 0,1 1 0 0 0,-1-1 0 0 0,1 0 0 0 0,0 1 0 0 0,-1-1 0 0 0,1 0 0 0 0,0 1 0 0 0,0-1 0 0 0,-1 0 0 0 0,1 1 0 0 0,0-1 0 0 0,0 1 0 0 0,0-1 0 0 0,-1 0 0 0 0,1 1 0 0 0,0 0 0 0 0,-5 18-20 0 0,5-18 23 0 0,-8 25-10 0 0,0 1-1 0 0,-22 46 1 0 0,25-64 16 0 0,-11 25 269 0 0,-24 35 0 0 0,24-43 666 0 0,13-23-655 0 0,2-1-6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2.2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0 17887 0 0,'3'4'309'0'0,"-3"-4"-214"0"0,0 0 0 0 0,1 1 0 0 0,-1-1 0 0 0,0 0 0 0 0,0 0 0 0 0,1 0-1 0 0,-1 0 1 0 0,0 0 0 0 0,0 0 0 0 0,0 1 0 0 0,1-1 0 0 0,-1 0 0 0 0,0 0 0 0 0,0 0-1 0 0,0 0 1 0 0,0 1 0 0 0,1-1 0 0 0,-1 0 0 0 0,0 0 0 0 0,0 1 0 0 0,0-1 0 0 0,0 0 0 0 0,0 0-1 0 0,0 1 1 0 0,0-1 0 0 0,0 0 0 0 0,0 0 0 0 0,0 1 0 0 0,0-1 0 0 0,0 0 0 0 0,0 0-1 0 0,0 1 1 0 0,2 37 1877 0 0,-1-9-1479 0 0,4 103 708 0 0,-6-61-825 0 0,-10 73 0 0 0,7-66-69 0 0,4-51-121 0 0,-4 28 1 0 0,2-35 68 0 0,1 22 0 0 0,1-39-167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2.7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42 16280 0 0,'2'1'34'0'0,"0"-1"-30"0"0,0 0-31 0 0,-1-1-14 0 0,-4-3 199 0 0,0 0 283 0 0,-13-9 132 0 0,16 13-562 0 0,0 0 0 0 0,0 0-1 0 0,0 0 1 0 0,-1 0 0 0 0,1 0 0 0 0,0 0 0 0 0,0 0-1 0 0,0 0 1 0 0,0 0 0 0 0,0-1 0 0 0,0 1-1 0 0,-1 0 1 0 0,1 0 0 0 0,0 0 0 0 0,0 0-1 0 0,0 0 1 0 0,0 0 0 0 0,0 0 0 0 0,0 0-1 0 0,0 0 1 0 0,0-1 0 0 0,-1 1 0 0 0,1 0 0 0 0,0 0-1 0 0,0 0 1 0 0,0 0 0 0 0,0 0 0 0 0,0 0-1 0 0,0-1 1 0 0,0 1 0 0 0,0 0 0 0 0,0 0-1 0 0,0 0 1 0 0,0 0 0 0 0,0 0 0 0 0,0-1 0 0 0,0 1-1 0 0,0 0 1 0 0,0 0 0 0 0,0 0 0 0 0,0 0-1 0 0,0 0 1 0 0,0-1 0 0 0,0 1 0 0 0,0 0-1 0 0,0 0 1 0 0,0 0 0 0 0,1 0 0 0 0,-1 0-1 0 0,0 0 1 0 0,0 0 0 0 0,0-1 0 0 0,1 0 45 0 0,1 0 1 0 0,-1 0-1 0 0,0 0 1 0 0,1 0-1 0 0,-1 0 1 0 0,1 0-1 0 0,-1 0 1 0 0,1 0-1 0 0,-1 1 1 0 0,1-1-1 0 0,0 1 0 0 0,-1-1 1 0 0,1 1-1 0 0,0 0 1 0 0,0-1-1 0 0,2 1 1 0 0,35 1 447 0 0,-25 1-307 0 0,136-3 1543 0 0,-129 0-1548 0 0,23 2 180 0 0,-28 0-284 0 0,0-1 1 0 0,19-3-1 0 0,17 1 936 0 0,-58 84-28 0 0,3-59-795 0 0,1-1 1 0 0,2 43-1 0 0,0-58-117 0 0,1 0 1 0 0,0 0-1 0 0,1 0 0 0 0,-1 0 1 0 0,3 7-1 0 0,-2-11-46 0 0,-1-1-1 0 0,0 1 1 0 0,1-1 0 0 0,0 1 0 0 0,-1-1 0 0 0,1 0 0 0 0,0 0-1 0 0,0 0 1 0 0,0 0 0 0 0,0 0 0 0 0,1 0 0 0 0,-1 0-1 0 0,1-1 1 0 0,-1 1 0 0 0,5 1 0 0 0,-2-1 7 0 0,1 0 0 0 0,-1-1 0 0 0,0 0 0 0 0,1 0 0 0 0,-1 0 0 0 0,0-1 0 0 0,1 0 0 0 0,-1 0 0 0 0,1 0 0 0 0,-1 0 0 0 0,0-1 0 0 0,1 0 0 0 0,-1 0 0 0 0,0-1 0 0 0,0 1 0 0 0,1-1 0 0 0,-1 0 0 0 0,-1-1 0 0 0,1 1 0 0 0,0-1 0 0 0,4-3 0 0 0,-2 1 5 0 0,0 0 1 0 0,0 0-1 0 0,-1 0 1 0 0,0-1-1 0 0,0 0 0 0 0,-1 0 1 0 0,1-1-1 0 0,-1 0 1 0 0,-1 1-1 0 0,1-2 1 0 0,-1 1-1 0 0,0 0 0 0 0,3-10 1 0 0,-5 10 9 0 0,0-1 0 0 0,-1 1 0 0 0,1 0 0 0 0,-1 0-1 0 0,-1 0 1 0 0,0-1 0 0 0,0 1 0 0 0,-1-13 0 0 0,0 16-29 0 0,0 1 1 0 0,0 0-1 0 0,0-1 0 0 0,0 1 0 0 0,0 0 0 0 0,-1-1 0 0 0,1 1 1 0 0,-1 0-1 0 0,0 0 0 0 0,0 0 0 0 0,0 0 0 0 0,-1 0 0 0 0,1 1 0 0 0,0-1 1 0 0,-1 1-1 0 0,0 0 0 0 0,0-1 0 0 0,0 1 0 0 0,-5-3 0 0 0,5 3 15 0 0,-1 1-1 0 0,0-1 0 0 0,0 0 0 0 0,0 1 0 0 0,0 0 1 0 0,0 0-1 0 0,0 0 0 0 0,0 0 0 0 0,0 1 0 0 0,0-1 0 0 0,0 1 1 0 0,0 0-1 0 0,0 0 0 0 0,0 1 0 0 0,-1-1 0 0 0,-4 3 0 0 0,-1-3 250 0 0,7 0-207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3.1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40 105 18895 0 0,'0'1'-13'0'0,"-1"-1"10"0"0,-1 0 19 0 0,-1 0 41 0 0,-9-4 388 0 0,10 4-283 0 0,1-1-59 0 0,0 1 0 0 0,0-1-1 0 0,0 1 1 0 0,0 0-1 0 0,0 0 1 0 0,0-1-1 0 0,-1 1 1 0 0,1 0 0 0 0,0 0-1 0 0,0 0 1 0 0,0 0-1 0 0,-2 0 1 0 0,0 5 689 0 0,7 6-351 0 0,14 32 849 0 0,18 56 0 0 0,-16-40-674 0 0,-17-51-556 0 0,-1 0 0 0 0,0 1-1 0 0,0-1 1 0 0,-1 1 0 0 0,0 0 0 0 0,0-1 0 0 0,-1 1 0 0 0,0 0 0 0 0,-2 15 0 0 0,2-11 61 0 0,0-11-70 0 0,0 0 1 0 0,0-1-1 0 0,0 1 1 0 0,0 0-1 0 0,0 0 1 0 0,0 0-1 0 0,-1 4 1 0 0,1-6-44 0 0,-1 0 1 0 0,1 0 0 0 0,0 1-1 0 0,-1-1 1 0 0,1 0-1 0 0,0 0 1 0 0,0 0 0 0 0,-1 0-1 0 0,1 0 1 0 0,0 0 0 0 0,-1 0-1 0 0,1 0 1 0 0,0 0-1 0 0,-1 1 1 0 0,1-1 0 0 0,0 0-1 0 0,0 0 1 0 0,-1-1-1 0 0,1 1 1 0 0,0 0 0 0 0,-1 0-1 0 0,1 0 1 0 0,0 0-1 0 0,-1 0 1 0 0,1 0 0 0 0,0 0-1 0 0,0 0 1 0 0,-1-1-1 0 0,1 1 1 0 0,-9-5 206 0 0,6 2-185 0 0,1 0 1 0 0,0 1-1 0 0,-1-1 0 0 0,1-1 0 0 0,1 1 0 0 0,-1 0 0 0 0,0 0 1 0 0,1-1-1 0 0,0 1 0 0 0,0-1 0 0 0,0 1 0 0 0,0-1 0 0 0,0 1 0 0 0,1-7 1 0 0,-2-6 67 0 0,2-30 0 0 0,2 24-10 0 0,1-1-1 0 0,1 1 0 0 0,13-43 1 0 0,-3 23 77 0 0,23-43 0 0 0,-35 81-144 0 0,0-1 0 0 0,1 1 0 0 0,-1 0-1 0 0,1 0 1 0 0,0 0 0 0 0,0 0-1 0 0,0 1 1 0 0,1-1 0 0 0,-1 1 0 0 0,1 0-1 0 0,0 0 1 0 0,4-3 0 0 0,-3 4-6 0 0,0-1 0 0 0,1 1 0 0 0,-1 0 0 0 0,1 0 0 0 0,0 1 0 0 0,0-1 0 0 0,-1 1 0 0 0,1 1 0 0 0,9-1 0 0 0,-7 0 0 0 0,1 1 0 0 0,-1 1 0 0 0,0-1 0 0 0,0 2 0 0 0,1-1 0 0 0,7 3 0 0 0,-13-3-6 0 0,-1-1 0 0 0,0 1 0 0 0,1 0 0 0 0,-1 0 1 0 0,0 1-1 0 0,0-1 0 0 0,0 0 0 0 0,0 1 0 0 0,0-1 0 0 0,0 1 0 0 0,0 0 0 0 0,0 0 0 0 0,-1-1 0 0 0,1 1 0 0 0,-1 0 0 0 0,1 1 1 0 0,-1-1-1 0 0,0 0 0 0 0,0 0 0 0 0,0 0 0 0 0,0 1 0 0 0,0-1 0 0 0,1 5 0 0 0,-1-2 24 0 0,0-1 0 0 0,-1 1-1 0 0,1 0 1 0 0,-1 0 0 0 0,0 0-1 0 0,-1 9 1 0 0,0-11-15 0 0,0 0-1 0 0,0 1 1 0 0,0-1 0 0 0,-1 0-1 0 0,0 0 1 0 0,1 0-1 0 0,-1 0 1 0 0,0 0 0 0 0,0 0-1 0 0,-5 4 1 0 0,0 1 25 0 0,-45 46 156 0 0,46-49-140 0 0,-1 0 0 0 0,1 0 0 0 0,-1 0 0 0 0,0-1 0 0 0,0 1-1 0 0,0-2 1 0 0,-9 4 0 0 0,12-6-11 0 0,0-1 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3.4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95 32 16575 0 0,'-6'-4'45'0'0,"2"1"63"0"0,-2-2 123 0 0,1 1-9 0 0,-8-6 252 0 0,12 10-435 0 0,1-1 0 0 0,0 1 0 0 0,-1-1 0 0 0,1 1 0 0 0,-1 0-1 0 0,1-1 1 0 0,-1 1 0 0 0,1 0 0 0 0,-1-1 0 0 0,0 1-1 0 0,1 0 1 0 0,-1 0 0 0 0,1-1 0 0 0,-1 1 0 0 0,0 0 0 0 0,1 0-1 0 0,-1 0 1 0 0,1 0 0 0 0,-1 0 0 0 0,0 0 0 0 0,1 0-1 0 0,-1 0 1 0 0,-1 0 0 0 0,1 1 136 0 0,1-1-165 0 0,0 0 0 0 0,-1 0-1 0 0,1 0 1 0 0,0-1 0 0 0,0 1 0 0 0,0 0 0 0 0,0 0-1 0 0,0 0 1 0 0,0 0 0 0 0,0 0 0 0 0,0 0 0 0 0,0 0-1 0 0,0 0 1 0 0,0 0 0 0 0,-1 0 0 0 0,1 0 0 0 0,0 0-1 0 0,0 0 1 0 0,0 1 0 0 0,0-1 0 0 0,0 0 0 0 0,0 0-1 0 0,0 0 1 0 0,0 0 0 0 0,0 0 0 0 0,0 0 0 0 0,0 0-1 0 0,0 0 1 0 0,0 0 0 0 0,-1 0 0 0 0,1 0 0 0 0,0 0-1 0 0,0 0 1 0 0,0 0 0 0 0,0 0 0 0 0,0 0 0 0 0,0 0-1 0 0,0 0 1 0 0,0 1 0 0 0,0-1 0 0 0,0 0 0 0 0,0 0-1 0 0,0 0 1 0 0,0 0 0 0 0,0 0 0 0 0,0 0 0 0 0,0 0-1 0 0,0 0 1 0 0,0 0 0 0 0,0 0 0 0 0,0 0 0 0 0,0 1-1 0 0,0-1 1 0 0,0 0 0 0 0,0 0 0 0 0,0 0 0 0 0,0 0-1 0 0,0 0 1 0 0,0 0 0 0 0,0 0 0 0 0,0 0 0 0 0,0 0-1 0 0,0 0 1 0 0,0 0 0 0 0,1 0 0 0 0,1 25 1320 0 0,0-10-973 0 0,-1 1 0 0 0,-1 0 0 0 0,-1 19 0 0 0,-6 53 489 0 0,4-40-441 0 0,-18 94 0 0 0,15-110-129 0 0,1 0 0 0 0,2 0 0 0 0,2 53 0 0 0,1-83-250 0 0,2 31 502 0 0,-2-32-488 0 0,0 0-1 0 0,0 1 1 0 0,1-1 0 0 0,-1 0-1 0 0,0 0 1 0 0,1 1 0 0 0,-1-1-1 0 0,0 0 1 0 0,1 0 0 0 0,0 0-1 0 0,-1 0 1 0 0,1 0 0 0 0,0 0-1 0 0,-1 0 1 0 0,1 0 0 0 0,0 0-1 0 0,0 0 1 0 0,0 0 0 0 0,0 0 0 0 0,0-1-1 0 0,2 2 1 0 0,-3-2-25 0 0,1 0 1 0 0,-1 1-1 0 0,0-1 1 0 0,1 0-1 0 0,-1 0 1 0 0,1 0-1 0 0,-1-1 1 0 0,1 1 0 0 0,-1 0-1 0 0,1 0 1 0 0,-1 0-1 0 0,0 0 1 0 0,1 0-1 0 0,-1 0 1 0 0,1-1-1 0 0,-1 1 1 0 0,0 0-1 0 0,1 0 1 0 0,-1-1-1 0 0,0 1 1 0 0,1-1-1 0 0,5-3 153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3.7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275 17 17383 0 0,'1'0'32'0'0,"0"-1"-28"0"0,-1 0-29 0 0,-2-1-13 0 0,-4-1 185 0 0,-1 1 264 0 0,-3 0 133 0 0,-1-1-1 0 0,-11 1 1 0 0,26 25 2121 0 0,-5-16-2234 0 0,0-3-310 0 0,1-3-83 0 0,0 1 0 0 0,0-1 0 0 0,0 0 0 0 0,-1 1 0 0 0,1-1 0 0 0,0 0 0 0 0,-1 0 0 0 0,1 1 0 0 0,-1-1 0 0 0,0 0 0 0 0,1 0-1 0 0,-1 0 1 0 0,0 0 0 0 0,0 1 0 0 0,0-1 0 0 0,-1 1 0 0 0,-2 4 84 0 0,-19 22 262 0 0,16-19-343 0 0,1-3 9 0 0,1 1 0 0 0,-2-1 0 0 0,-8 8 0 0 0,7-6-9 0 0,4-4-6 0 0,0 0 1 0 0,-1 0 0 0 0,1 0-1 0 0,-1 0 1 0 0,-6 3 0 0 0,-26 18 228 0 0,31-21-133 0 0,0 0 1 0 0,1 1-1 0 0,-1 0 1 0 0,1 0-1 0 0,0 0 1 0 0,0 1-1 0 0,0 0 1 0 0,1-1-1 0 0,0 2 1 0 0,-4 7-1 0 0,8-13-135 0 0,-6 17 612 0 0,6-17-577 0 0,0-1 1 0 0,-1 1-1 0 0,1 0 1 0 0,0 0-1 0 0,0 0 1 0 0,0 0-1 0 0,0 0 1 0 0,0 0-1 0 0,1 0 1 0 0,-1 0-1 0 0,0 0 1 0 0,0 0-1 0 0,1 0 1 0 0,-1 0-1 0 0,0-1 1 0 0,1 1-1 0 0,-1 0 1 0 0,1 0-1 0 0,-1 0 1 0 0,1-1-1 0 0,-1 1 1 0 0,2 1-1 0 0,6 4 141 0 0,1 0 0 0 0,1 0-1 0 0,19 9 1 0 0,-27-14-166 0 0,12 3 120 0 0,9-1-12 0 0,0-1 0 0 0,0-1-1 0 0,0-1 1 0 0,29-3 0 0 0,-47 2-90 0 0,134-17 460 0 0,-115 17-420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4.9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38 124 18487 0 0,'0'1'15'0'0,"0"0"0"0"0,0-1-1 0 0,0 1 1 0 0,0-1-1 0 0,0 1 1 0 0,-1 0-1 0 0,1-1 1 0 0,0 1 0 0 0,0-1-1 0 0,0 1 1 0 0,-1-1-1 0 0,1 1 1 0 0,0-1 0 0 0,-1 1-1 0 0,1-1 1 0 0,0 1-1 0 0,-1-1 1 0 0,1 1-1 0 0,-1-1 1 0 0,1 1 0 0 0,-1-1-1 0 0,1 0 1 0 0,-1 1-1 0 0,1-1 1 0 0,-1 1-1 0 0,0-1 36 0 0,0 0-1 0 0,1 1 0 0 0,-1-1 0 0 0,1 1 0 0 0,-1-1 0 0 0,0 1 0 0 0,1-1 0 0 0,-1 1 1 0 0,1-1-1 0 0,-1 1 0 0 0,1 0 0 0 0,0-1 0 0 0,-1 1 0 0 0,1 0 0 0 0,0-1 0 0 0,-1 1 1 0 0,1 0-1 0 0,0-1 0 0 0,0 1 0 0 0,-1 1 0 0 0,-2 26 682 0 0,1 0 0 0 0,1 0 0 0 0,1 0 0 0 0,5 37 0 0 0,-4-49-286 0 0,-1-16-437 0 0,0 0-1 0 0,0 0 0 0 0,1 0 1 0 0,-1 0-1 0 0,0 1 1 0 0,0-1-1 0 0,0 0 0 0 0,0 0 1 0 0,0 0-1 0 0,0 1 1 0 0,0-1-1 0 0,0 0 0 0 0,0 0 1 0 0,0 0-1 0 0,0 0 1 0 0,0 1-1 0 0,0-1 1 0 0,0 0-1 0 0,0 0 0 0 0,0 0 1 0 0,0 1-1 0 0,0-1 1 0 0,-1 0-1 0 0,1 0 0 0 0,0 0 1 0 0,0 0-1 0 0,0 1 1 0 0,0-1-1 0 0,0 0 0 0 0,0 0 1 0 0,0 0-1 0 0,-1 0 1 0 0,1 0-1 0 0,0 1 0 0 0,0-1 1 0 0,0 0-1 0 0,0 0 1 0 0,-1 0-1 0 0,1 0 0 0 0,0 0 1 0 0,0 0-1 0 0,0 0 1 0 0,0 0-1 0 0,-1 0 1 0 0,1 0-1 0 0,0 0 0 0 0,0 0 1 0 0,0 0-1 0 0,-1 0 1 0 0,0-1 3 0 0,-1 0 0 0 0,1-1 1 0 0,0 0-1 0 0,-1 1 1 0 0,1-1-1 0 0,0 0 0 0 0,0 0 1 0 0,0 1-1 0 0,0-1 1 0 0,1 0-1 0 0,-1 0 0 0 0,0 0 1 0 0,1 0-1 0 0,-1 0 1 0 0,1 0-1 0 0,0 0 0 0 0,0 0 1 0 0,0-1-1 0 0,0 1 1 0 0,0 0-1 0 0,0 0 0 0 0,1-3 1 0 0,1-8 23 0 0,0 0 0 0 0,5-15 1 0 0,-5 21-20 0 0,1-1 1 0 0,-1 1 0 0 0,2 0 0 0 0,-1 0 0 0 0,1 1-1 0 0,0-1 1 0 0,1 1 0 0 0,-1 0 0 0 0,1 0 0 0 0,1 0 0 0 0,-1 1-1 0 0,7-6 1 0 0,-5 5 14 0 0,1 1 0 0 0,0 0 0 0 0,0 0 0 0 0,1 0 0 0 0,-1 1 0 0 0,1 0 0 0 0,0 1 0 0 0,0 0 0 0 0,15-3 0 0 0,6 1 171 0 0,38-2 1 0 0,-56 7-93 0 0,1 0 0 0 0,-1 0 0 0 0,0 2 0 0 0,0-1 0 0 0,0 1 0 0 0,14 5 1 0 0,-19-5 53 0 0,0-1 0 0 0,0 0 0 0 0,0-1 0 0 0,0 1 0 0 0,12-2 0 0 0,0 0 7 0 0,-18 1-155 0 0,0 0 0 0 0,0 0-1 0 0,1 0 1 0 0,-1 0-1 0 0,0 0 1 0 0,0 0-1 0 0,0-1 1 0 0,1 1-1 0 0,-1 0 1 0 0,0-1-1 0 0,0 1 1 0 0,0-1 0 0 0,0 1-1 0 0,0-1 1 0 0,0 0-1 0 0,0 0 1 0 0,0 1-1 0 0,0-1 1 0 0,0 0-1 0 0,0 0 1 0 0,0 0-1 0 0,0 0 1 0 0,0 0-1 0 0,-1 0 1 0 0,1 0 0 0 0,0 0-1 0 0,-1 0 1 0 0,1 0-1 0 0,-1 0 1 0 0,0-1-1 0 0,1-1 1 0 0,4-42 290 0 0,-19 40-162 0 0,11 5-130 0 0,0 0 0 0 0,0 0-1 0 0,0 0 1 0 0,0 1-1 0 0,0-1 1 0 0,0 1-1 0 0,0 0 1 0 0,0 0-1 0 0,0 0 1 0 0,-4 2-1 0 0,1 0 18 0 0,0 0 0 0 0,1 0 0 0 0,-10 7-1 0 0,7-2 8 0 0,-1 0-1 0 0,1 0 0 0 0,1 1 0 0 0,0 0 1 0 0,0 0-1 0 0,0 1 0 0 0,1 0 0 0 0,1 0 0 0 0,0 0 1 0 0,0 1-1 0 0,-3 13 0 0 0,6-13 26 0 0,1 1 0 0 0,0-1 0 0 0,1 1 0 0 0,1-1 0 0 0,1 16-1 0 0,-1-24-46 0 0,-1-1-1 0 0,1 0 0 0 0,-1 1 1 0 0,1-1-1 0 0,0 0 1 0 0,0 0-1 0 0,0 1 0 0 0,0-1 1 0 0,0 0-1 0 0,0 0 0 0 0,1 0 1 0 0,-1 0-1 0 0,0 0 0 0 0,1-1 1 0 0,0 1-1 0 0,0 0 0 0 0,-1-1 1 0 0,1 1-1 0 0,0-1 0 0 0,0 1 1 0 0,0-1-1 0 0,0 0 1 0 0,1 0-1 0 0,2 1 0 0 0,1 0 21 0 0,1 0-1 0 0,-1 0 1 0 0,1-1-1 0 0,0 0 1 0 0,0 0-1 0 0,0-1 1 0 0,10 0-1 0 0,-8-1-16 0 0,0-1 0 0 0,0 0 0 0 0,0 0 0 0 0,-1-1 0 0 0,1 0 0 0 0,-1 0 0 0 0,1-1 0 0 0,-1 0 0 0 0,13-10 0 0 0,4-3 39 0 0,35-32 0 0 0,-51 41-49 0 0,-1 0 0 0 0,-1-1 0 0 0,0 0 0 0 0,0 0 0 0 0,0 0 0 0 0,-1-1 0 0 0,-1 0 0 0 0,1 0 0 0 0,-2-1 0 0 0,1 1 0 0 0,-2-1 0 0 0,1 0 0 0 0,-1 0 0 0 0,-1 0 0 0 0,0 0 0 0 0,-1-1 0 0 0,0-19 0 0 0,-1 29-6 0 0,0 0 0 0 0,0 0 0 0 0,0 0 0 0 0,0 1 0 0 0,0-1 0 0 0,-1 0 0 0 0,1 0 0 0 0,-1 0-1 0 0,1 0 1 0 0,-1 0 0 0 0,-1-3 0 0 0,1 5-2 0 0,0-1 0 0 0,1 0 0 0 0,-1 1 0 0 0,0-1 0 0 0,0 1 0 0 0,1-1 0 0 0,-1 1 0 0 0,0 0 0 0 0,0-1 0 0 0,0 1 0 0 0,1 0 0 0 0,-1-1 0 0 0,0 1 0 0 0,0 0 0 0 0,0 0 0 0 0,0 0-1 0 0,0 0 1 0 0,0 0 0 0 0,1 0 0 0 0,-1 0 0 0 0,0 0 0 0 0,0 0 0 0 0,0 0 0 0 0,0 1 0 0 0,0-1 0 0 0,0 0 0 0 0,1 0 0 0 0,-2 1 0 0 0,0 0 1 0 0,1 0 0 0 0,-1 0 0 0 0,1-1 0 0 0,0 1 0 0 0,0 0 1 0 0,0 0-1 0 0,-1 0 0 0 0,1 0 0 0 0,0 0 0 0 0,0 1 0 0 0,0-1 0 0 0,1 0 0 0 0,-1 0 0 0 0,0 1 0 0 0,0-1 0 0 0,1 0 0 0 0,-1 1 1 0 0,1-1-1 0 0,-1 1 0 0 0,0 2 0 0 0,0-1 2 0 0,1 1 1 0 0,-1 0-1 0 0,1-1 1 0 0,0 1-1 0 0,0-1 1 0 0,0 1 0 0 0,1 6-1 0 0,0-3 1 0 0,1 1 1 0 0,0-1-1 0 0,1 0 0 0 0,-1 1 1 0 0,1-1-1 0 0,1 0 0 0 0,-1-1 1 0 0,1 1-1 0 0,1 0 0 0 0,-1-1 1 0 0,10 10-1 0 0,-12-14-2 0 0,11 12 15 0 0,-1 0 1 0 0,-1 0 0 0 0,0 1-1 0 0,11 21 1 0 0,-21-35-16 0 0,-1 0 0 0 0,0 0-1 0 0,1 0 1 0 0,-1 0 0 0 0,1 0 0 0 0,-1 0 0 0 0,0 0-1 0 0,0 0 1 0 0,0 0 0 0 0,0 0 0 0 0,1 0-1 0 0,-1-1 1 0 0,0 1 0 0 0,-1 0 0 0 0,1 0 0 0 0,0 0-1 0 0,0 0 1 0 0,0 0 0 0 0,-1 0 0 0 0,1 0-1 0 0,0 0 1 0 0,-1 0 0 0 0,1 0 0 0 0,-1 1 0 0 0,-1 0-1 0 0,1-1 1 0 0,-1 1 0 0 0,0-1-1 0 0,1 0 1 0 0,-1 1 0 0 0,0-1 0 0 0,0 0-1 0 0,0 0 1 0 0,1 0 0 0 0,-1 0 0 0 0,-3 0-1 0 0,-4 2 8 0 0,0-1 0 0 0,0 0-1 0 0,0 0 1 0 0,-14 0 0 0 0,19-2-7 0 0,0 1-1 0 0,0-1 1 0 0,0 0 0 0 0,0 0 0 0 0,1-1 0 0 0,-1 1 0 0 0,0-1 0 0 0,0 0 0 0 0,0 0 0 0 0,0 0-1 0 0,-4-3 1 0 0,5 0 3 0 0,2-1-5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5.2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0 19999 0 0,'1'1'5'0'0,"-1"-1"-1"0"0,1 1 1 0 0,-1-1-1 0 0,1 1 0 0 0,-1-1 1 0 0,1 1-1 0 0,-1-1 1 0 0,1 1-1 0 0,-1 0 1 0 0,0-1-1 0 0,1 1 0 0 0,-1-1 1 0 0,0 1-1 0 0,0 0 1 0 0,1-1-1 0 0,-1 1 0 0 0,0 0 1 0 0,0 0-1 0 0,0-1 1 0 0,0 1-1 0 0,0 0 0 0 0,0 1 1 0 0,0 21 1011 0 0,-1-14-267 0 0,1 0-100 0 0,-1 0-1 0 0,0 0 1 0 0,-3 10-1 0 0,2-7 113 0 0,1-10-669 0 0,1-1 1 0 0,0 1 0 0 0,0 0 0 0 0,0 0-1 0 0,1 0 1 0 0,-1-1 0 0 0,0 1 0 0 0,1 0 0 0 0,-1 0-1 0 0,1-1 1 0 0,0 1 0 0 0,-1 0 0 0 0,1-1-1 0 0,0 1 1 0 0,0-1 0 0 0,0 1 0 0 0,0-1 0 0 0,0 1-1 0 0,1-1 1 0 0,-1 0 0 0 0,0 1 0 0 0,1-1-1 0 0,2 2 1 0 0,-4-3-83 0 0,0 0 0 0 0,1 0 0 0 0,-1 0 0 0 0,1 0 0 0 0,-1 1 0 0 0,0-1 0 0 0,1 0-1 0 0,-1 0 1 0 0,1 0 0 0 0,-1 0 0 0 0,1 0 0 0 0,-1 0 0 0 0,0 0 0 0 0,1 0 0 0 0,-1-1 0 0 0,1 1 0 0 0,-1 0-1 0 0,0 0 1 0 0,1 0 0 0 0,-1 0 0 0 0,0 0 0 0 0,1-1 0 0 0,-1 1 0 0 0,0 0 0 0 0,1 0 0 0 0,-1-1 0 0 0,1 1 0 0 0,9-10 70 0 0,-7 7-39 0 0,5-6 14 0 0,1 0 1 0 0,-2 0 0 0 0,1-1-1 0 0,-1 0 1 0 0,-1 0 0 0 0,0 0-1 0 0,9-22 1 0 0,-12 26-3 0 0,-3 5-41 0 0,0 0 1 0 0,0 0-1 0 0,0 0 1 0 0,1 0-1 0 0,-1 0 1 0 0,0 1-1 0 0,1-1 1 0 0,-1 0 0 0 0,1 0-1 0 0,-1 0 1 0 0,1 0-1 0 0,-1 1 1 0 0,1-1-1 0 0,-1 0 1 0 0,1 0 0 0 0,0 1-1 0 0,0-1 1 0 0,-1 0-1 0 0,1 1 1 0 0,0-1-1 0 0,0 1 1 0 0,1-1-1 0 0,-1 1 18 0 0,-1 0-25 0 0,0 0-1 0 0,0 0 1 0 0,1 0 0 0 0,-1 0 0 0 0,0 0 0 0 0,0 0-1 0 0,0 0 1 0 0,0 0 0 0 0,0 0 0 0 0,0 0 0 0 0,1 0-1 0 0,-1 0 1 0 0,0 0 0 0 0,0 0 0 0 0,0 0 0 0 0,0 0-1 0 0,0 0 1 0 0,0 0 0 0 0,0 0 0 0 0,1 0 0 0 0,-1 0-1 0 0,0 0 1 0 0,0 0 0 0 0,0 0 0 0 0,0 0 0 0 0,0 0-1 0 0,0 0 1 0 0,0 0 0 0 0,0 0 0 0 0,1 0 0 0 0,-1 1-1 0 0,0-1 1 0 0,0 0 0 0 0,0 0 0 0 0,0 0 0 0 0,0 0 0 0 0,0 0-1 0 0,0 0 1 0 0,0 0 0 0 0,0 1 0 0 0,0-1 0 0 0,0 0-1 0 0,0 0 1 0 0,0 0 0 0 0,0 0 0 0 0,0 0 0 0 0,0 0-1 0 0,0 0 1 0 0,0 1 0 0 0,0-1 0 0 0,0 0 0 0 0,0 0-1 0 0,0 0 1 0 0,0 0 0 0 0,0 0 0 0 0,0 0 0 0 0,0 1-1 0 0,0-1 1 0 0,0 0 0 0 0,0 5 43 0 0,-1 4 8 0 0,0-1-1 0 0,0 1 1 0 0,-1-1 0 0 0,0 1 0 0 0,-6 13-1 0 0,6-15-21 0 0,-1 0 1 0 0,1 0-1 0 0,0 0 0 0 0,1 0 0 0 0,-1 1 0 0 0,1-1 0 0 0,1 1 0 0 0,0 7 0 0 0,0-14-18 0 0,0 1 0 0 0,0-1-1 0 0,0 0 1 0 0,0 0 0 0 0,1 0-1 0 0,-1 0 1 0 0,0 0 0 0 0,1-1 0 0 0,-1 1-1 0 0,1 0 1 0 0,-1 0 0 0 0,1 0 0 0 0,-1 0-1 0 0,1 0 1 0 0,0 0 0 0 0,0-1 0 0 0,-1 1-1 0 0,1 0 1 0 0,0-1 0 0 0,0 1 0 0 0,0 0-1 0 0,-1-1 1 0 0,1 1 0 0 0,2 0-1 0 0,-1-1 24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5.5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 11 18791 0 0,'-1'1'82'0'0,"-1"-2"105"0"0,-2-2 75 0 0,-2-3 266 0 0,4 5 7 0 0,2 1-491 0 0,0 0 1 0 0,-1 0 0 0 0,1 1 0 0 0,0-1 0 0 0,-1 0-1 0 0,1 1 1 0 0,0-1 0 0 0,-1 0 0 0 0,1 1-1 0 0,0-1 1 0 0,0 1 0 0 0,-1-1 0 0 0,1 0 0 0 0,0 1-1 0 0,0-1 1 0 0,0 1 0 0 0,0-1 0 0 0,0 0-1 0 0,-1 1 1 0 0,1-1 0 0 0,0 1 0 0 0,0-1-1 0 0,0 1 1 0 0,0-1 0 0 0,0 1 0 0 0,0-1 0 0 0,1 0-1 0 0,-1 1 1 0 0,0-1 0 0 0,0 1 0 0 0,0-1-1 0 0,0 1 1 0 0,0-1 0 0 0,1 1 0 0 0,1 11 857 0 0,8 81 284 0 0,-4 146 0 0 0,-13-158-919 0 0,0 11 487 0 0,7-91-714 0 0,0 1 0 0 0,0-1 0 0 0,1 1-1 0 0,-1-1 1 0 0,0 1 0 0 0,1-1 0 0 0,-1 0 0 0 0,1 1-1 0 0,0 1 1 0 0,0-3-25 0 0,-1 1-1 0 0,0-1 1 0 0,0 0-1 0 0,0 0 1 0 0,0 1 0 0 0,1-1-1 0 0,-1 0 1 0 0,0 0-1 0 0,0 1 1 0 0,1-1-1 0 0,-1 0 1 0 0,0 0 0 0 0,0 0-1 0 0,1 0 1 0 0,-1 1-1 0 0,0-1 1 0 0,1 0-1 0 0,-1 0 1 0 0,0 0 0 0 0,0 0-1 0 0,1 0 1 0 0,-1 0-1 0 0,0 0 1 0 0,1 0-1 0 0,-1 0 1 0 0,0 0 0 0 0,1 0-1 0 0,-1 0 1 0 0,0 0-1 0 0,1 0 1 0 0,-1 0-1 0 0,0 0 1 0 0,1 0 0 0 0,-1 0-1 0 0,0 0 1 0 0,0-1-1 0 0,1 1 1 0 0,-1 0-1 0 0,0 0 1 0 0,0 0 0 0 0,1-1-1 0 0,-1 1 1 0 0,0 0-1 0 0,0 0 1 0 0,1 0-1 0 0,-1-1 1 0 0,0 1 0 0 0,0-1-1 0 0,5-3 122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5.7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11 18295 0 0,'-2'-2'39'0'0,"-5"-5"469"0"0,2 5 439 0 0,8 9 582 0 0,1 3-1227 0 0,-1-1-1 0 0,0 1 1 0 0,-1 1 0 0 0,0-1-1 0 0,0 0 1 0 0,0 20 0 0 0,-1-13-189 0 0,3 17 144 0 0,-2 1-1 0 0,-2-1 1 0 0,-1 0-1 0 0,-7 49 1 0 0,-1-34 103 0 0,4-18 283 0 0,-9 32 1 0 0,11-56-487 0 0,-1-2-4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26.1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1 123 17687 0 0,'9'-1'41'0'0,"-5"-1"-116"0"0,9-2 733 0 0,16-1 590 0 0,-26 5-1198 0 0,39-5 691 0 0,-1-2 1 0 0,0-2 0 0 0,44-15-1 0 0,-54 13-467 0 0,-19 8-117 0 0,0-2 0 0 0,0 1 1 0 0,-1-1-1 0 0,21-13 0 0 0,-26 8 41 0 0,-6 10-184 0 0,0 0 1 0 0,0 0 0 0 0,0-1 0 0 0,0 1 0 0 0,0 0-1 0 0,1 0 1 0 0,-1 0 0 0 0,0-1 0 0 0,0 1-1 0 0,0 0 1 0 0,0 0 0 0 0,0-1 0 0 0,0 1-1 0 0,0 0 1 0 0,0 0 0 0 0,0-1 0 0 0,0 1-1 0 0,0 0 1 0 0,0 0 0 0 0,0-1 0 0 0,0 1 0 0 0,0 0-1 0 0,0 0 1 0 0,0-1 0 0 0,0 1 0 0 0,0 0-1 0 0,0 0 1 0 0,-1-1 0 0 0,1 1 0 0 0,0 0-1 0 0,0 0 1 0 0,0 0 0 0 0,0-1 0 0 0,0 1 0 0 0,-1 0-1 0 0,1 0 1 0 0,0 0 0 0 0,0-1 0 0 0,-3 1 23 0 0,1 0 1 0 0,0 0 0 0 0,-1 0 0 0 0,1 0 0 0 0,0 0 0 0 0,-1 1 0 0 0,1-1-1 0 0,0 1 1 0 0,-1-1 0 0 0,1 1 0 0 0,0 0 0 0 0,0 0 0 0 0,0 0-1 0 0,0 0 1 0 0,0 0 0 0 0,0 0 0 0 0,0 1 0 0 0,0-1 0 0 0,0 0 0 0 0,1 1-1 0 0,-1 0 1 0 0,0-1 0 0 0,1 1 0 0 0,0 0 0 0 0,-1 0 0 0 0,1 0 0 0 0,0 0-1 0 0,-2 4 1 0 0,2-3 32 0 0,-1 0 1 0 0,1 0-1 0 0,-1 1 0 0 0,1-1 0 0 0,0 0 0 0 0,1 1 0 0 0,-1-1 1 0 0,1 1-1 0 0,-1-1 0 0 0,1 1 0 0 0,0-1 0 0 0,0 1 0 0 0,0-1 1 0 0,2 7-1 0 0,-1-5-5 0 0,1-1 1 0 0,0 0-1 0 0,0 0 1 0 0,0 0-1 0 0,0 0 1 0 0,0-1-1 0 0,1 1 1 0 0,0-1-1 0 0,0 1 1 0 0,0-1-1 0 0,5 5 0 0 0,42 42 565 0 0,-49-48-614 0 0,0-1 1 0 0,0 1-1 0 0,-1-1 0 0 0,1 1 1 0 0,0 0-1 0 0,-1-1 0 0 0,0 1 1 0 0,1 0-1 0 0,-1 0 0 0 0,0-1 1 0 0,0 1-1 0 0,1 0 0 0 0,-1 0 1 0 0,-1-1-1 0 0,1 1 0 0 0,0 0 1 0 0,0 0-1 0 0,-1-1 0 0 0,1 1 1 0 0,-1 0-1 0 0,-1 2 0 0 0,0 4 33 0 0,-2-1 0 0 0,1 1 0 0 0,-6 7 0 0 0,1-5 4 0 0,0 0-1 0 0,0-1 0 0 0,-1-1 0 0 0,0 1 0 0 0,0-1 0 0 0,-1-1 0 0 0,-17 11 0 0 0,4-2 117 0 0,10-9 13 0 0,11-4-126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34.1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414 365 12456 0 0,'-23'-10'35'0'0,"13"7"-96"0"0,-5 0 735 0 0,10 1-286 0 0,1 1 0 0 0,-1 0 0 0 0,0 1 0 0 0,1-1 1 0 0,-1 1-1 0 0,-9 1 0 0 0,12-1-240 0 0,-21 0 680 0 0,1 1 0 0 0,-1 1 0 0 0,-30 7 1 0 0,44-7-628 0 0,0 0 1 0 0,0 1 0 0 0,0 1 0 0 0,1-1 0 0 0,-1 1-1 0 0,1 0 1 0 0,0 1 0 0 0,0 0 0 0 0,0 1 0 0 0,1-1 0 0 0,-13 14-1 0 0,10-7 61 0 0,0 1-1 0 0,-12 19 1 0 0,16-21-140 0 0,0-3-20 0 0,1 1 1 0 0,0 0-1 0 0,1 0 0 0 0,0 0 0 0 0,0 0 1 0 0,1 1-1 0 0,0 0 0 0 0,1-1 1 0 0,0 1-1 0 0,1 0 0 0 0,0 0 0 0 0,0 0 1 0 0,1 0-1 0 0,0 0 0 0 0,1 0 0 0 0,0 0 1 0 0,1 0-1 0 0,0 0 0 0 0,0-1 1 0 0,5 12-1 0 0,-6-18-59 0 0,0-1 0 0 0,1 1 0 0 0,-1-1 1 0 0,1 1-1 0 0,0-1 0 0 0,-1 0 0 0 0,1 0 0 0 0,0 1 0 0 0,1-1 0 0 0,-1-1 1 0 0,0 1-1 0 0,0 0 0 0 0,1 0 0 0 0,-1-1 0 0 0,1 1 0 0 0,-1-1 0 0 0,1 0 1 0 0,0 0-1 0 0,-1 0 0 0 0,1 0 0 0 0,0 0 0 0 0,5 0 0 0 0,-4-1 10 0 0,1 1 0 0 0,0-1 0 0 0,-1 0 0 0 0,1 0-1 0 0,0 0 1 0 0,-1-1 0 0 0,1 1 0 0 0,-1-1 0 0 0,1-1 0 0 0,-1 1-1 0 0,1 0 1 0 0,-1-1 0 0 0,7-3 0 0 0,3-3 11 0 0,-1-1-1 0 0,0 0 1 0 0,0-1 0 0 0,-1 0 0 0 0,0-1-1 0 0,0 0 1 0 0,-2-1 0 0 0,1 0-1 0 0,12-20 1 0 0,-7 3 6 0 0,-1 0-1 0 0,-1-1 1 0 0,-2-1-1 0 0,-1 0 0 0 0,-1 0 1 0 0,-2-1-1 0 0,-1 0 1 0 0,-2 0-1 0 0,-1-1 1 0 0,0-58-1 0 0,-5-23 127 0 0,-1 85-139 0 0,1 19-13 0 0,0 0-1 0 0,1-1 1 0 0,1-17 0 0 0,0 27 270 0 0,0 5-123 0 0,1 13-62 0 0,-1 24-88 0 0,-8 41 84 0 0,0-15-37 0 0,-2 50 78 0 0,-2 36 54 0 0,10-114-114 0 0,8 73 1 0 0,-6-104-92 0 0,0 0 1 0 0,1 1-1 0 0,0-1 1 0 0,4 9-1 0 0,-5-15-9 0 0,0 1 0 0 0,0-1-1 0 0,1 1 1 0 0,-1-1 0 0 0,1 0 0 0 0,-1 1 0 0 0,1-1-1 0 0,0 0 1 0 0,0 0 0 0 0,0 0 0 0 0,0 0 0 0 0,0-1 0 0 0,0 1-1 0 0,1 0 1 0 0,-1-1 0 0 0,3 2 0 0 0,5 0 19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34.4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3 140 16575 0 0,'-1'23'2260'0'0,"0"-17"-1962"0"0,1 1 0 0 0,-1-1 1 0 0,1 0-1 0 0,1 1 1 0 0,-1-1-1 0 0,1 0 0 0 0,0 1 1 0 0,1-1-1 0 0,0 0 1 0 0,0 0-1 0 0,3 7 0 0 0,-5-12-283 0 0,1 0 0 0 0,0 0-1 0 0,1-1 1 0 0,-1 1-1 0 0,0 0 1 0 0,0 0 0 0 0,0-1-1 0 0,0 1 1 0 0,1 0 0 0 0,-1-1-1 0 0,0 1 1 0 0,0-1 0 0 0,1 0-1 0 0,-1 1 1 0 0,0-1-1 0 0,1 0 1 0 0,-1 0 0 0 0,1 0-1 0 0,-1 0 1 0 0,0 0 0 0 0,1 0-1 0 0,-1 0 1 0 0,0 0-1 0 0,1 0 1 0 0,-1-1 0 0 0,2 0-1 0 0,2 0-2 0 0,0 0-1 0 0,-1-1 0 0 0,1 0 0 0 0,-1 0 0 0 0,1 0 0 0 0,5-4 1 0 0,-4 2 6 0 0,1-2 30 0 0,0 1-1 0 0,0-1 0 0 0,9-9 1 0 0,-14 12-26 0 0,0 1 1 0 0,0-1 0 0 0,0 1 0 0 0,-1-1 0 0 0,1 0 0 0 0,-1 0 0 0 0,0 0-1 0 0,0 0 1 0 0,0 0 0 0 0,0 0 0 0 0,0 0 0 0 0,-1 0 0 0 0,1-6 0 0 0,0 4 22 0 0,0-11 146 0 0,-1 1-1 0 0,-2-17 1 0 0,2 28-135 0 0,-1 0 0 0 0,0 0-1 0 0,0 0 1 0 0,0 0 0 0 0,0 0-1 0 0,0 0 1 0 0,-1 0 0 0 0,0 0-1 0 0,0 0 1 0 0,0 1 0 0 0,0-1-1 0 0,-5-4 1 0 0,2 2 86 0 0,-13-14 465 0 0,17 20-553 0 0,1-1-1 0 0,-1 1 1 0 0,1-1-1 0 0,-1 1 1 0 0,1-1-1 0 0,-1 1 0 0 0,0 0 1 0 0,1-1-1 0 0,-1 1 1 0 0,0 0-1 0 0,0 0 0 0 0,1-1 1 0 0,-1 1-1 0 0,0 0 1 0 0,0 0-1 0 0,1 0 1 0 0,-1 0-1 0 0,0 0 0 0 0,0 0 1 0 0,1 0-1 0 0,-1 0 1 0 0,0 0-1 0 0,0 0 0 0 0,1 0 1 0 0,-1 0-1 0 0,0 1 1 0 0,1-1-1 0 0,-2 1 1 0 0,1 0 1 0 0,0 0 1 0 0,0 0-1 0 0,0 0 1 0 0,0 1 0 0 0,0-1-1 0 0,1 0 1 0 0,-1 1 0 0 0,0-1-1 0 0,1 1 1 0 0,-1-1 0 0 0,1 1-1 0 0,0-1 1 0 0,-1 1 0 0 0,1-1-1 0 0,0 1 1 0 0,0-1-1 0 0,0 1 1 0 0,0 0 0 0 0,0-1-1 0 0,0 1 1 0 0,0-1 0 0 0,1 1-1 0 0,-1-1 1 0 0,0 1 0 0 0,1-1-1 0 0,-1 1 1 0 0,1-1 0 0 0,0 1-1 0 0,1 1 1 0 0,2 2 49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34.7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100 6 15472 0 0,'0'-3'-12'0'0,"1"1"87"0"0,3 4 393 0 0,2 1 952 0 0,-3-7 1204 0 0,-2 3-2140 0 0,-3 3-110 0 0,-19-1 31 0 0,17 0-368 0 0,-1 0 1 0 0,1 0-1 0 0,0 0 0 0 0,1 0 1 0 0,-1 1-1 0 0,0 0 0 0 0,0 0 1 0 0,1 0-1 0 0,-1 0 0 0 0,1 0 1 0 0,-1 1-1 0 0,1 0 0 0 0,0 0 1 0 0,0-1-1 0 0,-4 6 0 0 0,4-3 59 0 0,-1-1-1 0 0,1 1 1 0 0,0 0-1 0 0,1 0 1 0 0,-1 0 0 0 0,1 0-1 0 0,0 1 1 0 0,0-1-1 0 0,1 0 1 0 0,-1 1-1 0 0,0 6 1 0 0,2-10-17 0 0,0 1-1 0 0,0-1 1 0 0,0 1 0 0 0,0-1-1 0 0,0 1 1 0 0,1-1 0 0 0,-1 0-1 0 0,1 1 1 0 0,-1-1 0 0 0,1 0-1 0 0,0 1 1 0 0,0-1 0 0 0,0 0-1 0 0,0 0 1 0 0,0 1 0 0 0,1-1-1 0 0,1 2 1 0 0,0-1-8 0 0,-1-1-1 0 0,1 0 1 0 0,0 1-1 0 0,0-1 1 0 0,0 0 0 0 0,0-1-1 0 0,0 1 1 0 0,0 0-1 0 0,0-1 1 0 0,7 2 0 0 0,-1 0 39 0 0,0-2 0 0 0,1 1 1 0 0,0-1-1 0 0,-1 0 1 0 0,1-1-1 0 0,-1 0 0 0 0,19-3 1 0 0,-5-2 181 0 0,-1-1 1 0 0,33-14-1 0 0,-32 11 159 0 0,-17 6-335 0 0,-4 0-3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35.5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58 0 18191 0 0,'-5'6'87'0'0,"2"3"113"0"0,0 0 0 0 0,1 1 0 0 0,0-1 1 0 0,0 0-1 0 0,1 1 0 0 0,0 17 0 0 0,-1 6 407 0 0,-7 87 973 0 0,-7 57-93 0 0,16-172-1464 0 0,-3 11 41 0 0,3-16-60 0 0,0 0 0 0 0,0 1 0 0 0,0-1 0 0 0,0 1-1 0 0,-1-1 1 0 0,1 0 0 0 0,0 1 0 0 0,0-1 0 0 0,0 0 0 0 0,-1 1-1 0 0,1-1 1 0 0,0 0 0 0 0,-1 1 0 0 0,1-1 0 0 0,0 0 0 0 0,0 0-1 0 0,-1 1 1 0 0,1-1 0 0 0,-1 0 0 0 0,1 0 0 0 0,0 0 0 0 0,-1 1-1 0 0,1-1 1 0 0,0 0 0 0 0,-1 0 0 0 0,1 0 0 0 0,-1 0-1 0 0,0 0 1 0 0,1-1 9 0 0,0-1 1 0 0,0 1-1 0 0,0 0 0 0 0,0-1 0 0 0,0 1 1 0 0,1-1-1 0 0,-1 1 0 0 0,0 0 0 0 0,1-1 0 0 0,0-2 1 0 0,1-5 25 0 0,1-1 0 0 0,0-19 0 0 0,2-5 16 0 0,19-66 140 0 0,-20 85-129 0 0,2 0 1 0 0,0 1 0 0 0,1-1 0 0 0,12-19 0 0 0,-8 15 45 0 0,-9 14-11 0 0,1 1 1 0 0,-1-1-1 0 0,1 1 0 0 0,6-8 1 0 0,-8 12-78 0 0,-1 0 1 0 0,1 0 0 0 0,0 0 0 0 0,0 0 0 0 0,-1 0 0 0 0,1 1-1 0 0,0-1 1 0 0,0 0 0 0 0,-1 0 0 0 0,1 1 0 0 0,0-1 0 0 0,-1 1-1 0 0,1-1 1 0 0,0 0 0 0 0,-1 1 0 0 0,1-1 0 0 0,0 1 0 0 0,-1-1-1 0 0,1 1 1 0 0,-1 0 0 0 0,1-1 0 0 0,-1 1 0 0 0,1 0 0 0 0,5 5 81 0 0,-4-5-83 0 0,1 0-1 0 0,-1 1 1 0 0,0-1-1 0 0,0 1 0 0 0,0 0 1 0 0,0 0-1 0 0,0 0 1 0 0,0 0-1 0 0,0 0 1 0 0,0 0-1 0 0,-1 0 1 0 0,1 1-1 0 0,-1-1 1 0 0,0 0-1 0 0,0 1 0 0 0,1-1 1 0 0,-2 1-1 0 0,1 0 1 0 0,0-1-1 0 0,0 1 1 0 0,-1 0-1 0 0,0-1 1 0 0,1 1-1 0 0,-1 5 1 0 0,3 74 722 0 0,-3-81-718 0 0,0 0-1 0 0,1 0 1 0 0,-1 0 0 0 0,0-1 0 0 0,0 1-1 0 0,1 0 1 0 0,-1-1 0 0 0,0 1 0 0 0,1 0-1 0 0,-1 0 1 0 0,1-1 0 0 0,-1 1 0 0 0,1-1-1 0 0,-1 1 1 0 0,1-1 0 0 0,0 1 0 0 0,-1-1-1 0 0,2 2 1 0 0,-1-2-12 0 0,-1 0 0 0 0,0 1 1 0 0,1-1-1 0 0,-1 0 0 0 0,1 0 0 0 0,-1 1 0 0 0,1-1 0 0 0,-1 0 1 0 0,1 0-1 0 0,-1 0 0 0 0,0 1 0 0 0,1-1 0 0 0,-1 0 0 0 0,1 0 1 0 0,-1 0-1 0 0,1 0 0 0 0,0 0 0 0 0,-1 0 0 0 0,1 0 0 0 0,-1 0 1 0 0,1 0-1 0 0,-1-1 0 0 0,0 1 0 0 0,1 0 0 0 0,-1 0 0 0 0,1 0 0 0 0,-1 0 1 0 0,1-1-1 0 0,2-3 33 0 0,0 0 0 0 0,0 0 0 0 0,-1 0 0 0 0,0 0 1 0 0,0 0-1 0 0,2-6 0 0 0,6-12 40 0 0,-3 12-51 0 0,2-7 89 0 0,2 0 0 0 0,20-25 0 0 0,-25 36-98 0 0,0 0 1 0 0,0 1 0 0 0,0-1-1 0 0,1 1 1 0 0,0 1 0 0 0,0-1-1 0 0,0 1 1 0 0,1 0 0 0 0,12-4-1 0 0,-8 3 9 0 0,35-11 24 0 0,-41 15-28 0 0,-1 0 0 0 0,1 0 0 0 0,-1 0 0 0 0,1 1 0 0 0,0-1 0 0 0,-1 1 0 0 0,8 1 0 0 0,-12 0-24 0 0,0-1 1 0 0,-1 0-1 0 0,1 1 1 0 0,0-1-1 0 0,-1 0 1 0 0,1 1-1 0 0,0-1 1 0 0,-1 1-1 0 0,1 0 1 0 0,-1-1-1 0 0,1 1 1 0 0,-1-1-1 0 0,1 1 1 0 0,-1 0-1 0 0,1-1 1 0 0,-1 1-1 0 0,1 0 1 0 0,-1-1-1 0 0,0 1 1 0 0,0 0-1 0 0,1 0 1 0 0,-1-1-1 0 0,0 1 1 0 0,0 0 0 0 0,0 1-1 0 0,2 21 182 0 0,-2-23-189 0 0,1 49 220 0 0,0-23-71 0 0,-1 1-1 0 0,-4 36 1 0 0,-12 0 135 0 0,13-53-226 0 0,1-3-15 0 0,-1-2 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35.8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95 158 16184 0 0,'8'-10'1079'0'0,"3"-6"463"0"0,-8 11-1031 0 0,1 0 1 0 0,-1 0-1 0 0,1 1 1 0 0,7-8-1 0 0,-10 11-451 0 0,1-1-1 0 0,-1 0 1 0 0,1 0 0 0 0,-1 0 0 0 0,0 0-1 0 0,0-1 1 0 0,0 1 0 0 0,0 0-1 0 0,-1 0 1 0 0,1-1 0 0 0,-1 1-1 0 0,1 0 1 0 0,-1-1 0 0 0,0 1-1 0 0,0 0 1 0 0,0-1 0 0 0,0-3 0 0 0,0 2-40 0 0,0 1 0 0 0,-1-1 0 0 0,1 1 0 0 0,-1-1 0 0 0,0 0 0 0 0,0 1 0 0 0,0 0 0 0 0,-1-1 0 0 0,1 1 0 0 0,-4-6 0 0 0,4 8 1 0 0,0 0 0 0 0,0 0 1 0 0,0 0-1 0 0,0 0 1 0 0,0 0-1 0 0,0 0 1 0 0,0 0-1 0 0,0 0 0 0 0,-1 1 1 0 0,1-1-1 0 0,0 0 1 0 0,-1 1-1 0 0,1-1 0 0 0,0 1 1 0 0,-1-1-1 0 0,1 1 1 0 0,0 0-1 0 0,-1-1 1 0 0,1 1-1 0 0,-1 0 0 0 0,1 0 1 0 0,-1 0-1 0 0,1 0 1 0 0,-2 1-1 0 0,0-1 22 0 0,0 1-1 0 0,1 0 1 0 0,-1 0 0 0 0,1 0 0 0 0,-1 0-1 0 0,1 1 1 0 0,0-1 0 0 0,-1 1-1 0 0,1-1 1 0 0,0 1 0 0 0,0 0 0 0 0,-2 2-1 0 0,-4 4 54 0 0,3-3-13 0 0,0 0 0 0 0,1 0 0 0 0,-1 0 0 0 0,1 0 0 0 0,0 1 0 0 0,0 0-1 0 0,1 0 1 0 0,0 0 0 0 0,0 0 0 0 0,0 0 0 0 0,-3 11 0 0 0,3-1 132 0 0,-1 0 68 0 0,1 1-1 0 0,-2 16 1 0 0,5-29-221 0 0,0-1 1 0 0,0 1 0 0 0,0 0-1 0 0,0 0 1 0 0,1-1 0 0 0,-1 1-1 0 0,1 0 1 0 0,0-1 0 0 0,0 1-1 0 0,0 0 1 0 0,1-1 0 0 0,-1 1-1 0 0,1-1 1 0 0,3 5 0 0 0,-3-6-26 0 0,0 0 1 0 0,0 0-1 0 0,0 0 1 0 0,1-1-1 0 0,-1 1 1 0 0,0-1 0 0 0,1 1-1 0 0,-1-1 1 0 0,1 0-1 0 0,-1 0 1 0 0,1 0 0 0 0,-1-1-1 0 0,1 1 1 0 0,0 0-1 0 0,-1-1 1 0 0,1 0 0 0 0,0 0-1 0 0,4 0 1 0 0,-2 0-2 0 0,-1 0 0 0 0,1-1 0 0 0,-1 1 0 0 0,1-1 0 0 0,-1 0 0 0 0,0-1 0 0 0,1 1 0 0 0,-1-1 0 0 0,0 0 0 0 0,7-4 0 0 0,0-2 17 0 0,-1 0-1 0 0,0-1 1 0 0,-1-1-1 0 0,16-19 1 0 0,-7 6-20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36.1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2 16575 0 0,'-1'2'-1'0'0,"-1"-1"44"0"0,-3 0 39 0 0,-2-2 79 0 0,-4-2 73 0 0,10 2-210 0 0,0 1-3 0 0,0 0 0 0 0,1 0-1 0 0,-1 0 1 0 0,0-1 0 0 0,1 1 0 0 0,-1 0-1 0 0,0 0 1 0 0,1 0 0 0 0,-1 0 0 0 0,0 0-1 0 0,1 0 1 0 0,-1 0 0 0 0,0 1 0 0 0,1-1-1 0 0,-1 0 1 0 0,1 0 0 0 0,-1 0 0 0 0,0 1-1 0 0,1-1 1 0 0,-1 0 0 0 0,1 1 0 0 0,-2-1-1 0 0,1 1 67 0 0,1-1-80 0 0,0 0 0 0 0,0 0 0 0 0,0 0 0 0 0,0 0 1 0 0,0 0-1 0 0,-1 0 0 0 0,1 0 0 0 0,0 0 0 0 0,0 0 0 0 0,0 0 0 0 0,0 1 0 0 0,0-1 0 0 0,0 0 0 0 0,0 0 1 0 0,0 0-1 0 0,-1 0 0 0 0,1 0 0 0 0,0 0 0 0 0,0 0 0 0 0,0 0 0 0 0,0 0 0 0 0,0 0 0 0 0,0 0 0 0 0,0 1 0 0 0,0-1 1 0 0,0 0-1 0 0,0 0 0 0 0,0 0 0 0 0,0 0 0 0 0,0 0 0 0 0,0 0 0 0 0,0 0 0 0 0,0 0 0 0 0,0 1 0 0 0,0-1 0 0 0,0 0 1 0 0,0 0-1 0 0,0 0 0 0 0,0 0 0 0 0,0 0 0 0 0,0 0 0 0 0,0 0 0 0 0,0 1 0 0 0,0-1 0 0 0,0 0 0 0 0,0 0 1 0 0,0 0-1 0 0,0 0 0 0 0,0 0 0 0 0,0 0 0 0 0,0 0 0 0 0,0 1 0 0 0,8 41 1174 0 0,1 18-495 0 0,10 53-194 0 0,-7-55 78 0 0,7 79 0 0 0,-14-43 615 0 0,-5-64-394 0 0,0-27-613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36.6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31 16072 0 0,'1'1'117'0'0,"-1"0"0"0"0,0 0 0 0 0,1 0 0 0 0,-1 0 1 0 0,1 0-1 0 0,-1 0 0 0 0,1 0 0 0 0,0 0 0 0 0,-1 0 1 0 0,1 0-1 0 0,0-1 0 0 0,0 1 0 0 0,-1 0 0 0 0,1 0 1 0 0,0-1-1 0 0,0 1 0 0 0,0 0 0 0 0,0-1 1 0 0,0 1-1 0 0,0-1 0 0 0,0 1 0 0 0,1-1 0 0 0,202-6 1588 0 0,-145 1-1654 0 0,83-19 0 0 0,-119 21-40 0 0,-22 3-11 0 0,-1 0 1 0 0,0 0-1 0 0,0 0 0 0 0,0 0 1 0 0,0 0-1 0 0,0 0 1 0 0,0 0-1 0 0,1 0 0 0 0,-1 0 1 0 0,0 0-1 0 0,0 0 1 0 0,0 0-1 0 0,0 0 0 0 0,0 0 1 0 0,0 0-1 0 0,1 0 1 0 0,-1 0-1 0 0,0 0 1 0 0,0 0-1 0 0,0 0 0 0 0,0 0 1 0 0,0 0-1 0 0,0 0 1 0 0,1 0-1 0 0,-1 0 0 0 0,0 0 1 0 0,0 0-1 0 0,0 0 1 0 0,0 0-1 0 0,0 0 0 0 0,0 0 1 0 0,0-1-1 0 0,0 1 1 0 0,1 0-1 0 0,-1 0 1 0 0,0 0-1 0 0,0 0 0 0 0,0 0 1 0 0,0 0-1 0 0,0 0 1 0 0,0-1-1 0 0,0 1 0 0 0,0 0 1 0 0,0 0-1 0 0,0 0 1 0 0,0 0-1 0 0,0 0 0 0 0,0 0 1 0 0,0-1-1 0 0,0 1 1 0 0,0 0-1 0 0,0 0 1 0 0,0 0-1 0 0,0 0 0 0 0,0 0 1 0 0,0 0-1 0 0,0-1 1 0 0,0 1-1 0 0,0 0 0 0 0,0 0 1 0 0,0 0-1 0 0,0 0 1 0 0,0 0-1 0 0,-1-1 1 0 0,-3-3 20 0 0,1 3-3 0 0,1 1 0 0 0,-1 0 1 0 0,0-1-1 0 0,1 1 0 0 0,-1 0 0 0 0,0 1 1 0 0,1-1-1 0 0,-1 0 0 0 0,1 1 0 0 0,-1-1 1 0 0,0 1-1 0 0,1 0 0 0 0,-4 1 1 0 0,-33 18 129 0 0,29-14-98 0 0,8-5-41 0 0,-9 5 140 0 0,1 0-1 0 0,-1 1 1 0 0,-12 11 0 0 0,21-16-90 0 0,0-1 0 0 0,0 1 0 0 0,0 0 1 0 0,1 0-1 0 0,-1 0 0 0 0,0 0 0 0 0,1 0 1 0 0,0 0-1 0 0,-1 0 0 0 0,1 1 0 0 0,0-1 1 0 0,0 0-1 0 0,0 1 0 0 0,1-1 0 0 0,-1 0 1 0 0,1 1-1 0 0,-1-1 0 0 0,1 1 0 0 0,0-1 1 0 0,0 1-1 0 0,0 0 0 0 0,0-1 0 0 0,0 4 1 0 0,1-4-20 0 0,-1-1 1 0 0,1 1-1 0 0,0 0 1 0 0,-1-1-1 0 0,1 1 0 0 0,0-1 1 0 0,0 1-1 0 0,0-1 1 0 0,0 1-1 0 0,0-1 1 0 0,0 0-1 0 0,0 0 1 0 0,1 1-1 0 0,-1-1 1 0 0,0 0-1 0 0,1 0 1 0 0,-1 0-1 0 0,1 0 1 0 0,-1-1-1 0 0,1 1 1 0 0,-1 0-1 0 0,1-1 1 0 0,0 1-1 0 0,-1-1 1 0 0,1 1-1 0 0,0-1 0 0 0,-1 0 1 0 0,1 0-1 0 0,0 1 1 0 0,-1-1-1 0 0,1 0 1 0 0,2-1-1 0 0,6 0 47 0 0,0 0-1 0 0,0-1 0 0 0,0-1 0 0 0,12-4 1 0 0,-15 5-30 0 0,-1 0-18 0 0,0-1 0 0 0,-1 0 1 0 0,1-1-1 0 0,-1 1 0 0 0,1-1 1 0 0,-1 0-1 0 0,0 0 0 0 0,0-1 1 0 0,7-8-1 0 0,-6 6 32 0 0,2-1-1 0 0,-1 2 1 0 0,9-7 0 0 0,-7 8 41 0 0,1-1 1 0 0,14-4 0 0 0,-23 9-92 0 0,0 1 0 0 0,0-1 0 0 0,0 1 0 0 0,-1 0 0 0 0,1-1 0 0 0,0 1 0 0 0,0 0 0 0 0,1 0-1 0 0,-1 0 1 0 0,0 0 0 0 0,0 0 0 0 0,0 0 0 0 0,0 0 0 0 0,0 0 0 0 0,0 0 0 0 0,0 0 0 0 0,0 0 0 0 0,0 1 0 0 0,0-1-1 0 0,0 0 1 0 0,0 1 0 0 0,-1-1 0 0 0,1 1 0 0 0,0-1 0 0 0,0 1 0 0 0,0 0 0 0 0,0-1 0 0 0,-1 1 0 0 0,1 0 0 0 0,0-1 0 0 0,0 1-1 0 0,-1 0 1 0 0,1 0 0 0 0,-1 0 0 0 0,2 1 0 0 0,0 3 65 0 0,0 0-1 0 0,0 0 0 0 0,-1 1 1 0 0,1-1-1 0 0,0 8 1 0 0,0 0 75 0 0,18 42 552 0 0,-20-54-705 0 0,0-1 0 0 0,0 1 1 0 0,0-1-1 0 0,1 1 0 0 0,-1-1 0 0 0,0 1 0 0 0,0-1 0 0 0,1 1 0 0 0,-1-1 1 0 0,0 0-1 0 0,1 1 0 0 0,-1-1 0 0 0,0 0 0 0 0,1 1 0 0 0,-1-1 0 0 0,1 0 1 0 0,-1 1-1 0 0,1-1 0 0 0,2 3 65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37.0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173 355 16184 0 0,'0'0'0'0'0,"0"-1"0"0"0,-1 0 0 0 0,1 0 0 0 0,-1 1 0 0 0,1-1 0 0 0,-1 0 1 0 0,1 1-1 0 0,-1-1 0 0 0,1 1 0 0 0,-1-1 0 0 0,1 0 0 0 0,-1 1 1 0 0,0 0-1 0 0,0-1 0 0 0,-9 4 532 0 0,6-2-260 0 0,2 0-136 0 0,-1 0-1 0 0,1-1 0 0 0,-1 0 1 0 0,1 1-1 0 0,-1-1 1 0 0,1 0-1 0 0,-1 0 0 0 0,0 0 1 0 0,1-1-1 0 0,-1 1 0 0 0,1-1 1 0 0,-1 1-1 0 0,1-1 1 0 0,-4-1-1 0 0,-20-3 1613 0 0,25 5-1694 0 0,-1 0 1 0 0,1 1 0 0 0,0-1 0 0 0,-1 0-1 0 0,1 1 1 0 0,-1 0 0 0 0,1-1 0 0 0,0 1 0 0 0,-1-1-1 0 0,1 1 1 0 0,0 0 0 0 0,0 0 0 0 0,0 0-1 0 0,-1 0 1 0 0,1 0 0 0 0,0 0 0 0 0,0 0-1 0 0,1 0 1 0 0,-2 2 0 0 0,-17 29 303 0 0,8-12-115 0 0,6-12-101 0 0,0 0 1 0 0,1 0 0 0 0,-5 14 0 0 0,8-19-59 0 0,0 0 1 0 0,0 0-1 0 0,0 0 1 0 0,1 0-1 0 0,-1 0 1 0 0,1 0-1 0 0,0 1 1 0 0,0-1-1 0 0,0 0 1 0 0,0 0-1 0 0,0 0 1 0 0,1 0-1 0 0,-1 0 1 0 0,2 5-1 0 0,0-5 53 0 0,-1 0 0 0 0,1 1 0 0 0,-1-1-1 0 0,1 0 1 0 0,0 0 0 0 0,5 5-1 0 0,-6-7-88 0 0,0 0 0 0 0,1 0 0 0 0,-1 0 0 0 0,1 0 0 0 0,0 0 0 0 0,-1-1-1 0 0,1 1 1 0 0,-1-1 0 0 0,1 1 0 0 0,0-1 0 0 0,0 1 0 0 0,-1-1-1 0 0,1 0 1 0 0,0 0 0 0 0,0 0 0 0 0,2 0 0 0 0,0 0 15 0 0,1 0-1 0 0,-1-1 1 0 0,1 0 0 0 0,-1 0 0 0 0,1 0-1 0 0,-1 0 1 0 0,0-1 0 0 0,0 1 0 0 0,1-1 0 0 0,-1 0-1 0 0,0-1 1 0 0,-1 1 0 0 0,1-1 0 0 0,0 1-1 0 0,-1-1 1 0 0,6-6 0 0 0,-2 2 3 0 0,-1-1 1 0 0,-1 1 0 0 0,1-1-1 0 0,-1-1 1 0 0,0 1 0 0 0,6-17-1 0 0,-4 8 13 0 0,-2 5-12 0 0,0 1 0 0 0,-1-1 1 0 0,0 0-1 0 0,-1 0 0 0 0,0-1 0 0 0,-1 1 0 0 0,1-19 0 0 0,-10-131 456 0 0,3 116-391 0 0,2 22 32 0 0,-7-37 0 0 0,9 61-151 0 0,0-1 1 0 0,0 0 0 0 0,0 1-1 0 0,-1-1 1 0 0,1 0 0 0 0,0 1-1 0 0,-1-1 1 0 0,1 0-1 0 0,-1 1 1 0 0,1-1 0 0 0,-1 1-1 0 0,1-1 1 0 0,-1 1 0 0 0,1-1-1 0 0,-1 1 1 0 0,1-1-1 0 0,-1 1 1 0 0,0 0 0 0 0,1-1-1 0 0,-1 1 1 0 0,1 0 0 0 0,-1-1-1 0 0,0 1 1 0 0,0 0-1 0 0,1 0 1 0 0,-2-1 0 0 0,1 1 44 0 0,0 29 178 0 0,-10 47-1 0 0,5-40-163 0 0,0-5 41 0 0,-17 48 0 0 0,20-70-94 0 0,-1 6 27 0 0,1 0 0 0 0,-3 28 0 0 0,6-41-41 0 0,0 27 40 0 0,3-7-6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37.6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140 489 18295 0 0,'-4'1'291'0'0,"1"-1"0"0"0,0 1 0 0 0,0 0 0 0 0,-1 0 0 0 0,1 0 0 0 0,0 1 0 0 0,0-1 0 0 0,0 1 0 0 0,0 0-1 0 0,1 0 1 0 0,-1 0 0 0 0,-3 3 0 0 0,-8 5 825 0 0,-6 2-397 0 0,12-8-529 0 0,1 0 0 0 0,0 0 0 0 0,0 1 0 0 0,0 0 0 0 0,-8 8 1 0 0,13-10-153 0 0,1-1 0 0 0,-1 1 0 0 0,1-1 0 0 0,0 1 0 0 0,0 0 0 0 0,0-1 0 0 0,1 1 0 0 0,-1 0 0 0 0,0 0 0 0 0,1-1 0 0 0,0 1 0 0 0,0 0 0 0 0,0 0 0 0 0,0 4 0 0 0,0-1 37 0 0,0-5-72 0 0,0-1 0 0 0,0 0 0 0 0,0 1 0 0 0,0-1 1 0 0,0 0-1 0 0,1 1 0 0 0,-1-1 0 0 0,0 0 0 0 0,0 1 0 0 0,0-1 0 0 0,0 0 1 0 0,0 1-1 0 0,0-1 0 0 0,1 0 0 0 0,-1 0 0 0 0,0 1 0 0 0,0-1 1 0 0,0 0-1 0 0,1 0 0 0 0,-1 1 0 0 0,0-1 0 0 0,0 0 0 0 0,1 0 0 0 0,-1 0 1 0 0,0 1-1 0 0,1-1 0 0 0,-1 0 0 0 0,0 0 0 0 0,0 0 0 0 0,1 0 0 0 0,13 0 37 0 0,12-8-12 0 0,-8-2-9 0 0,-2 1 0 0 0,1-2-1 0 0,26-23 1 0 0,-19 16 4 0 0,-20 15-18 0 0,39-33 151 0 0,-54 58 814 0 0,10-21-947 0 0,1 0 1 0 0,-1 1-1 0 0,1-1 1 0 0,-1 0-1 0 0,1 1 0 0 0,0-1 1 0 0,0 0-1 0 0,0 1 1 0 0,0-1-1 0 0,0 1 0 0 0,0-1 1 0 0,0 0-1 0 0,0 1 1 0 0,0-1-1 0 0,0 1 1 0 0,1-1-1 0 0,-1 0 0 0 0,1 1 1 0 0,-1-1-1 0 0,1 0 1 0 0,-1 0-1 0 0,1 1 0 0 0,1 0 1 0 0,-1-1-4 0 0,0-1 1 0 0,0 1-1 0 0,1 0 0 0 0,-1-1 1 0 0,0 0-1 0 0,1 1 0 0 0,-1-1 1 0 0,0 0-1 0 0,0 0 0 0 0,1 0 1 0 0,-1 0-1 0 0,0 0 0 0 0,1 0 1 0 0,-1 0-1 0 0,0 0 1 0 0,1 0-1 0 0,-1-1 0 0 0,0 1 1 0 0,0 0-1 0 0,2-2 0 0 0,28-11 138 0 0,-24 8-125 0 0,0 0-1 0 0,0-1 1 0 0,-1 1 0 0 0,1-2-1 0 0,-1 1 1 0 0,8-11 0 0 0,-4 2 24 0 0,0 0 1 0 0,9-20-1 0 0,-10 17-24 0 0,-2 0-1 0 0,0 0 0 0 0,-2-1 1 0 0,0 0-1 0 0,3-23 0 0 0,-2-4 7 0 0,-2-48-1 0 0,-2 59-14 0 0,1-1-1 0 0,11-43 1 0 0,-12 108 62 0 0,-2 23-74 0 0,-12 69 24 0 0,5-61-10 0 0,5-27-6 0 0,1 0 1 0 0,1 0-1 0 0,3 1 1 0 0,6 37-1 0 0,-8-67-19 0 0,0 1-1 0 0,0-1 0 0 0,1 1 1 0 0,-1-1-1 0 0,1 1 0 0 0,0-1 1 0 0,0 0-1 0 0,1 0 0 0 0,-1 0 1 0 0,1 0-1 0 0,0 0 0 0 0,3 3 0 0 0,2-5-177 0 0,-5-2 97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38.0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83 24 13360 0 0,'-2'1'193'0'0,"-2"0"167"0"0,3-3-47 0 0,6-2-42 0 0,0-3-68 0 0,-5 7-198 0 0,0-1 0 0 0,1 0 0 0 0,-1 0 0 0 0,0 0 0 0 0,1 1 0 0 0,-1-1 0 0 0,1 0 0 0 0,-1 1 0 0 0,1-1 0 0 0,0 0 0 0 0,-1 1 1 0 0,1-1-1 0 0,-1 1 0 0 0,1-1 0 0 0,0 1 0 0 0,0-1 0 0 0,-1 1 0 0 0,1 0 0 0 0,1-1 0 0 0,-6 2 246 0 0,1 1 1 0 0,0 0 0 0 0,0 0-1 0 0,0 0 1 0 0,0 0 0 0 0,0 0-1 0 0,0 0 1 0 0,-4 6-1 0 0,-7 4 403 0 0,13-11-577 0 0,-7 4 520 0 0,1 1-1 0 0,0 0 0 0 0,0 0 0 0 0,0 1 1 0 0,-6 8-1 0 0,13-15-570 0 0,0 0 1 0 0,0 0-1 0 0,-1 0 0 0 0,1 0 1 0 0,0 0-1 0 0,0 0 1 0 0,0 0-1 0 0,0 1 0 0 0,0-1 1 0 0,0 0-1 0 0,0 0 0 0 0,0 0 1 0 0,0 0-1 0 0,0 0 0 0 0,0 0 1 0 0,0 0-1 0 0,0 0 1 0 0,0 0-1 0 0,0 0 0 0 0,0 0 1 0 0,-1 1-1 0 0,1-1 0 0 0,0 0 1 0 0,0 0-1 0 0,0 0 1 0 0,0 0-1 0 0,0 0 0 0 0,0 0 1 0 0,0 0-1 0 0,0 0 0 0 0,0 1 1 0 0,0-1-1 0 0,1 0 0 0 0,-1 0 1 0 0,0 0-1 0 0,0 0 1 0 0,0 0-1 0 0,0 0 0 0 0,0 0 1 0 0,0 0-1 0 0,0 0 0 0 0,0 0 1 0 0,0 1-1 0 0,0-1 0 0 0,0 0 1 0 0,0 0-1 0 0,0 0 1 0 0,0 0-1 0 0,0 0 0 0 0,1 0 1 0 0,-1 0-1 0 0,6-1 660 0 0,7-5-180 0 0,80-31 575 0 0,-89 36-970 0 0,-1-1 0 0 0,1 0 0 0 0,-1 1 0 0 0,1 0 0 0 0,-1 0 0 0 0,1 0 0 0 0,5 0 0 0 0,-9 1-85 0 0,1 0 0 0 0,-1 0 0 0 0,1 0 0 0 0,-1 0 0 0 0,1 0 0 0 0,-1 0-1 0 0,1 0 1 0 0,-1 1 0 0 0,1-1 0 0 0,-1 0 0 0 0,0 0 0 0 0,1 0 0 0 0,-1 1 0 0 0,1-1 0 0 0,-1 0 0 0 0,1 1 0 0 0,-1-1 0 0 0,0 0 0 0 0,1 1 0 0 0,-1-1 0 0 0,1 1 0 0 0,-1 0-4 0 0,1 1 0 0 0,-1-1 0 0 0,1 1 1 0 0,-1-1-1 0 0,0 0 0 0 0,1 1 0 0 0,-1-1 0 0 0,0 1 0 0 0,0-1 0 0 0,0 3 1 0 0,0 105 1200 0 0,1-109-1208 0 0,-1-1-1 0 0,0 1 1 0 0,1 0-1 0 0,-1 0 1 0 0,1 0-1 0 0,-1 0 0 0 0,1 0 1 0 0,-1 0-1 0 0,0 0 1 0 0,1-1-1 0 0,-1 1 0 0 0,1 0 1 0 0,-1 0-1 0 0,0-1 1 0 0,1 1-1 0 0,-1 0 0 0 0,1 0 1 0 0,-1-1-1 0 0,0 1 1 0 0,1-1-1 0 0,-1-2 34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6:38.2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76 17791 0 0,'3'-3'883'0'0,"10"1"513"0"0,8 2 100 0 0,-18 0-1476 0 0,104-3 1249 0 0,-87 0-1117 0 0,0 0-1 0 0,40-12 1 0 0,-11-4 192 0 0,-32 12 60 0 0,-1 1 0 0 0,32-8 0 0 0,-38 14-200 0 0,-2 0-35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1.2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14 337 13768 0 0,'0'6'0'0'0,"0"6"85"0"0,0-11-33 0 0,0 0 0 0 0,0 0 0 0 0,0 0 0 0 0,0 1 0 0 0,0-1 0 0 0,0 0 0 0 0,0 0 0 0 0,0 0 0 0 0,-1 1 1 0 0,1-1-1 0 0,0 0 0 0 0,-2 2 0 0 0,1-1 34 0 0,0 0 0 0 0,1-1 0 0 0,-1 1 0 0 0,0 0 0 0 0,1 0 0 0 0,-1 0 1 0 0,1 0-1 0 0,0 4 0 0 0,-2 0 89 0 0,1-4-86 0 0,1 0 0 0 0,-1 0-1 0 0,1 0 1 0 0,-1 0 0 0 0,1 0-1 0 0,0 0 1 0 0,0 1 0 0 0,0-1 0 0 0,0 0-1 0 0,0 0 1 0 0,1 4 0 0 0,1 0 151 0 0,0 20 968 0 0,-1 17 2728 0 0,3-56-3841 0 0,-2 1 0 0 0,1-1 0 0 0,-2 0 0 0 0,1-24 0 0 0,1-3 34 0 0,-1 20-78 0 0,14-116 268 0 0,-11 111-237 0 0,0 1 0 0 0,2 0-1 0 0,13-33 1 0 0,-18 51-59 0 0,1 1 1 0 0,0 0-1 0 0,0 0 0 0 0,1 0 0 0 0,-1 1 1 0 0,1-1-1 0 0,0 1 0 0 0,0 0 1 0 0,1 0-1 0 0,-1 0 0 0 0,1 1 1 0 0,9-6-1 0 0,-7 5 37 0 0,1 0 0 0 0,0 1 0 0 0,0 0 0 0 0,0 0 0 0 0,0 1 0 0 0,1 0 0 0 0,-1 0 0 0 0,10 0 0 0 0,-17 2-35 0 0,0 0 0 0 0,0 0 0 0 0,0 0 1 0 0,0 0-1 0 0,0 0 0 0 0,0 0 0 0 0,1 1 0 0 0,-1-1 1 0 0,0 0-1 0 0,0 0 0 0 0,0 1 0 0 0,0-1 1 0 0,0 1-1 0 0,0-1 0 0 0,0 1 0 0 0,0 0 1 0 0,0-1-1 0 0,0 1 0 0 0,0 0 0 0 0,-1-1 0 0 0,2 3 1 0 0,0-2 13 0 0,-1 1 0 0 0,0 0 0 0 0,0 0 0 0 0,0 0 0 0 0,-1 0 1 0 0,1 0-1 0 0,0 0 0 0 0,-1 0 0 0 0,1 0 0 0 0,-1 4 0 0 0,1 1 33 0 0,-1-1 0 0 0,-1 0 0 0 0,1 1 0 0 0,-1-1-1 0 0,0 0 1 0 0,0 0 0 0 0,-3 7 0 0 0,1-6 3 0 0,0 0 0 0 0,-1 0 0 0 0,1 0 0 0 0,-2-1 0 0 0,1 1 0 0 0,-1-1 0 0 0,-10 10 0 0 0,-3 2 161 0 0,-23 15 0 0 0,12-10 20 0 0,2-5 79 0 0,22-15-197 0 0,0 0 0 0 0,0 1 0 0 0,0-1 0 0 0,-5 6 0 0 0,10-9-133 0 0,-1 1 1 0 0,1 0 0 0 0,-1-1 0 0 0,1 1-1 0 0,0 0 1 0 0,0 0 0 0 0,-1-1-1 0 0,1 1 1 0 0,0 0 0 0 0,0 0-1 0 0,0 0 1 0 0,0 0 0 0 0,-1-1-1 0 0,1 1 1 0 0,0 0 0 0 0,1 0-1 0 0,-1 0 1 0 0,0-1 0 0 0,0 1-1 0 0,0 0 1 0 0,0 0 0 0 0,1 0-1 0 0,-1-1 1 0 0,0 1 0 0 0,1 0-1 0 0,-1 0 1 0 0,1-1 0 0 0,-1 1-1 0 0,0 0 1 0 0,1-1 0 0 0,0 2-1 0 0,23 23-29 0 0,-19-20 40 0 0,5 3-13 0 0,-1-1-1 0 0,1 0 1 0 0,0 0 0 0 0,1-2-1 0 0,0 1 1 0 0,0-1 0 0 0,0 0-1 0 0,17 4 1 0 0,3 0 28 0 0,-25-6-22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1.5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145 130 14368 0 0,'4'-4'271'0'0,"0"0"0"0"0,0 0 1 0 0,-1 0-1 0 0,0-1 0 0 0,0 1 1 0 0,0-1-1 0 0,3-7 1 0 0,-5 10-158 0 0,0 0 1 0 0,-1 0-1 0 0,1-1 1 0 0,-1 1-1 0 0,1-1 1 0 0,-1 1 0 0 0,0-1-1 0 0,0 1 1 0 0,0 0-1 0 0,0-1 1 0 0,0 1-1 0 0,-1-1 1 0 0,1 1 0 0 0,-1 0-1 0 0,0-1 1 0 0,1 1-1 0 0,-1 0 1 0 0,-2-4-1 0 0,1 2-109 0 0,0 1-1 0 0,1 0 0 0 0,-1 0 0 0 0,0 0 0 0 0,-1 0 0 0 0,1 1 0 0 0,0-1 0 0 0,-1 0 1 0 0,-5-3-1 0 0,6 5 0 0 0,0 0 0 0 0,0 0 0 0 0,0 0 0 0 0,0 1 0 0 0,0-1 0 0 0,0 1 0 0 0,0-1 0 0 0,0 1 0 0 0,0 0 0 0 0,0 0 0 0 0,0 0 0 0 0,0 0 0 0 0,0 0 0 0 0,0 0 0 0 0,0 1 0 0 0,0-1 0 0 0,0 1 0 0 0,-2 0 0 0 0,-2 1 44 0 0,1-1 0 0 0,-1 1 1 0 0,1 0-1 0 0,0 0 0 0 0,0 1 1 0 0,0 0-1 0 0,0-1 0 0 0,0 2 1 0 0,1-1-1 0 0,-1 1 0 0 0,1-1 1 0 0,0 1-1 0 0,0 0 0 0 0,1 0 1 0 0,-1 1-1 0 0,1-1 0 0 0,0 1 0 0 0,0 0 1 0 0,0 0-1 0 0,0 0 0 0 0,1 0 1 0 0,0 0-1 0 0,0 1 0 0 0,-1 7 1 0 0,2-6 28 0 0,-1 2 181 0 0,1-1-1 0 0,0 1 0 0 0,0-1 0 0 0,1 11 0 0 0,1-16-181 0 0,-1 0 1 0 0,1 0-1 0 0,-1 0 1 0 0,1 0-1 0 0,0-1 1 0 0,0 1-1 0 0,0 0 1 0 0,1-1-1 0 0,-1 1 1 0 0,1-1-1 0 0,-1 1 1 0 0,1-1 0 0 0,0 0-1 0 0,0 1 1 0 0,0-1-1 0 0,3 2 1 0 0,-1-1 3 0 0,0 0-1 0 0,0 0 1 0 0,0-1 0 0 0,1 0 0 0 0,-1 1 0 0 0,1-2 0 0 0,-1 1 0 0 0,1 0 0 0 0,0-1 0 0 0,0 0 0 0 0,-1 0 0 0 0,1 0 0 0 0,0-1-1 0 0,0 0 1 0 0,9 0 0 0 0,3-2 112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1.7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18295 0 0,'9'157'3558'0'0,"0"24"988"0"0,-15-129-4106 0 0,3-36-85 0 0,0 25 1 0 0,3-36-243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 14872 0 0,'0'-3'0'0'0,"4"1"0"0"0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2.3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42 14872 0 0,'31'-5'5938'0'0,"123"-14"-4029"0"0,-115 13-1632 0 0,49-1 0 0 0,-62 5-162 0 0,-19 1-61 0 0,0 0 1 0 0,-1 1-1 0 0,1-1 1 0 0,0 2-1 0 0,-1-1 0 0 0,9 2 1 0 0,-10-1 15 0 0,0-1 2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2.6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16575 0 0,'19'-1'509'0'0,"18"1"1849"0"0,-35 1-2256 0 0,-1-1 0 0 0,1 0 0 0 0,0 1 0 0 0,0-1 0 0 0,0 1 0 0 0,0 0 0 0 0,-1-1 0 0 0,1 1 0 0 0,0 0 0 0 0,-1 0 0 0 0,1 0 0 0 0,-1 0 0 0 0,1 1 0 0 0,-1-1 0 0 0,3 2 0 0 0,1 4 12 0 0,0 0 0 0 0,0 1-1 0 0,0-1 1 0 0,-1 1 0 0 0,0 0 0 0 0,-1 0-1 0 0,0 1 1 0 0,0-1 0 0 0,-1 0 0 0 0,0 1 0 0 0,0 0-1 0 0,-1 0 1 0 0,0-1 0 0 0,-1 1 0 0 0,1 0-1 0 0,-2 0 1 0 0,-1 9 0 0 0,1-12 5 0 0,0 0 0 0 0,-1 0 0 0 0,0-1 0 0 0,-1 1-1 0 0,1 0 1 0 0,-1-1 0 0 0,0 0 0 0 0,0 1 0 0 0,-1-1 0 0 0,-6 7 0 0 0,-4 8 549 0 0,13-19-574 0 0,-1 1-1 0 0,1 0 1 0 0,-1-1 0 0 0,1 1-1 0 0,-1-1 1 0 0,1 1 0 0 0,-1-1-1 0 0,0 0 1 0 0,0 1 0 0 0,0-1-1 0 0,0 0 1 0 0,0 0 0 0 0,-3 1 0 0 0,5-2-61 0 0,-1 0-1 0 0,0 0 1 0 0,0 0 0 0 0,1 0 0 0 0,-1 1 0 0 0,0-1 0 0 0,0 0 0 0 0,0 0 0 0 0,1-1 0 0 0,-1 1 0 0 0,0 0 0 0 0,0 0 0 0 0,0 0 0 0 0,1 0 0 0 0,-1-1 0 0 0,0 1 0 0 0,1 0 0 0 0,-1-1 0 0 0,0 1 0 0 0,0 0 0 0 0,1-1 0 0 0,-1 1 0 0 0,1-1 0 0 0,-1 1 0 0 0,0-1 0 0 0,1 0 0 0 0,-1 1 0 0 0,1-1 0 0 0,-1 1 0 0 0,1-1 0 0 0,0 0 0 0 0,-1 1 0 0 0,1-1 0 0 0,0 0 0 0 0,-1 0 0 0 0,1 1 0 0 0,0-2 0 0 0,0 0 11 0 0,0 0-1 0 0,0-1 1 0 0,0 1 0 0 0,0 0-1 0 0,1 0 1 0 0,-1 0-1 0 0,1-1 1 0 0,0 1 0 0 0,0 0-1 0 0,-1 0 1 0 0,3-3 0 0 0,0 0 17 0 0,4-11 87 0 0,2 0 0 0 0,0 1 0 0 0,1 1 0 0 0,1-1-1 0 0,21-22 1 0 0,7 3 84 0 0,-27 24-192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2.8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 1 16783 0 0,'0'2'147'0'0,"0"0"0"0"0,-1 1-1 0 0,1-1 1 0 0,-1 0 0 0 0,1 0-1 0 0,-1 1 1 0 0,0-1 0 0 0,-1 2-1 0 0,1-1 44 0 0,0-1 1 0 0,0 0-1 0 0,0 0 0 0 0,1 1 0 0 0,-1-1 1 0 0,1 0-1 0 0,-1 1 0 0 0,1 2 0 0 0,-1 21 1676 0 0,2 31 627 0 0,6-43-2188 0 0,-6-11-233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3.0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 17487 0 0,'5'-3'0'0'0,"-2"3"376"0"0,-3-2 384 0 0,1 2-376 0 0,2-3 168 0 0,1 3 0 0 0,-3 0 8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3.3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0 154 16384 0 0,'1'4'269'0'0,"-1"0"0"0"0,1 0 1 0 0,0-1-1 0 0,0 1 0 0 0,0 0 1 0 0,0-1-1 0 0,1 1 0 0 0,2 4 1 0 0,6 17 1233 0 0,-10-24-1461 0 0,0-1-1 0 0,0 1 1 0 0,0-1-1 0 0,0 0 0 0 0,0 1 1 0 0,0-1-1 0 0,0 0 1 0 0,0 1-1 0 0,0-1 1 0 0,1 0-1 0 0,-1 1 0 0 0,0-1 1 0 0,0 0-1 0 0,0 1 1 0 0,0-1-1 0 0,1 0 1 0 0,-1 1-1 0 0,0-1 0 0 0,0 0 1 0 0,1 1-1 0 0,-1-1 1 0 0,0 0-1 0 0,0 0 0 0 0,1 1 1 0 0,-1-1-1 0 0,0 0 1 0 0,1 0-1 0 0,-1 0 1 0 0,0 0-1 0 0,1 1 0 0 0,-1-1 1 0 0,0 0-1 0 0,1 0 1 0 0,-1 0-1 0 0,0 0 1 0 0,1 0-1 0 0,-1 0 0 0 0,1 0 1 0 0,-1 0-1 0 0,0 0 1 0 0,1 0-1 0 0,-1 0 0 0 0,0 0 1 0 0,1 0-1 0 0,-1 0 1 0 0,1 0-1 0 0,-1 0 1 0 0,0-1-1 0 0,1 1 0 0 0,-1 0 1 0 0,0 0-1 0 0,1 0 1 0 0,-1-1-1 0 0,0 1 1 0 0,0 0-1 0 0,1 0 0 0 0,-1-1 1 0 0,0 1-1 0 0,0 0 1 0 0,1-1-1 0 0,16-21 1069 0 0,-15 19-1203 0 0,10-14 379 0 0,-2-1 0 0 0,11-24 0 0 0,-13 26-38 0 0,0 0 1 0 0,1 0-1 0 0,15-20 0 0 0,-21 32-153 0 0,-1 1 1 0 0,1 1 0 0 0,0-1-1 0 0,0 0 1 0 0,0 1-1 0 0,0-1 1 0 0,0 1 0 0 0,1 0-1 0 0,-1 0 1 0 0,1 0-1 0 0,-1 1 1 0 0,1-1-1 0 0,0 1 1 0 0,0 0 0 0 0,-1 0-1 0 0,1 0 1 0 0,0 0-1 0 0,0 1 1 0 0,0 0 0 0 0,0 0-1 0 0,0 0 1 0 0,0 0-1 0 0,0 0 1 0 0,0 1 0 0 0,7 1-1 0 0,-2 2 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3.5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133 131 15272 0 0,'1'0'117'0'0,"1"1"1"0"0,-1-1-1 0 0,0 0 1 0 0,1 0-1 0 0,-1 1 1 0 0,1-1 0 0 0,-1 0-1 0 0,1 0 1 0 0,-1 0-1 0 0,0-1 1 0 0,1 1-1 0 0,-1 0 1 0 0,1-1 0 0 0,-1 1-1 0 0,0 0 1 0 0,1-1-1 0 0,-1 0 1 0 0,0 1 0 0 0,0-1-1 0 0,1 0 1 0 0,1-1-1 0 0,14-6 1035 0 0,-14 7-1029 0 0,0 0-1 0 0,0 0 1 0 0,0 0-1 0 0,0 0 1 0 0,0-1 0 0 0,0 1-1 0 0,0-1 1 0 0,-1 0-1 0 0,1 0 1 0 0,-1 0 0 0 0,1 0-1 0 0,-1 0 1 0 0,0-1-1 0 0,0 1 1 0 0,0-1 0 0 0,0 1-1 0 0,0-1 1 0 0,0 0-1 0 0,-1 1 1 0 0,3-6 0 0 0,3-5 44 0 0,-6 11-125 0 0,0 0 0 0 0,0 0 0 0 0,1-1 0 0 0,-1 1 0 0 0,-1 0 0 0 0,2-5 0 0 0,-2 6-17 0 0,1 0 0 0 0,-1 0-1 0 0,0 0 1 0 0,-1 0 0 0 0,1 0 0 0 0,0 0 0 0 0,0 0-1 0 0,0 0 1 0 0,-1 0 0 0 0,1 0 0 0 0,0 0 0 0 0,-1 0 0 0 0,1 0-1 0 0,-1 0 1 0 0,1 0 0 0 0,-1 1 0 0 0,0-1 0 0 0,1 0 0 0 0,-1 0-1 0 0,-1-1 1 0 0,-3-3 238 0 0,4 4-227 0 0,1 0-1 0 0,-1 1 0 0 0,0-1 0 0 0,0 0 1 0 0,0 0-1 0 0,1 1 0 0 0,-1-1 0 0 0,0 0 0 0 0,0 1 1 0 0,0-1-1 0 0,0 1 0 0 0,0-1 0 0 0,0 1 0 0 0,0 0 1 0 0,0-1-1 0 0,0 1 0 0 0,0 0 0 0 0,-1 0 1 0 0,1 0-1 0 0,-2 0 0 0 0,-5-1 116 0 0,-1 1 0 0 0,0 0 1 0 0,1 0-1 0 0,-1 1 0 0 0,0 0 0 0 0,1 1 0 0 0,-1 0 1 0 0,1 0-1 0 0,-16 7 0 0 0,18-6-40 0 0,0 0-1 0 0,0 1 1 0 0,1 0 0 0 0,-1 0-1 0 0,1 1 1 0 0,0-1 0 0 0,0 1-1 0 0,0 0 1 0 0,1 1 0 0 0,0-1-1 0 0,0 1 1 0 0,0-1 0 0 0,-3 8-1 0 0,0 3 136 0 0,0 0 0 0 0,0 1 0 0 0,2-1 1 0 0,0 1-1 0 0,1 1 0 0 0,-2 19 0 0 0,6-34-196 0 0,0-1 0 0 0,-1 0 0 0 0,1 0 0 0 0,0 0 0 0 0,1 0 0 0 0,-1 0 0 0 0,0 0 0 0 0,1 0 0 0 0,-1 1 0 0 0,1-1 0 0 0,-1 0 0 0 0,1 0 0 0 0,0 0 0 0 0,0-1 0 0 0,0 1 0 0 0,0 0 0 0 0,0 0-1 0 0,0 0 1 0 0,1-1 0 0 0,-1 1 0 0 0,1-1 0 0 0,-1 1 0 0 0,4 2 0 0 0,-2-2-6 0 0,0-1 0 0 0,1 1-1 0 0,-1 0 1 0 0,0-1 0 0 0,1 0-1 0 0,-1 0 1 0 0,1 0 0 0 0,0 0-1 0 0,-1-1 1 0 0,1 1-1 0 0,-1-1 1 0 0,1 0 0 0 0,4 0-1 0 0,0-1-13 0 0,80-7 266 0 0,-75 6-245 0 0,0-1-1 0 0,0 0 1 0 0,-1 0 0 0 0,22-11-1 0 0,-9 2 22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3.9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0 119 18791 0 0,'8'-1'1726'0'0,"-8"1"-1554"0"0,1-1-1 0 0,0 1 1 0 0,0 0-1 0 0,-1 0 1 0 0,1 0-1 0 0,0 0 1 0 0,0 0-1 0 0,-1 0 1 0 0,1 0-1 0 0,0 0 1 0 0,0 0-1 0 0,0 0 1 0 0,-1 0 0 0 0,1 0-1 0 0,0 0 1 0 0,0 1-1 0 0,-1-1 1 0 0,1 0-1 0 0,0 1 1 0 0,0 0-1 0 0,31 20 1421 0 0,25 20-806 0 0,-51-36-735 0 0,0 0 0 0 0,-1 1 0 0 0,0-1 1 0 0,0 1-1 0 0,0 0 0 0 0,-1 1 0 0 0,4 7 0 0 0,-6-8 29 0 0,0 0 1 0 0,-1 0-1 0 0,0 0 1 0 0,0 0-1 0 0,-1 0 1 0 0,1 0-1 0 0,-2 0 1 0 0,1 0-1 0 0,-1 8 1 0 0,1-14-81 0 0,-1 3 41 0 0,0-1 0 0 0,0 1 0 0 0,0 0 0 0 0,0 0 0 0 0,-1-1-1 0 0,1 1 1 0 0,0-1 0 0 0,-1 1 0 0 0,-3 3 0 0 0,-19 19 398 0 0,21-23-354 0 0,-1 1 1 0 0,1-1-1 0 0,0 0 0 0 0,-1 0 0 0 0,1 0 0 0 0,-1-1 1 0 0,1 1-1 0 0,-1-1 0 0 0,0 0 0 0 0,-4 1 0 0 0,7-2-68 0 0,1 0 0 0 0,-1 0-1 0 0,0 0 1 0 0,1 0-1 0 0,-1-1 1 0 0,1 1-1 0 0,-1 0 1 0 0,0 0 0 0 0,1-1-1 0 0,-1 1 1 0 0,0 0-1 0 0,1-1 1 0 0,-1 1-1 0 0,1 0 1 0 0,-1-1 0 0 0,1 1-1 0 0,-1-1 1 0 0,1 1-1 0 0,-1-1 1 0 0,1 1-1 0 0,0-1 1 0 0,-1 1 0 0 0,1-1-1 0 0,-1 0 1 0 0,1 1-1 0 0,0-1 1 0 0,0 1-1 0 0,-1-1 1 0 0,1 0 0 0 0,0 1-1 0 0,0-1 1 0 0,0 0-1 0 0,0 1 1 0 0,0-1-1 0 0,0 0 1 0 0,0 1 0 0 0,0-1-1 0 0,0 0 1 0 0,0 1-1 0 0,0-1 1 0 0,0 0-1 0 0,1 0 1 0 0,0-5 22 0 0,0 1-1 0 0,1-1 1 0 0,3-8-1 0 0,4-7 8 0 0,1 0 0 0 0,0 1 0 0 0,2 1 0 0 0,0 0 0 0 0,2 0 1 0 0,0 1-1 0 0,1 1 0 0 0,21-20 0 0 0,-6 10 26 0 0,1 1 0 0 0,1 2 0 0 0,41-24 0 0 0,-70 45-55 0 0,-2 2-10 0 0,0 1 0 0 0,0-1 1 0 0,-1 0-1 0 0,1 1 0 0 0,0-1 0 0 0,0 1 0 0 0,0-1 0 0 0,0 1 0 0 0,0-1 1 0 0,0 1-1 0 0,0 0 0 0 0,0 0 0 0 0,1-1 8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4.7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16072 0 0,'0'-1'78'0'0,"1"10"4701"0"0,2 11-5037 0 0,6 55 538 0 0,-7-51-176 0 0,-2-21-90 0 0,0-1 0 0 0,1 1 0 0 0,-1 0 0 0 0,1 0 0 0 0,-1 0 0 0 0,1-1 0 0 0,2 4 0 0 0,0 3 58 0 0,-3-7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7.2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199 1 13464 0 0,'-61'2'3095'0'0,"51"2"-2455"0"0,4-2-442 0 0,4-1-133 0 0,0-1 0 0 0,0 1 0 0 0,0 0 0 0 0,0 0 0 0 0,0 0 0 0 0,0 1 0 0 0,0-1 0 0 0,0 0 0 0 0,1 1 0 0 0,-1-1 0 0 0,-1 3 0 0 0,-21 19 608 0 0,16-14-483 0 0,0 0 0 0 0,0 1 0 0 0,1 0 1 0 0,-12 22-1 0 0,6-2-14 0 0,11-25-131 0 0,0-1 1 0 0,1 1 0 0 0,-1 0-1 0 0,1 0 1 0 0,0 0-1 0 0,0-1 1 0 0,1 1 0 0 0,0 0-1 0 0,0 6 1 0 0,0-10-34 0 0,0-1 0 0 0,0 1 0 0 0,0 0 0 0 0,0-1 0 0 0,0 1 0 0 0,0-1 0 0 0,0 1 0 0 0,0 0 0 0 0,0-1 0 0 0,1 1 0 0 0,-1-1 1 0 0,0 1-1 0 0,0-1 0 0 0,1 1 0 0 0,-1 0 0 0 0,0-1 0 0 0,1 1 0 0 0,-1-1 0 0 0,1 0 0 0 0,-1 1 0 0 0,0-1 0 0 0,1 1 0 0 0,-1-1 0 0 0,1 0 0 0 0,0 1 0 0 0,1 0 6 0 0,-1-1-1 0 0,0 1 0 0 0,1-1 1 0 0,-1 0-1 0 0,1 0 0 0 0,-1 0 1 0 0,0 0-1 0 0,1 0 1 0 0,-1 0-1 0 0,1 0 0 0 0,2-1 1 0 0,2 0 13 0 0,1-1 1 0 0,-1 0 0 0 0,0-1 0 0 0,1 0 0 0 0,9-6 0 0 0,-6 4-18 0 0,-3 2 6 0 0,-1-1-1 0 0,0 0 1 0 0,12-9-1 0 0,8-8 24 0 0,-16 11 2 0 0,-5 6-31 0 0,-3 2-7 0 0,-1 1 0 0 0,1-1 0 0 0,-1 0 0 0 0,0 0 0 0 0,1 1 0 0 0,-1-1 0 0 0,0 0 0 0 0,0 0 0 0 0,0 0 0 0 0,1-4 0 0 0,2-4 172 0 0,-1 1 0 0 0,0-1 1 0 0,-1 0-1 0 0,0 0 0 0 0,1-12 1 0 0,-3 22 118 0 0,-2 8 304 0 0,-4 8-345 0 0,-34 231 1570 0 0,38-234-1631 0 0,-1-1 0 0 0,-1 0 0 0 0,1 1 0 0 0,-2-1 0 0 0,-6 12 1 0 0,6-13-50 0 0,5-10-133 0 0,-1 0 0 0 0,1 0 1 0 0,0 0-1 0 0,0 0 1 0 0,-1 0-1 0 0,1 0 1 0 0,0 0-1 0 0,0 0 1 0 0,0 0-1 0 0,0 0 0 0 0,0 0 1 0 0,0 0-1 0 0,0 0 1 0 0,1 0-1 0 0,-1 0 1 0 0,0 0-1 0 0,1 0 1 0 0,-1 0-1 0 0,0 0 1 0 0,1 0-1 0 0,-1 0 0 0 0,1 0 1 0 0,-1-1-1 0 0,1 1 1 0 0,0 0-1 0 0,-1 0 1 0 0,1-1-1 0 0,0 1 1 0 0,-1 0-1 0 0,3 0 1 0 0,4 6 119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7.7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1 127 17687 0 0,'1'3'350'0'0,"7"0"1066"0"0,13-3 1070 0 0,-14 0-2235 0 0,51 0 540 0 0,86 1 187 0 0,-107 4-743 0 0,-24-3-107 0 0,0-1-1 0 0,22 1 1 0 0,81-3 614 0 0,-64 2-109 0 0,73-7 1 0 0,-105 4-454 0 0,-12 1-25 0 0,1 1 0 0 0,-1-2 1 0 0,0 1-1 0 0,1-1 0 0 0,-1 0 0 0 0,9-4 0 0 0,-17 6-115 0 0,1 0 0 0 0,-1-1 0 0 0,1 1-1 0 0,-1 0 1 0 0,1 0 0 0 0,-1 0-1 0 0,1 0 1 0 0,-1-1 0 0 0,1 1-1 0 0,-1 0 1 0 0,1 0 0 0 0,-1-1 0 0 0,0 1-1 0 0,1 0 1 0 0,-1-1 0 0 0,0 1-1 0 0,1-1 1 0 0,-1 1 0 0 0,0 0-1 0 0,1-1 1 0 0,-1 1 0 0 0,0-1 0 0 0,0 1-1 0 0,1-1 1 0 0,-1 1 0 0 0,0-1-1 0 0,0 1 1 0 0,0-1 0 0 0,0 1-1 0 0,0-1 1 0 0,0 1 0 0 0,1-1 0 0 0,-1 1-1 0 0,-1-1 1 0 0,1 0 0 0 0,-1 0 19 0 0,0-1 1 0 0,0 0-1 0 0,-1 1 1 0 0,1 0-1 0 0,-1-1 1 0 0,1 1-1 0 0,-1 0 1 0 0,-2-2-1 0 0,-2-1 4 0 0,-13-8 51 0 0,-2 0 0 0 0,-28-12 0 0 0,22 11-41 0 0,-21-5 8 0 0,18 7-34 0 0,57 22-209 0 0,0-1 59 0 0,26 14-1 0 0,-45-21 89 0 0,-1 2-1 0 0,0-1 0 0 0,0 1 0 0 0,0 1 0 0 0,0-1 0 0 0,-1 1 0 0 0,0 0 0 0 0,7 8 0 0 0,-12-11 10 0 0,0-1-1 0 0,0 0 1 0 0,0 0-1 0 0,0 1 1 0 0,0-1-1 0 0,-1 1 1 0 0,1-1-1 0 0,-1 1 1 0 0,0-1 0 0 0,1 5-1 0 0,-4 26-19 0 0,2-30 25 0 0,0 0 1 0 0,-1 0-1 0 0,1 1 0 0 0,-1-1 1 0 0,1 0-1 0 0,-1 0 0 0 0,0 0 1 0 0,0-1-1 0 0,0 1 1 0 0,-1 0-1 0 0,-2 2 0 0 0,-32 26 3 0 0,32-27-3 0 0,-19 13 20 0 0,-1-1-1 0 0,-40 20 1 0 0,60-32-2 0 0,3-1 6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8.3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61 45 17887 0 0,'-2'0'31'0'0,"-4"-1"113"0"0,-1-1 87 0 0,-5 0 203 0 0,4 1-53 0 0,5 1-163 0 0,2-1-138 0 0,0 1-1 0 0,0-1 1 0 0,0 1-1 0 0,0 0 1 0 0,0 0-1 0 0,-1 0 1 0 0,1-1-1 0 0,0 1 1 0 0,0 0-1 0 0,0 0 1 0 0,0 1-1 0 0,-1-1 1 0 0,1 0 0 0 0,-2 1-1 0 0,0 0 140 0 0,3-1-208 0 0,0 0 1 0 0,0 0-1 0 0,0 0 1 0 0,0 0-1 0 0,0 0 0 0 0,0 0 1 0 0,0 0-1 0 0,0 0 0 0 0,1 0 1 0 0,-1 0-1 0 0,0 0 1 0 0,0 0-1 0 0,0 0 0 0 0,0 1 1 0 0,0-1-1 0 0,0 0 1 0 0,0 0-1 0 0,0 0 0 0 0,0 0 1 0 0,0 0-1 0 0,0 0 0 0 0,0 0 1 0 0,0 0-1 0 0,0 0 1 0 0,0 0-1 0 0,0 0 0 0 0,0 1 1 0 0,0-1-1 0 0,0 0 1 0 0,0 0-1 0 0,0 0 0 0 0,0 0 1 0 0,0 0-1 0 0,0 0 0 0 0,-1 0 1 0 0,1 0-1 0 0,0 0 1 0 0,0 0-1 0 0,0 0 0 0 0,0 0 1 0 0,0 0-1 0 0,0 1 0 0 0,0-1 1 0 0,0 0-1 0 0,0 0 1 0 0,0 0-1 0 0,0 0 0 0 0,0 0 1 0 0,0 0-1 0 0,0 0 1 0 0,-1 0-1 0 0,1 0 0 0 0,0 0 1 0 0,35 34 1745 0 0,-16-20-1249 0 0,-17-13-462 0 0,0 1 0 0 0,-1-1 1 0 0,1 0-1 0 0,0 1 1 0 0,0-1-1 0 0,-1 1 1 0 0,1 0-1 0 0,-1 0 0 0 0,2 2 1 0 0,1 2 52 0 0,16 16 215 0 0,9 6-114 0 0,-24-22-150 0 0,2 1 76 0 0,0 0 0 0 0,0 0 1 0 0,1-1-1 0 0,-1 0 0 0 0,2 0 0 0 0,11 6 1 0 0,-17-13-39 0 0,-1 0 1 0 0,1 0 0 0 0,0 0 0 0 0,0 0-1 0 0,-1 0 1 0 0,5-3 0 0 0,-6 3-70 0 0,0 1 1 0 0,0 0-1 0 0,0-1 0 0 0,0 1 1 0 0,0-1-1 0 0,0 0 0 0 0,0 1 1 0 0,0-1-1 0 0,0 0 0 0 0,0 1 0 0 0,0-1 1 0 0,0 0-1 0 0,-1 0 0 0 0,2-1 1 0 0,8-10 234 0 0,-4 6-192 0 0,15-20 260 0 0,8-15 91 0 0,-23 35-345 0 0,-3 3-21 0 0,0 0 0 0 0,0-1-1 0 0,-1 1 1 0 0,1 0 0 0 0,-1-1-1 0 0,3-7 1 0 0,18-39 735 0 0,-20 45-396 0 0,1 0 0 0 0,-1 0-1 0 0,8-7 1 0 0,-10 11-242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8.7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39 109 16783 0 0,'6'6'755'0'0,"-6"-5"-641"0"0,0 0 0 0 0,1-1 1 0 0,-1 1-1 0 0,0-1 0 0 0,1 1 0 0 0,-1-1 1 0 0,0 1-1 0 0,1-1 0 0 0,-1 1 1 0 0,1-1-1 0 0,-1 0 0 0 0,1 1 0 0 0,-1-1 1 0 0,1 0-1 0 0,-1 1 0 0 0,1-1 1 0 0,-1 0-1 0 0,1 1 0 0 0,0-1 0 0 0,-1 0 1 0 0,1 0-1 0 0,-1 0 0 0 0,1 0 1 0 0,0 0-1 0 0,-1 1 0 0 0,1-1 0 0 0,-1 0 1 0 0,1 0-1 0 0,0-1 0 0 0,-1 1 1 0 0,1 0-1 0 0,0 0 0 0 0,-1 0 0 0 0,1 0 1 0 0,-1 0-1 0 0,1-1 0 0 0,0 1 1 0 0,-1 0-1 0 0,1 0 0 0 0,0-1 0 0 0,7-3 344 0 0,1 1 0 0 0,-1 0 0 0 0,10-1 0 0 0,-12 3-371 0 0,16-4 78 0 0,-17 4-140 0 0,-1 0 0 0 0,0-1 0 0 0,0 1 0 0 0,0-1 0 0 0,4-2 0 0 0,-5 3-11 0 0,2-1 11 0 0,-1 0 0 0 0,0 0 0 0 0,-1 0-1 0 0,1 0 1 0 0,0-1 0 0 0,-1 1-1 0 0,1-1 1 0 0,4-4 0 0 0,9-12 179 0 0,-17 18-188 0 0,1 0-1 0 0,-1 0 1 0 0,0 0-1 0 0,1 0 1 0 0,-1 0 0 0 0,0 0-1 0 0,0 0 1 0 0,0-1 0 0 0,0 1-1 0 0,0 0 1 0 0,0 0-1 0 0,-1 0 1 0 0,1 0 0 0 0,0 0-1 0 0,0 0 1 0 0,-1 0 0 0 0,1 0-1 0 0,-1 0 1 0 0,1 0 0 0 0,-1 0-1 0 0,1 0 1 0 0,-1 0-1 0 0,0 0 1 0 0,1 0 0 0 0,-1 0-1 0 0,0 0 1 0 0,0 1 0 0 0,-1-2-1 0 0,-4-1 37 0 0,2 1 21 0 0,0 0-1 0 0,-1 1 1 0 0,1-1-1 0 0,-1 1 1 0 0,0 0 0 0 0,0 0-1 0 0,1 0 1 0 0,-8 0 0 0 0,5 1-17 0 0,5 0-32 0 0,0 0 0 0 0,0 0 0 0 0,0 0 0 0 0,-1 0 0 0 0,1 0 0 0 0,0 0 0 0 0,0 1 0 0 0,0-1 0 0 0,0 1 0 0 0,0 0 0 0 0,-4 1 0 0 0,-16 6 154 0 0,12-2 18 0 0,-15 19 198 0 0,20-21-330 0 0,3-2-18 0 0,-1 0-1 0 0,1 0 0 0 0,0 0 0 0 0,0 1 0 0 0,0-1 1 0 0,-2 5-1 0 0,0-2 14 0 0,2-3-26 0 0,0 0-1 0 0,1 0 1 0 0,-1 0 0 0 0,1 1 0 0 0,-1-1 0 0 0,1 0 0 0 0,0 1 0 0 0,-2 4-1 0 0,-18 40 455 0 0,20-46-468 0 0,0 0 0 0 0,0 0 0 0 0,1 1 0 0 0,-1-1-1 0 0,1 0 1 0 0,-1 1 0 0 0,1-1 0 0 0,-1 0 0 0 0,1 1 0 0 0,0-1 0 0 0,-1 0 0 0 0,1 3-1 0 0,-1 9 170 0 0,1 26 180 0 0,1-38-351 0 0,-1 1 0 0 0,0-1 0 0 0,1 1 0 0 0,-1-1-1 0 0,1 0 1 0 0,-1 1 0 0 0,1-1 0 0 0,0 1 0 0 0,-1-1-1 0 0,1 0 1 0 0,0 0 0 0 0,0 0 0 0 0,0 1 0 0 0,0-1-1 0 0,0 0 1 0 0,0 0 0 0 0,0 0 0 0 0,0 0 0 0 0,1-1-1 0 0,-1 1 1 0 0,0 0 0 0 0,1 0 0 0 0,-1-1-1 0 0,0 1 1 0 0,1-1 0 0 0,-1 1 0 0 0,1-1 0 0 0,2 1-1 0 0,2 0 16 0 0,1-1 0 0 0,0 1 0 0 0,0-1 0 0 0,11-2-1 0 0,-10 2-15 0 0,62-8 56 0 0,-34 0-39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8.9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167 18 18991 0 0,'-3'-4'274'0'0,"-2"-3"551"0"0,4 6-771 0 0,1 1 0 0 0,0-1-1 0 0,-1 1 1 0 0,1-1 0 0 0,-1 1-1 0 0,1-1 1 0 0,-1 1 0 0 0,1 0-1 0 0,-1-1 1 0 0,1 1-1 0 0,-1 0 1 0 0,1-1 0 0 0,-1 1-1 0 0,0 0 1 0 0,1 0 0 0 0,-1 0-1 0 0,1-1 1 0 0,-1 1-1 0 0,0 0 1 0 0,0 0 0 0 0,-3 1 167 0 0,1 0 1 0 0,-1 0 0 0 0,1 0 0 0 0,-1 0-1 0 0,1 0 1 0 0,-1 1 0 0 0,1 0 0 0 0,0 0-1 0 0,0 0 1 0 0,0 0 0 0 0,-4 4 0 0 0,-6 6 361 0 0,-14 16 0 0 0,16-17-556 0 0,7-7 25 0 0,2-3-26 0 0,0 1-1 0 0,1-1 0 0 0,-1 1 1 0 0,1-1-1 0 0,-1 1 0 0 0,1 0 1 0 0,0 0-1 0 0,-1 0 0 0 0,0 2 1 0 0,0-1 2 0 0,-2 3 69 0 0,1 0-1 0 0,0 0 1 0 0,0 0-1 0 0,0 0 1 0 0,-2 8 0 0 0,2-6 43 0 0,2-5-33 0 0,0 1 0 0 0,0-1 0 0 0,0 1 0 0 0,0 0 0 0 0,1 4 0 0 0,0-7-81 0 0,0 0 0 0 0,0 0-1 0 0,0 0 1 0 0,1 0 0 0 0,-1 0-1 0 0,0 0 1 0 0,1 0 0 0 0,-1 0-1 0 0,1 0 1 0 0,-1 0 0 0 0,1 0-1 0 0,-1 0 1 0 0,1 0 0 0 0,0 0-1 0 0,0 0 1 0 0,-1 0 0 0 0,1-1-1 0 0,0 1 1 0 0,0 0 0 0 0,0-1-1 0 0,0 1 1 0 0,0 0 0 0 0,0-1-1 0 0,0 1 1 0 0,0-1 0 0 0,0 0-1 0 0,0 1 1 0 0,0-1 0 0 0,0 0-1 0 0,0 1 1 0 0,0-1 0 0 0,2 0-1 0 0,4 1 54 0 0,0-1-1 0 0,0 0 1 0 0,13-1 0 0 0,-16 1-65 0 0,90-9 379 0 0,-78 6-323 0 0,0 0-1 0 0,-1-1 1 0 0,26-10 0 0 0,-34 11-46 0 0,0-1 0 0 0,0 0-1 0 0,0 0 1 0 0,6-6 0 0 0,2-2 25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9.1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 8 16280 0 0,'0'0'28'0'0,"0"0"1"0"0,0-1 0 0 0,0 1-1 0 0,0 0 1 0 0,0 0 0 0 0,0-1-1 0 0,0 1 1 0 0,0 0 0 0 0,0 0-1 0 0,0-1 1 0 0,0 1 0 0 0,0 0-1 0 0,0 0 1 0 0,0-1 0 0 0,0 1-1 0 0,0 0 1 0 0,1 0 0 0 0,-1 0-1 0 0,0-1 1 0 0,0 1 0 0 0,0 0-1 0 0,0 0 1 0 0,0-1 0 0 0,1 1-1 0 0,-1 0 1 0 0,0 0 0 0 0,0 0-1 0 0,0 0 1 0 0,0-1 0 0 0,1 1-1 0 0,-1 0 1 0 0,0 0 0 0 0,0 0-1 0 0,1 0 1 0 0,-1 0 0 0 0,0 0-1 0 0,0 0 1 0 0,1 0 0 0 0,-1-1-1 0 0,0 1 1 0 0,0 0 0 0 0,1 0-1 0 0,-1 0 1 0 0,0 0 0 0 0,0 0-1 0 0,1 0 1 0 0,-1 0 0 0 0,0 1-1 0 0,1-1 1 0 0,-1 0 64 0 0,1 0-1 0 0,-1 0 0 0 0,1 1 1 0 0,0-1-1 0 0,-1 1 1 0 0,1-1-1 0 0,-1 0 1 0 0,1 1-1 0 0,-1-1 0 0 0,1 1 1 0 0,-1-1-1 0 0,1 1 1 0 0,-1-1-1 0 0,0 1 0 0 0,1 0 1 0 0,-1-1-1 0 0,1 2 1 0 0,3 14 198 0 0,-1 0 1 0 0,-1 1-1 0 0,0-1 0 0 0,-1 1 1 0 0,-2 17-1 0 0,1-19-153 0 0,1 25 58 0 0,0-17 11 0 0,-1-1 1 0 0,-1 1-1 0 0,-6 31 1 0 0,5-43 65 0 0,1 1 1 0 0,0 20 0 0 0,1-23-65 0 0,0-1 0 0 0,0 1 0 0 0,-1-1 0 0 0,0 1 1 0 0,-1-1-1 0 0,-2 11 0 0 0,1-10-15 0 0,2-7-80 0 0,0 1 0 0 0,0 0 0 0 0,0 0-1 0 0,0-1 1 0 0,0 1 0 0 0,-3 2 0 0 0,1-1 112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39.8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96 16687 0 0,'0'1'80'0'0,"1"-1"0"0"0,-1 1 0 0 0,1 0-1 0 0,-1-1 1 0 0,0 1 0 0 0,1 0 0 0 0,0-1-1 0 0,-1 1 1 0 0,1-1 0 0 0,-1 1 0 0 0,1-1-1 0 0,0 1 1 0 0,-1-1 0 0 0,1 1-1 0 0,0-1 1 0 0,0 0 0 0 0,-1 1 0 0 0,1-1-1 0 0,0 0 1 0 0,0 0 0 0 0,0 1 0 0 0,-1-1-1 0 0,1 0 1 0 0,0 0 0 0 0,0 0-1 0 0,0 0 1 0 0,-1 0 0 0 0,1 0 0 0 0,0 0-1 0 0,0 0 1 0 0,0-1 0 0 0,-1 1 0 0 0,1 0-1 0 0,1-1 1 0 0,6-1 116 0 0,0-1 0 0 0,0 1 0 0 0,0 1 0 0 0,0 0 0 0 0,0 0 0 0 0,13 1 0 0 0,14-3 67 0 0,76-17 133 0 0,-78 16-188 0 0,-33 4 309 0 0,0 8-137 0 0,-12 29 186 0 0,9-31-454 0 0,1 1 1 0 0,-1-1 0 0 0,1 1-1 0 0,1 0 1 0 0,-1 0-1 0 0,1 0 1 0 0,0 0 0 0 0,1 0-1 0 0,0 12 1 0 0,1-16-49 0 0,-1 0 0 0 0,1 0 1 0 0,0 0-1 0 0,0 0 0 0 0,0 0 0 0 0,0 0 0 0 0,0 0 1 0 0,1 0-1 0 0,-1 0 0 0 0,1 0 0 0 0,0-1 0 0 0,0 1 1 0 0,0-1-1 0 0,0 1 0 0 0,4 3 0 0 0,-2-3 4 0 0,0-1-1 0 0,0 0 0 0 0,0 1 1 0 0,0-1-1 0 0,0-1 0 0 0,0 1 1 0 0,0 0-1 0 0,1-1 0 0 0,-1 0 1 0 0,9 1-1 0 0,-6-1-6 0 0,5 1 76 0 0,1-1 0 0 0,19-1 0 0 0,-29 0-105 0 0,0 0 0 0 0,0 0-1 0 0,0-1 1 0 0,0 0 0 0 0,0 1 0 0 0,0-1 0 0 0,0 0 0 0 0,0 0-1 0 0,0-1 1 0 0,0 1 0 0 0,0-1 0 0 0,-1 1 0 0 0,1-1 0 0 0,0 0-1 0 0,-1 0 1 0 0,3-2 0 0 0,-4 2-12 0 0,-1 1-1 0 0,1 0 0 0 0,0-1 1 0 0,-1 1-1 0 0,1-1 1 0 0,0 0-1 0 0,-1 1 0 0 0,0-1 1 0 0,1 1-1 0 0,-1-1 0 0 0,0 0 1 0 0,0-1-1 0 0,-1-26 144 0 0,0 14-82 0 0,1 13-70 0 0,0-1 0 0 0,0 1 1 0 0,0 0-1 0 0,-1-1 0 0 0,1 1 0 0 0,-1 0 0 0 0,1-1 0 0 0,-1 1 0 0 0,0 0 0 0 0,0 0 1 0 0,0-1-1 0 0,-1 1 0 0 0,-2-4 0 0 0,0 2 17 0 0,0 0 0 0 0,-1-1 0 0 0,-9-6 0 0 0,10 8 22 0 0,0 0 0 0 0,0 0 0 0 0,0-1 0 0 0,0 1 0 0 0,1-1 0 0 0,-6-8-1 0 0,5 8 78 0 0,3 2 36 0 0,9-1-86 0 0,5-2-35 0 0,1 1-1 0 0,-1 0 1 0 0,1 1 0 0 0,0 0-1 0 0,0 2 1 0 0,0-1-1 0 0,0 2 1 0 0,1 0 0 0 0,16 2-1 0 0,-6-1 27 0 0,-21-1-47 0 0,0 0 0 0 0,1 0 0 0 0,-1 0 0 0 0,0 1 0 0 0,0 0 0 0 0,0-1 0 0 0,0 1 0 0 0,0 1 0 0 0,6 1-1 0 0,5 4 38 0 0,-14-7-49 0 0,1 0 0 0 0,-1 1 0 0 0,1-1 1 0 0,0 1-1 0 0,-1-1 0 0 0,1 1 0 0 0,-1 0 1 0 0,0 0-1 0 0,1 0 0 0 0,-1 0 0 0 0,1 0 0 0 0,-1 0 1 0 0,0 0-1 0 0,0 0 0 0 0,0 0 0 0 0,0 1 0 0 0,0-1 1 0 0,0 0-1 0 0,0 1 0 0 0,0-1 0 0 0,1 3 0 0 0,9 19 126 0 0,-10-22-120 0 0,0 1-1 0 0,0 0 1 0 0,0 0 0 0 0,0 0-1 0 0,0 0 1 0 0,0 0 0 0 0,0 0-1 0 0,0 0 1 0 0,-1 0 0 0 0,1 0-1 0 0,-1 0 1 0 0,0 0 0 0 0,1 0-1 0 0,-1 1 1 0 0,0-1 0 0 0,0 0-1 0 0,-1 4 1 0 0,-10 29 313 0 0,10-33-284 0 0,0 0 0 0 0,0 0 0 0 0,0 0 0 0 0,0-1-1 0 0,0 1 1 0 0,0 0 0 0 0,0-1 0 0 0,-1 1 0 0 0,1-1 0 0 0,-1 1-1 0 0,1-1 1 0 0,-1 1 0 0 0,1-1 0 0 0,-1 0 0 0 0,0 0 0 0 0,-2 1-1 0 0,4-2-36 0 0,0 0-1 0 0,0 0 0 0 0,0 0 0 0 0,-1 0 0 0 0,1 0 0 0 0,0 1 0 0 0,0-1 0 0 0,0 0 1 0 0,-1 0-1 0 0,1 0 0 0 0,0 0 0 0 0,0 0 0 0 0,0 0 0 0 0,-1 0 0 0 0,1 0 1 0 0,0-1-1 0 0,0 1 0 0 0,0 0 0 0 0,0 0 0 0 0,-1 0 0 0 0,1 0 0 0 0,0 0 1 0 0,0 0-1 0 0,0 0 0 0 0,0 0 0 0 0,-1 0 0 0 0,1 0 0 0 0,0-1 0 0 0,0 1 0 0 0,0 0 1 0 0,0 0-1 0 0,0 0 0 0 0,0 0 0 0 0,-1 0 0 0 0,1-1 0 0 0,0 1 0 0 0,0 0 1 0 0,0 0-1 0 0,0 0 0 0 0,0 0 0 0 0,0-1 0 0 0,0 1 0 0 0,0 0 0 0 0,0 0 1 0 0,0 0-1 0 0,0-1 0 0 0,0 1 0 0 0,0 0 0 0 0,0 0 0 0 0,0 0 0 0 0,0-1 0 0 0,0 1 1 0 0,0 0-1 0 0,0 0 0 0 0,0 0 0 0 0,0 0 0 0 0,0-1 0 0 0,0 1 0 0 0,1 0 1 0 0,4-17 208 0 0,-2 9-168 0 0,-1-4-5 0 0,2 0 0 0 0,0 0 0 0 0,0 0 0 0 0,1 1 1 0 0,1 0-1 0 0,0 0 0 0 0,0 0 0 0 0,1 1 0 0 0,0 0 0 0 0,1 0 0 0 0,11-11 0 0 0,-4 6 26 0 0,-11 11-38 0 0,0 0 0 0 0,1-1 1 0 0,-1 2-1 0 0,1-1 0 0 0,9-6 1 0 0,-1 7 214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0.9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52 69 19087 0 0,'0'-2'-1'0'0,"-1"1"-6"0"0,-1-1-1 0 0,-1 1 1 0 0,-2 0 42 0 0,4 1 45 0 0,0-1-25 0 0,0 1-1 0 0,0-1 0 0 0,0 1 0 0 0,0 0 0 0 0,0-1 0 0 0,0 1 0 0 0,0 0 0 0 0,-1 0 0 0 0,1 0 0 0 0,0 0 0 0 0,0 0 1 0 0,0 0-1 0 0,-2 1 0 0 0,-11 0 743 0 0,12-1-745 0 0,-5 0 598 0 0,10 2 65 0 0,3 4-50 0 0,-6-6-649 0 0,0 0-1 0 0,0 1 1 0 0,0-1-1 0 0,0 0 0 0 0,1 0 1 0 0,-1 1-1 0 0,0-1 1 0 0,0 0-1 0 0,0 1 1 0 0,1-1-1 0 0,-1 0 0 0 0,0 0 1 0 0,0 0-1 0 0,1 1 1 0 0,-1-1-1 0 0,0 0 0 0 0,1 0 1 0 0,-1 0-1 0 0,0 0 1 0 0,1 1-1 0 0,-1-1 1 0 0,0 0-1 0 0,1 0 0 0 0,-1 0 1 0 0,0 0-1 0 0,1 0 1 0 0,38 4 569 0 0,136-17-348 0 0,-48-5 199 0 0,-127 18-415 0 0,0 0-1 0 0,1 0 1 0 0,-1 0-1 0 0,0 0 1 0 0,1 0-1 0 0,-1 0 1 0 0,0 0-1 0 0,1 0 0 0 0,-1 0 1 0 0,0 0-1 0 0,1 0 1 0 0,-1 0-1 0 0,0 0 1 0 0,1-1-1 0 0,-1 1 1 0 0,0 0-1 0 0,1 0 1 0 0,-1 0-1 0 0,0-1 1 0 0,0 1-1 0 0,1 0 0 0 0,-1 0 1 0 0,0-1-1 0 0,-4-4 335 0 0,-12-2-45 0 0,-60-18 365 0 0,72 23-651 0 0,-15-2 91 0 0,26 5-139 0 0,0 0 0 0 0,0 0 0 0 0,0 0 1 0 0,0 1-1 0 0,-1 0 0 0 0,1 1 0 0 0,8 3 1 0 0,45 27-15 0 0,-56-31 35 0 0,-2-1 5 0 0,-1-1-1 0 0,1 1 1 0 0,-1 0-1 0 0,0 0 1 0 0,1 0 0 0 0,-1 0-1 0 0,0 0 1 0 0,0 0 0 0 0,0 0-1 0 0,0 0 1 0 0,0 0 0 0 0,0 1-1 0 0,0-1 1 0 0,0 0-1 0 0,0 1 1 0 0,-1-1 0 0 0,1 1-1 0 0,0-1 1 0 0,-1 1 0 0 0,1-1-1 0 0,-1 1 1 0 0,0-1 0 0 0,0 1-1 0 0,1-1 1 0 0,-1 1-1 0 0,0 0 1 0 0,0-1 0 0 0,0 1-1 0 0,-1-1 1 0 0,1 1 0 0 0,0 0-1 0 0,-1-1 1 0 0,1 1 0 0 0,0-1-1 0 0,-1 1 1 0 0,0-1 0 0 0,1 0-1 0 0,-1 1 1 0 0,0-1-1 0 0,0 1 1 0 0,0-1 0 0 0,0 0-1 0 0,0 0 1 0 0,0 0 0 0 0,0 0-1 0 0,0 1 1 0 0,-2 0 0 0 0,-9 8 126 0 0,-1 0 0 0 0,0 0 1 0 0,-25 13-1 0 0,33-20-15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1.6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101 17 16280 0 0,'0'-1'84'0'0,"0"1"1"0"0,0-1 0 0 0,0 1 0 0 0,0 0 0 0 0,0-1 0 0 0,-1 1-1 0 0,1-1 1 0 0,0 1 0 0 0,0-1 0 0 0,-1 1 0 0 0,1-1 0 0 0,0 1 0 0 0,-1 0-1 0 0,1-1 1 0 0,-1 1 0 0 0,1 0 0 0 0,0-1 0 0 0,-1 1 0 0 0,1 0 0 0 0,-1-1-1 0 0,1 1 1 0 0,-1 0 0 0 0,1 0 0 0 0,-1 0 0 0 0,1-1 0 0 0,-1 1 0 0 0,1 0-1 0 0,-1 0 1 0 0,0 0 0 0 0,-3-2 601 0 0,1 1-389 0 0,1 1-1 0 0,-1-1 0 0 0,0 0 1 0 0,0 1-1 0 0,1-1 1 0 0,-1 1-1 0 0,0 0 0 0 0,0 0 1 0 0,-4 0-1 0 0,3 1-236 0 0,3-1-15 0 0,-1-1 0 0 0,1 1 0 0 0,0 1-1 0 0,0-1 1 0 0,0 0 0 0 0,0 0 0 0 0,-1 0-1 0 0,1 0 1 0 0,0 1 0 0 0,0-1 0 0 0,0 1-1 0 0,0-1 1 0 0,0 1 0 0 0,-2 0 0 0 0,0 1 61 0 0,1-1-64 0 0,0 0 0 0 0,1 0 0 0 0,-1 0 0 0 0,0 1 0 0 0,1-1 0 0 0,-1 0 0 0 0,1 1 1 0 0,-1-1-1 0 0,1 1 0 0 0,-1 0 0 0 0,1-1 0 0 0,0 1 0 0 0,0 0 0 0 0,0 0 0 0 0,0 0 1 0 0,0 0-1 0 0,1 0 0 0 0,-1 0 0 0 0,0 0 0 0 0,1 0 0 0 0,-1 0 0 0 0,1 0 0 0 0,0 0 1 0 0,0 0-1 0 0,0 0 0 0 0,0 4 0 0 0,21 29 141 0 0,-12-26-113 0 0,-1-3-46 0 0,-4-3-7 0 0,0 0 0 0 0,-1 0 1 0 0,2 0-1 0 0,-1 0 0 0 0,0-1 0 0 0,6 3 0 0 0,-1-2 8 0 0,-5-1-1 0 0,1 0 0 0 0,-1 0 0 0 0,0 0-1 0 0,1 1 1 0 0,6 5 0 0 0,23 15 176 0 0,-18-12-93 0 0,-14-10-72 0 0,-1 1 1 0 0,1-1-1 0 0,-1 0 1 0 0,0 1-1 0 0,1-1 1 0 0,-1 1-1 0 0,0-1 0 0 0,0 1 1 0 0,2 3-1 0 0,0 0 88 0 0,-2-4-93 0 0,-1-1 0 0 0,1 1-1 0 0,-1 0 1 0 0,1 0 0 0 0,-1 0 0 0 0,0-1-1 0 0,1 1 1 0 0,-1 0 0 0 0,0 0 0 0 0,0 0-1 0 0,0 0 1 0 0,1 0 0 0 0,-1-1 0 0 0,0 1 0 0 0,0 0-1 0 0,0 0 1 0 0,0 0 0 0 0,-1 0 0 0 0,1 0-1 0 0,0 0 1 0 0,0-1 0 0 0,0 1 0 0 0,-1 0-1 0 0,1 0 1 0 0,0 0 0 0 0,-1 0 0 0 0,1-1-1 0 0,-1 1 1 0 0,1 0 0 0 0,-1 0 0 0 0,1-1-1 0 0,-2 2 1 0 0,-2 2 68 0 0,0 0 0 0 0,0 0 0 0 0,0-1 0 0 0,-1 1 0 0 0,-4 2 0 0 0,3-1-39 0 0,4-3-29 0 0,0 0 0 0 0,-1 0 0 0 0,1-1 1 0 0,0 1-1 0 0,-1-1 0 0 0,1 0 0 0 0,-1 1 0 0 0,1-1 1 0 0,-6 1-1 0 0,-26 10 311 0 0,-22 5 347 0 0,55-17-568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1.8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64 135 18391 0 0,'15'-8'0'0'0,"55"-7"2962"0"0,-31 3-2137 0 0,-16 4-434 0 0,-20 7-285 0 0,-1-1 0 0 0,1 1 1 0 0,0-1-1 0 0,-1 0 0 0 0,1 0 1 0 0,-1 1-1 0 0,0-2 1 0 0,1 1-1 0 0,-1 0 0 0 0,3-4 1 0 0,-2 2-87 0 0,-1 0 23 0 0,-1 1-1 0 0,1-1 0 0 0,-1 0 0 0 0,0 1 1 0 0,0-1-1 0 0,-1 0 0 0 0,1 0 0 0 0,-1 0 1 0 0,0-5-1 0 0,0 8-31 0 0,0 0 1 0 0,-1 0-1 0 0,1 0 0 0 0,-1 0 1 0 0,1 0-1 0 0,-1 1 0 0 0,1-1 1 0 0,-1 0-1 0 0,1 0 1 0 0,-1 1-1 0 0,0-1 0 0 0,1 0 1 0 0,-1 0-1 0 0,0 1 0 0 0,0-1 1 0 0,0 1-1 0 0,1-1 0 0 0,-1 1 1 0 0,0-1-1 0 0,0 1 1 0 0,0 0-1 0 0,-1-1 0 0 0,0 0 13 0 0,-1 0 0 0 0,1 1-1 0 0,0-1 1 0 0,-1 1 0 0 0,1-1-1 0 0,-1 1 1 0 0,1 0 0 0 0,0 0-1 0 0,-1 0 1 0 0,1 0 0 0 0,-5 1-1 0 0,-27 7 187 0 0,4-2-85 0 0,15-1-2 0 0,-11 8 5 0 0,14-4 6 0 0,6-4-89 0 0,2-1 0 0 0,1-1 1 0 0,0 0-1 0 0,-1 1 0 0 0,-4 7 0 0 0,-12 18 222 0 0,12-16-31 0 0,0 1 0 0 0,2 0 1 0 0,-11 28-1 0 0,17-40-214 0 0,0 0 0 0 0,0 0 0 0 0,0-1 0 0 0,0 1 0 0 0,0 0-1 0 0,1 0 1 0 0,-1 0 0 0 0,0 0 0 0 0,1-1 0 0 0,-1 1 0 0 0,1 0 0 0 0,0 0 0 0 0,0-1 0 0 0,0 1 0 0 0,-1 0 0 0 0,1-1 0 0 0,3 3 0 0 0,-3-2-9 0 0,4 3 72 0 0,11 5-5 0 0,-12-7 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2.3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91 0 17383 0 0,'-15'23'1850'0'0,"12"-19"-1669"0"0,0-1 0 0 0,0 1 0 0 0,1 0 0 0 0,-1 0 0 0 0,1 0 0 0 0,0 0 0 0 0,-3 8 0 0 0,-12 25 169 0 0,7-15-196 0 0,10-22-150 0 0,0 1 0 0 0,0 0 0 0 0,-1 0 0 0 0,1-1 0 0 0,0 1 0 0 0,-1 0 0 0 0,1-1 0 0 0,0 1 0 0 0,-1 0 0 0 0,1-1 0 0 0,-1 1 0 0 0,1-1 0 0 0,-1 1 0 0 0,1 0 0 0 0,-1-1 0 0 0,1 0 0 0 0,-1 1 0 0 0,0-1 0 0 0,-1 1 0 0 0,2 0-1 0 0,-1-1-1 0 0,1 0 1 0 0,-1 0-1 0 0,1 1 1 0 0,-1-1-1 0 0,1 0 1 0 0,0 1-1 0 0,-1-1 1 0 0,1 0-1 0 0,-1 1 1 0 0,1-1-1 0 0,0 1 1 0 0,-1-1 0 0 0,1 1-1 0 0,0-1 1 0 0,0 1-1 0 0,-1-1 1 0 0,1 1-1 0 0,0-1 1 0 0,0 1-1 0 0,-1 1 6 0 0,0-1-5 0 0,0 0 1 0 0,0 0 0 0 0,1 0 0 0 0,-1 0-1 0 0,0 1 1 0 0,1-1 0 0 0,-1 0 0 0 0,1 0 0 0 0,0 1-1 0 0,-1-1 1 0 0,1 0 0 0 0,0 0 0 0 0,0 1 0 0 0,0-1-1 0 0,0 0 1 0 0,0 3 0 0 0,2 5-1 0 0,2-4 2 0 0,-4-4-4 0 0,1-1-1 0 0,-1 1 1 0 0,1-1-1 0 0,-1 0 1 0 0,1 1 0 0 0,-1-1-1 0 0,0 0 1 0 0,1 0 0 0 0,-1 1-1 0 0,1-1 1 0 0,-1 0-1 0 0,1 0 1 0 0,0 0 0 0 0,-1 0-1 0 0,1 0 1 0 0,-1 0 0 0 0,1 0-1 0 0,-1 0 1 0 0,1 0-1 0 0,-1 0 1 0 0,1 0 0 0 0,-1 0-1 0 0,1 0 1 0 0,0 0-1 0 0,-1 0 1 0 0,1 0 0 0 0,-1-1-1 0 0,1 1 1 0 0,-1 0 0 0 0,1 0-1 0 0,-1-1 1 0 0,1 1-1 0 0,-1 0 1 0 0,0-1 0 0 0,1 1-1 0 0,8-5 14 0 0,-6 5-8 0 0,-1 0-4 0 0,-1 0 0 0 0,0 0 0 0 0,0 0 0 0 0,1-1 0 0 0,-1 1 0 0 0,0 0 0 0 0,0-1 0 0 0,0 1 0 0 0,0-1 0 0 0,1 1 0 0 0,-1-1 0 0 0,0 1 0 0 0,0-1 1 0 0,0 0-1 0 0,1-1 0 0 0,3 0 5 0 0,-3 1-4 0 0,0 0 0 0 0,-1 0 1 0 0,1 0-1 0 0,0 0 1 0 0,0-1-1 0 0,-1 1 1 0 0,1-1-1 0 0,-1 1 1 0 0,3-4-1 0 0,10-10 25 0 0,-13 14-25 0 0,0 1 0 0 0,0-1 0 0 0,-1 0 0 0 0,1 0 0 0 0,0 0 0 0 0,0 1 0 0 0,-1-1 0 0 0,1 0 0 0 0,-1 0 0 0 0,1 0-1 0 0,-1 0 1 0 0,0 0 0 0 0,1 0 0 0 0,-1 0 0 0 0,0 0 0 0 0,1 0 0 0 0,-1-2 0 0 0,0-1 8 0 0,3-11 41 0 0,-3 14-47 0 0,1 0-1 0 0,-1 0 1 0 0,0 0 0 0 0,0 0 0 0 0,0 0 0 0 0,1 0 0 0 0,-1 0-1 0 0,0 0 1 0 0,1 0 0 0 0,-1 0 0 0 0,1 0 0 0 0,-1 0-1 0 0,1 1 1 0 0,1-3 0 0 0,4-8 75 0 0,-3 5 132 0 0,1-1 1 0 0,-1 1-1 0 0,1 1 0 0 0,7-8 0 0 0,-11 12-168 0 0,1 1 0 0 0,-1 0-1 0 0,1 0 1 0 0,-1 0-1 0 0,1 0 1 0 0,-1 0 0 0 0,1 0-1 0 0,-1 0 1 0 0,1 0 0 0 0,-1 0-1 0 0,1 0 1 0 0,-1 0-1 0 0,1 0 1 0 0,-1 0 0 0 0,1 0-1 0 0,-1 0 1 0 0,1 0-1 0 0,-1 0 1 0 0,0 1 0 0 0,1-1-1 0 0,-1 0 1 0 0,1 0 0 0 0,-1 1-1 0 0,1-1 1 0 0,-1 0-1 0 0,0 1 1 0 0,1-1 0 0 0,-1 0-1 0 0,0 1 1 0 0,1-1 0 0 0,-1 0-1 0 0,0 1 1 0 0,1-1-1 0 0,-1 1 1 0 0,0-1 0 0 0,0 1-1 0 0,0-1 1 0 0,1 1 0 0 0,-1-1-1 0 0,0 1 1 0 0,0-1-1 0 0,0 1 1 0 0,0-1 0 0 0,0 1-1 0 0,0-1 1 0 0,0 1 0 0 0,0-1-1 0 0,0 1 1 0 0,0-1-1 0 0,0 1 1 0 0,0-1 0 0 0,-1 1-1 0 0,-9 45 636 0 0,7-23-341 0 0,3-20-304 0 0,0-1 0 0 0,0 0 0 0 0,-1 0 0 0 0,1 0 0 0 0,0 0 0 0 0,-1 0 0 0 0,0 0 0 0 0,-1 3 0 0 0,-8 40 581 0 0,10-44-603 0 0,0-1 1 0 0,0 1-1 0 0,0 0 1 0 0,0-1 0 0 0,0 1-1 0 0,0 0 1 0 0,0-1 0 0 0,0 1-1 0 0,0-1 1 0 0,1 1 0 0 0,-1 0-1 0 0,0-1 1 0 0,0 1 0 0 0,1-1-1 0 0,-1 1 1 0 0,0 0 0 0 0,1-1-1 0 0,-1 1 1 0 0,0-1 0 0 0,1 1-1 0 0,-1-1 1 0 0,1 1 0 0 0,-1-1-1 0 0,2 1 1 0 0,-2 0 28 0 0,12 9 403 0 0,-7-7-263 0 0,-5-2-45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2.6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25 13560 0 0,'4'-2'96'0'0,"-3"1"233"0"0,0 0 0 0 0,1 1 0 0 0,-1-1 0 0 0,0 1 0 0 0,1 0 0 0 0,-1-1 0 0 0,1 1 0 0 0,-1 0 0 0 0,3 0 0 0 0,20 1 295 0 0,-22 0-427 0 0,168-1 1565 0 0,-167 0-1699 0 0,-1 0 0 0 0,1 0 0 0 0,0 0 0 0 0,0 1 0 0 0,-1-1 0 0 0,1 1 0 0 0,0 0 0 0 0,-1-1 0 0 0,1 1 1 0 0,-1 1-1 0 0,1-1 0 0 0,-1 0 0 0 0,1 0 0 0 0,-1 1 0 0 0,0 0 0 0 0,0-1 0 0 0,1 1 0 0 0,-1 0 0 0 0,0 0 0 0 0,-1 0 1 0 0,1 0-1 0 0,0 0 0 0 0,-1 1 0 0 0,1-1 0 0 0,-1 1 0 0 0,0-1 0 0 0,1 1 0 0 0,-1-1 0 0 0,-1 1 0 0 0,1-1 0 0 0,0 1 0 0 0,0 0 1 0 0,-1 0-1 0 0,1 4 0 0 0,-2-2 42 0 0,1 0 0 0 0,-1 0 0 0 0,1 0-1 0 0,-1 0 1 0 0,-1 0 0 0 0,1-1 0 0 0,-1 1 0 0 0,0 0 0 0 0,0-1 0 0 0,0 1 0 0 0,0-1 0 0 0,-1 0 0 0 0,0 0 0 0 0,0 0 0 0 0,0 0 0 0 0,0 0 0 0 0,-5 3 0 0 0,2-2 30 0 0,0 0 0 0 0,0 0 0 0 0,-1-1 0 0 0,1 0 0 0 0,-1-1 0 0 0,0 1 0 0 0,0-1 0 0 0,0 0 0 0 0,-1-1 0 0 0,-9 2 0 0 0,13-3-5 0 0,0 0-1 0 0,-1 0 0 0 0,1-1 1 0 0,0 0-1 0 0,-1 0 0 0 0,-6-1 1 0 0,10 1-106 0 0,1 0 1 0 0,-1 0 0 0 0,0 0 0 0 0,0-1 0 0 0,1 1-1 0 0,-1 0 1 0 0,0-1 0 0 0,1 1 0 0 0,-1 0 0 0 0,0-1 0 0 0,1 1-1 0 0,-1-1 1 0 0,0 1 0 0 0,1-1 0 0 0,-1 1 0 0 0,1-1 0 0 0,-1 0-1 0 0,1 0 1 0 0,-1 0-9 0 0,1 0 0 0 0,0 0 0 0 0,-1 0 0 0 0,1 0 0 0 0,0 0-1 0 0,0 0 1 0 0,0-1 0 0 0,0 1 0 0 0,0 0 0 0 0,0 0 0 0 0,0 0 0 0 0,0 0-1 0 0,0 0 1 0 0,1 0 0 0 0,-1 0 0 0 0,1-2 0 0 0,3-7 32 0 0,0 1 1 0 0,0 0 0 0 0,1-1-1 0 0,0 2 1 0 0,1-1 0 0 0,0 1-1 0 0,0 0 1 0 0,1 0 0 0 0,0 0-1 0 0,1 1 1 0 0,-1 0 0 0 0,1 1-1 0 0,16-11 1 0 0,-17 13-26 0 0,2-3 28 0 0,1 1 0 0 0,0 0 0 0 0,0 0 0 0 0,0 1 1 0 0,1 1-1 0 0,0 0 0 0 0,20-5 0 0 0,-18 6-4 0 0,-3-1-6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2.8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103 1 16280 0 0,'0'0'25'0'0,"0"0"1"0"0,0 0 0 0 0,0 1-1 0 0,0-1 1 0 0,0 0 0 0 0,0 0-1 0 0,0 0 1 0 0,0 1 0 0 0,0-1-1 0 0,0 0 1 0 0,0 0 0 0 0,0 1-1 0 0,0-1 1 0 0,0 0 0 0 0,0 0-1 0 0,0 0 1 0 0,0 1 0 0 0,0-1-1 0 0,-1 0 1 0 0,1 0 0 0 0,0 0-1 0 0,0 0 1 0 0,0 1 0 0 0,0-1-1 0 0,0 0 1 0 0,0 0 0 0 0,-1 0-1 0 0,1 0 1 0 0,0 1 0 0 0,0-1-1 0 0,0 0 1 0 0,-1 0 0 0 0,1 0 0 0 0,0 0-1 0 0,0 0 1 0 0,0 0 0 0 0,0 0-1 0 0,-1 0 1 0 0,1 0 0 0 0,0 1-1 0 0,0-1 1 0 0,-1 0 0 0 0,1 0-1 0 0,0 0 1 0 0,0 0 0 0 0,0 0-1 0 0,-1 0 1 0 0,1 0 0 0 0,0-1-1 0 0,0 1 1 0 0,-1 0 0 0 0,1 0 24 0 0,-1 0 0 0 0,1 0 0 0 0,0 0 0 0 0,-1 0 1 0 0,1 0-1 0 0,0 0 0 0 0,-1 0 0 0 0,1 0 0 0 0,0 0 0 0 0,-1 0 1 0 0,1 0-1 0 0,0 0 0 0 0,-1 0 0 0 0,1 1 0 0 0,0-1 1 0 0,-1 0-1 0 0,1 0 0 0 0,0 0 0 0 0,-1 0 0 0 0,1 1 0 0 0,0-1 1 0 0,-1 0-1 0 0,-14 18 1389 0 0,8-11-1088 0 0,0 1 1 0 0,0 0 0 0 0,1 1-1 0 0,-8 14 1 0 0,9-13-272 0 0,3-6-21 0 0,0 1 0 0 0,-1 0-1 0 0,2 0 1 0 0,-1 0 0 0 0,0 0 0 0 0,0 7 0 0 0,-4 12 197 0 0,5-21-192 0 0,0-1 0 0 0,0 1 0 0 0,0-1 0 0 0,1 1 0 0 0,-1 0-1 0 0,1 0 1 0 0,-1-1 0 0 0,1 1 0 0 0,0 0 0 0 0,0 0 0 0 0,0-1 0 0 0,0 1 0 0 0,1 0 0 0 0,-1 0 0 0 0,1-1 0 0 0,0 1 0 0 0,1 3 0 0 0,-1-5-23 0 0,-1 0 1 0 0,1 0-1 0 0,0 0 0 0 0,0 0 1 0 0,-1-1-1 0 0,1 1 1 0 0,0 0-1 0 0,0-1 1 0 0,0 1-1 0 0,0-1 1 0 0,0 1-1 0 0,0-1 1 0 0,0 1-1 0 0,0-1 1 0 0,0 0-1 0 0,0 1 0 0 0,0-1 1 0 0,0 0-1 0 0,0 0 1 0 0,0 0-1 0 0,0 0 1 0 0,0 0-1 0 0,1 0 1 0 0,-1 0-1 0 0,1 0 1 0 0,31-9 361 0 0,-24 6-284 0 0,3-2-22 0 0,0 1 0 0 0,0-2 0 0 0,-1 0 0 0 0,12-7 0 0 0,-1-2 40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3.2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80 37 14568 0 0,'0'0'1'0'0,"-1"0"4"0"0,1 0 5 0 0,0-1 13 0 0,-2 0 19 0 0,-4-3 117 0 0,0 1-71 0 0,2 1-22 0 0,-37-15 734 0 0,22 9-404 0 0,33 21 1031 0 0,-11-11-1376 0 0,-1 0 1 0 0,1 0-1 0 0,-1 0 0 0 0,1 0 1 0 0,-1 0-1 0 0,0 1 1 0 0,1-1-1 0 0,-1 1 1 0 0,0-1-1 0 0,-1 1 0 0 0,1 0 1 0 0,-1 0-1 0 0,1 0 1 0 0,-1 0-1 0 0,1 3 0 0 0,1 2-22 0 0,-1 0 0 0 0,0 0 0 0 0,0 0 0 0 0,-1 0 0 0 0,1 8 0 0 0,0 49 195 0 0,-1-20-62 0 0,-1-25 48 0 0,-1 0 0 0 0,-6 35 0 0 0,3-33 335 0 0,-1 36 0 0 0,5-1 2663 0 0,0-57-3179 0 0,0 0 0 0 0,0 1 0 0 0,0-1 0 0 0,1 0 0 0 0,-1 0 0 0 0,0 1 0 0 0,0-1 0 0 0,0 0 0 0 0,0 0 0 0 0,0 1 0 0 0,0-1 0 0 0,0 0 0 0 0,1 0 0 0 0,-1 0 0 0 0,0 1 0 0 0,0-1 0 0 0,0 0 0 0 0,0 0 0 0 0,1 0 0 0 0,-1 1 0 0 0,0-1 0 0 0,0 0 0 0 0,0 0 0 0 0,1 0 0 0 0,-1 0 0 0 0,0 0 0 0 0,0 0 0 0 0,1 0 0 0 0,-1 1 0 0 0,0-1 0 0 0,0 0 0 0 0,1 0 0 0 0,-1 0 0 0 0,0 0 0 0 0,1 0 0 0 0,-1 0 0 0 0,0 0 0 0 0,0 0 0 0 0,1 0 0 0 0,-1 0 0 0 0,0-1 0 0 0,0 1 0 0 0,1 0 0 0 0,-1 0 0 0 0,0 0 0 0 0,0 0 0 0 0,1 0 0 0 0,-1 0 0 0 0,0 0 0 0 0,0-1 0 0 0,0 1 0 0 0,1 0-1 0 0,16-10 529 0 0,-13 8-450 0 0,13-10 296 0 0,21-16 0 0 0,-22 16-78 0 0,25-15-1 0 0,-37 24-245 0 0,0 1 1 0 0,0 0 0 0 0,0 0-1 0 0,1 1 1 0 0,-1-1 0 0 0,0 1-1 0 0,1 0 1 0 0,-1 0-1 0 0,1 1 1 0 0,-1-1 0 0 0,1 1-1 0 0,-1 0 1 0 0,8 1-1 0 0,-10-1-59 0 0,0 1-1 0 0,0 0 1 0 0,0 1-1 0 0,0-1 1 0 0,0 0-1 0 0,-1 0 1 0 0,1 1-1 0 0,0-1 0 0 0,-1 1 1 0 0,1 0-1 0 0,-1-1 1 0 0,0 1-1 0 0,2 3 1 0 0,1 0 31 0 0,-1 0 1 0 0,0 1-1 0 0,3 9 1 0 0,-5-12-26 0 0,0 0 0 0 0,0 1 0 0 0,-1-1-1 0 0,0 1 1 0 0,1-1 0 0 0,-1 1 0 0 0,0-1 0 0 0,-1 0-1 0 0,1 1 1 0 0,-1-1 0 0 0,1 1 0 0 0,-1-1 0 0 0,0 0-1 0 0,-3 6 1 0 0,0 0 99 0 0,-1-1 0 0 0,0 1 0 0 0,-10 13 0 0 0,12-19-68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4.1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288 46 15776 0 0,'-1'-5'63'0'0,"-6"-4"219"0"0,-6-3 544 0 0,12 12-647 0 0,-12-11 927 0 0,10 9-924 0 0,0 1-97 0 0,1 0-1 0 0,0 0 1 0 0,-1 0-1 0 0,1 0 1 0 0,0 1-1 0 0,-1-1 1 0 0,1 1-1 0 0,-1 0 1 0 0,1 0-1 0 0,-1 0 1 0 0,1 0-1 0 0,-1 0 1 0 0,-3 1-1 0 0,5-1-62 0 0,-7 2 136 0 0,3 0-114 0 0,-16 6 176 0 0,17-7-205 0 0,-16 4 38 0 0,0 2 0 0 0,-25 10 0 0 0,39-14-48 0 0,-1 1 1 0 0,1-1-1 0 0,0 1 0 0 0,0 0 1 0 0,1 1-1 0 0,-1-1 0 0 0,1 1 1 0 0,0 0-1 0 0,0 1 1 0 0,0-1-1 0 0,-5 9 0 0 0,4-5 19 0 0,6-8-17 0 0,-1-1-1 0 0,1 1 0 0 0,-1-1 1 0 0,1 1-1 0 0,-1-1 0 0 0,1 1 0 0 0,-1 0 1 0 0,1-1-1 0 0,-1 1 0 0 0,1 0 1 0 0,0-1-1 0 0,0 1 0 0 0,-1 0 1 0 0,1-1-1 0 0,0 1 0 0 0,0 0 0 0 0,0 0 1 0 0,0-1-1 0 0,0 1 0 0 0,-1 0 1 0 0,2 0-1 0 0,-1-1 0 0 0,0 1 0 0 0,0 0 1 0 0,0 0-1 0 0,0-1 0 0 0,0 1 1 0 0,1 0-1 0 0,-1 0 0 0 0,0-1 1 0 0,0 1-1 0 0,1 0 0 0 0,-1-1 0 0 0,1 1 1 0 0,-1 0-1 0 0,1-1 0 0 0,-1 1 1 0 0,1-1-1 0 0,-1 1 0 0 0,1-1 0 0 0,-1 1 1 0 0,2 0-1 0 0,5 5 60 0 0,1 0 0 0 0,0 0 0 0 0,1-1 1 0 0,-1 0-1 0 0,1-1 0 0 0,0 0 0 0 0,0 0 0 0 0,18 4 0 0 0,-10-2 144 0 0,20 9 0 0 0,-36-14-208 0 0,3 1 142 0 0,0 0 0 0 0,-1 0 0 0 0,1 0 0 0 0,4 5 0 0 0,-7-7-101 0 0,0 1 0 0 0,-1-1-1 0 0,1 1 1 0 0,-1 0 0 0 0,1-1 0 0 0,-1 1 0 0 0,1 0 0 0 0,-1-1 0 0 0,0 1 0 0 0,1 0 0 0 0,-1-1 0 0 0,0 1 0 0 0,1 0 0 0 0,-1 0 0 0 0,0 0 0 0 0,0-1 0 0 0,0 1 0 0 0,0 0 0 0 0,0 0 0 0 0,0 0 0 0 0,0-1 0 0 0,0 1 0 0 0,0 0 0 0 0,0 0 0 0 0,0 0-1 0 0,0-1 1 0 0,-1 1 0 0 0,1 0 0 0 0,-1 1 0 0 0,0 0 1 0 0,0-1 0 0 0,-1 0-1 0 0,1 0 1 0 0,-1 1-1 0 0,1-1 1 0 0,-1 0 0 0 0,1 0-1 0 0,-1-1 1 0 0,0 1-1 0 0,1 0 1 0 0,-1 0 0 0 0,-2 0-1 0 0,-6 3 96 0 0,-8 6 65 0 0,3-2 101 0 0,-1 0 0 0 0,0-1 0 0 0,0 0 0 0 0,-25 6 0 0 0,28-9 20 0 0,-5 1 515 0 0,15-5-696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4.3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15272 0 0,'4'5'453'0'0,"0"-1"1"0"0,0 1-1 0 0,0 0 1 0 0,-1 1-1 0 0,1-1 1 0 0,1 7-1 0 0,8 24 1590 0 0,-12-31-1989 0 0,0-1 0 0 0,0 0 0 0 0,-1 0 1 0 0,1 0-1 0 0,-1 0 0 0 0,0 1 0 0 0,0-1 1 0 0,-1 6-1 0 0,0 4 96 0 0,1-12-110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4.5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 1 15176 0 0,'0'0'0'0'0,"-3"0"0"0"0,-2 0 0 0 0,0 0 344 0 0,1 0 3919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4.9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14064 0 0,'1'24'847'0'0,"1"15"1750"0"0,0 0 414 0 0,4-57-2723 0 0,-4 15-263 0 0,-1-1-1 0 0,1 0 1 0 0,0 1-1 0 0,0 0 0 0 0,0-1 1 0 0,1 1-1 0 0,-1 0 1 0 0,1 0-1 0 0,0 0 0 0 0,0 1 1 0 0,5-5-1 0 0,6-6 147 0 0,-11 10-142 0 0,-3 2-17 0 0,1 1-1 0 0,0-1 1 0 0,0 0-1 0 0,-1 0 1 0 0,1 1 0 0 0,0-1-1 0 0,0 0 1 0 0,0 1-1 0 0,0-1 1 0 0,-1 1-1 0 0,1-1 1 0 0,0 1 0 0 0,0 0-1 0 0,0-1 1 0 0,0 1-1 0 0,0 0 1 0 0,0 0 0 0 0,0 0-1 0 0,0-1 1 0 0,0 1-1 0 0,0 0 1 0 0,1 1-1 0 0,0-1 1 0 0,2 0 19 0 0,-1 0 0 0 0,1 1 0 0 0,-1-1 0 0 0,1 1 0 0 0,-1 0 0 0 0,5 1 0 0 0,-7-2-18 0 0,0 1 1 0 0,0-1-1 0 0,0 1 1 0 0,0-1 0 0 0,0 1-1 0 0,0-1 1 0 0,0 1-1 0 0,-1-1 1 0 0,1 1 0 0 0,0 0-1 0 0,0-1 1 0 0,-1 1-1 0 0,1 0 1 0 0,0 0 0 0 0,-1-1-1 0 0,1 1 1 0 0,-1 0 0 0 0,1 0-1 0 0,-1 0 1 0 0,1 0-1 0 0,-1 0 1 0 0,0 0 0 0 0,1 0-1 0 0,-1 0 1 0 0,0 0-1 0 0,1 1 1 0 0,-1 5 90 0 0,1-7-92 0 0,-1 1 0 0 0,0-1-1 0 0,0 0 1 0 0,0 0 0 0 0,0 1-1 0 0,0-1 1 0 0,0 0 0 0 0,0 1 0 0 0,0-1-1 0 0,0 0 1 0 0,0 1 0 0 0,0-1-1 0 0,0 0 1 0 0,0 1 0 0 0,0-1 0 0 0,0 0-1 0 0,-1 1 1 0 0,1-1 0 0 0,0 0-1 0 0,0 1 1 0 0,0-1 0 0 0,0 0 0 0 0,-1 0-1 0 0,1 1 1 0 0,0-1 0 0 0,0 0-1 0 0,0 0 1 0 0,-1 1 0 0 0,1-1 0 0 0,0 0-1 0 0,0 0 1 0 0,-1 0 0 0 0,1 0-1 0 0,0 1 1 0 0,-1-1 0 0 0,1 0 0 0 0,-1 0-1 0 0,0 1 50 0 0,0 0 0 0 0,0-1 0 0 0,0 1 0 0 0,0 0 0 0 0,1 0 0 0 0,-1 0 0 0 0,0 0 0 0 0,0 0 0 0 0,1 0 0 0 0,-1 0 0 0 0,0 0 0 0 0,1 0 0 0 0,-1 0 0 0 0,1 0 0 0 0,-1 0 0 0 0,1 0 0 0 0,0 1 0 0 0,0-1 0 0 0,-1 0 0 0 0,1 0 0 0 0,0 0 0 0 0,0 1 0 0 0,0-1 0 0 0,0 0 0 0 0,1 2 0 0 0,-1-3 40 0 0,8-7 59 0 0,1 1 1 0 0,0-1 0 0 0,19-8-1 0 0,-22 12-113 0 0,5-3 47 0 0,1 1 0 0 0,0 0-1 0 0,0 1 1 0 0,0 0 0 0 0,1 1 0 0 0,0 0-1 0 0,-1 1 1 0 0,1 1 0 0 0,24 0 0 0 0,-36 1-77 0 0,0 0 1 0 0,-1 0 0 0 0,1 1-1 0 0,0-1 1 0 0,0 0 0 0 0,0 1 0 0 0,-1-1-1 0 0,1 0 1 0 0,0 1 0 0 0,-1-1-1 0 0,1 1 1 0 0,0-1 0 0 0,-1 1 0 0 0,1-1-1 0 0,-1 1 1 0 0,1 0 0 0 0,-1-1-1 0 0,1 1 1 0 0,-1 0 0 0 0,1-1 0 0 0,-1 1-1 0 0,1 0 1 0 0,-1 0 0 0 0,0-1-1 0 0,0 1 1 0 0,1 0 0 0 0,-1 0 0 0 0,0 0-1 0 0,0-1 1 0 0,0 1 0 0 0,0 1-1 0 0,1 33 582 0 0,-1-27-510 0 0,-1-3 24 0 0,-1 0 6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5.1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18087 0 0,'5'40'3026'0'0,"-5"-37"-2783"0"0,0-1 1 0 0,1 1 0 0 0,-1 0 0 0 0,1 0-1 0 0,0 0 1 0 0,1 3 0 0 0,-1-3-75 0 0,0-1 1 0 0,0 1 0 0 0,0 0-1 0 0,-1 0 1 0 0,1 0-1 0 0,0 4 1 0 0,-1 13 49 0 0,0-15-181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5.3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 7 16184 0 0,'0'-2'0'0'0,"-3"-1"0"0"0,-2 3 0 0 0,1 0 383 0 0,-4-1 1 0 0,3 1 8 0 0,2 0-8 0 0,2 0 232 0 0,-2 0 3208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5.5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 41 15376 0 0,'-1'-3'16'0'0,"0"-2"64"0"0,0-1 49 0 0,-3-2 119 0 0,0-3 104 0 0,3 4-184 0 0,3 8 1184 0 0,4 6 87 0 0,-4-4-1185 0 0,-1-1 0 0 0,1 1 0 0 0,-1-1 0 0 0,0 1 0 0 0,2 5-1 0 0,4 37 370 0 0,1 73 0 0 0,-7-94-449 0 0,0-9 115 0 0,0 1 0 0 0,-4 28 0 0 0,-13 38 1382 0 0,15-80-1606 0 0,1 0 1 0 0,1 0-1 0 0,-1 0 0 0 0,0 0 1 0 0,0-1-1 0 0,1 1 1 0 0,-1 0-1 0 0,1 0 1 0 0,1 3-1 0 0,1 2 143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6.1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131 0 15576 0 0,'-7'3'0'0'0,"2"-1"0"0"0,-4 1 423 0 0,1 0 0 0 0,0 0 0 0 0,-1 1 1 0 0,1 0-1 0 0,1 1 0 0 0,-1 0 0 0 0,1 0 0 0 0,-10 9 1 0 0,13-11-233 0 0,1 0 0 0 0,0 0 0 0 0,0 1 0 0 0,0 0 0 0 0,1-1 0 0 0,-1 1 0 0 0,1 0 1 0 0,0 0-1 0 0,0 0 0 0 0,0 0 0 0 0,-1 6 0 0 0,1-5-51 0 0,1 0-1 0 0,0 0 1 0 0,0 11-1 0 0,0-16-137 0 0,1 1 1 0 0,0-1-1 0 0,0 1 1 0 0,0-1-1 0 0,0 1 1 0 0,0-1-1 0 0,0 1 0 0 0,0-1 1 0 0,0 0-1 0 0,0 1 1 0 0,1-1-1 0 0,-1 1 1 0 0,0-1-1 0 0,0 1 0 0 0,0-1 1 0 0,0 1-1 0 0,1-1 1 0 0,-1 1-1 0 0,0-1 0 0 0,0 0 1 0 0,1 1-1 0 0,-1-1 1 0 0,0 0-1 0 0,1 1 1 0 0,-1-1-1 0 0,0 0 0 0 0,1 1 1 0 0,-1-1-1 0 0,1 0 1 0 0,-1 0-1 0 0,0 1 0 0 0,1-1 1 0 0,-1 0-1 0 0,1 0 1 0 0,-1 0-1 0 0,1 0 1 0 0,-1 1-1 0 0,1-1 0 0 0,-1 0 1 0 0,1 0-1 0 0,-1 0 1 0 0,1 0-1 0 0,-1 0 1 0 0,1 0-1 0 0,-1 0 0 0 0,1 0 1 0 0,-1-1-1 0 0,1 1 1 0 0,-1 0-1 0 0,0 0 0 0 0,1 0 1 0 0,-1 0-1 0 0,1-1 1 0 0,-1 1-1 0 0,1 0 1 0 0,0-1-1 0 0,29-11-1 0 0,-18 7-1 0 0,-1 1 0 0 0,1-2 0 0 0,-1 1 0 0 0,15-12 0 0 0,44-29 26 0 0,-66 54 804 0 0,-1-2-603 0 0,-1 0 1 0 0,1-1-1 0 0,-1 1 0 0 0,1 7 0 0 0,-3-12-205 0 0,0-1-1 0 0,0 0 0 0 0,0 1 1 0 0,0-1-1 0 0,0 1 0 0 0,0-1 1 0 0,0 0-1 0 0,0 1 0 0 0,0-1 1 0 0,0 1-1 0 0,0-1 0 0 0,0 0 1 0 0,0 1-1 0 0,0-1 0 0 0,0 0 1 0 0,0 1-1 0 0,0-1 0 0 0,0 0 1 0 0,1 1-1 0 0,-1-1 0 0 0,0 1 1 0 0,0-1-1 0 0,0 0 0 0 0,1 0 1 0 0,-1 1-1 0 0,0-1 0 0 0,1 0 1 0 0,-1 1-1 0 0,0-1 0 0 0,0 0 1 0 0,1 0-1 0 0,-1 0 0 0 0,0 1 1 0 0,1-1-1 0 0,-1 0 0 0 0,0 0 1 0 0,1 0-1 0 0,-1 0 0 0 0,1 0 1 0 0,-1 0-1 0 0,0 1 0 0 0,1-1 1 0 0,-1 0-1 0 0,1 0 0 0 0,-1 0 1 0 0,0 0-1 0 0,1-1 0 0 0,0 1 1 0 0,20-11 773 0 0,-6 3-604 0 0,82-19 187 0 0,-84 24-330 0 0,-12 3-40 0 0,-1-1-1 0 0,1 1 1 0 0,-1 0 0 0 0,1-1 0 0 0,0 1 0 0 0,0 0-1 0 0,-1 0 1 0 0,1 0 0 0 0,0 0 0 0 0,-1 0 0 0 0,1 0 0 0 0,0 0-1 0 0,0 0 1 0 0,-1 0 0 0 0,1 0 0 0 0,0 0 0 0 0,0 1-1 0 0,0 0 0 0 0,-1 0 0 0 0,1 0-1 0 0,-1 0 1 0 0,1 0-1 0 0,-1 0 1 0 0,0 0 0 0 0,1 0-1 0 0,-1 0 1 0 0,0 0 0 0 0,0 0-1 0 0,0 0 1 0 0,0 1-1 0 0,0-1 1 0 0,0 0 0 0 0,0 1-1 0 0,0 2 21 0 0,0-1 0 0 0,0 1 0 0 0,0-1 0 0 0,1 1-1 0 0,-1-1 1 0 0,1 1 0 0 0,0-1 0 0 0,2 6 0 0 0,-2-8-16 0 0,-1 0 0 0 0,1 0 1 0 0,0 0-1 0 0,0 0 0 0 0,0 0 0 0 0,0 0 1 0 0,0 0-1 0 0,0 0 0 0 0,0 0 0 0 0,0-1 1 0 0,0 1-1 0 0,0 0 0 0 0,0-1 0 0 0,1 1 1 0 0,-1-1-1 0 0,0 0 0 0 0,0 1 0 0 0,1-1 1 0 0,-1 0-1 0 0,0 0 0 0 0,1 1 0 0 0,-1-1 0 0 0,0 0 1 0 0,0 0-1 0 0,1-1 0 0 0,1 1 0 0 0,0-1-1 0 0,0 1 0 0 0,0-1 0 0 0,0 0 0 0 0,0 1 0 0 0,0-2 0 0 0,0 1 0 0 0,-1 0 0 0 0,1 0-1 0 0,-1-1 1 0 0,1 0 0 0 0,-1 1 0 0 0,1-1 0 0 0,-1 0 0 0 0,0 0 0 0 0,0 0 0 0 0,0 0 0 0 0,3-4 0 0 0,-1 0-25 0 0,1-1 1 0 0,-1 0 0 0 0,0-1-1 0 0,5-14 1 0 0,-8 20-53 0 0,0 1 0 0 0,0 0 1 0 0,0 0-1 0 0,0-1 0 0 0,0 1 0 0 0,1 0 0 0 0,-1 0 0 0 0,3-1 0 0 0,7-8-1023 0 0,-8 7 786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5:46.7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58 117 12160 0 0,'-1'-6'-6'0'0,"0"3"7"0"0,-1-2 7 0 0,-3-3 20 0 0,-3-3 46 0 0,3 6-15 0 0,2 1-14 0 0,0-1 4 0 0,-1 1 20 0 0,1-1 1 0 0,-1 0 0 0 0,1 0-1 0 0,0 0 1 0 0,1-1 0 0 0,-1 1 0 0 0,1-1-1 0 0,-3-11 1 0 0,5 17-47 0 0,0-1 1 0 0,0 1-1 0 0,0-1 1 0 0,0 1-1 0 0,0-1 1 0 0,0 1-1 0 0,0-1 1 0 0,0 1-1 0 0,1 0 0 0 0,-1-1 1 0 0,0 1-1 0 0,0-1 1 0 0,0 1-1 0 0,1 0 1 0 0,-1-1-1 0 0,0 1 1 0 0,1-1-1 0 0,-1 1 1 0 0,0 0-1 0 0,1 0 0 0 0,-1-1 1 0 0,0 1-1 0 0,1 0 1 0 0,-1-1-1 0 0,0 1 1 0 0,1 0-1 0 0,-1 0 1 0 0,1 0-1 0 0,-1-1 1 0 0,1 1-1 0 0,-1 0 0 0 0,0 0 1 0 0,1 0-1 0 0,-1 0 1 0 0,1 0-1 0 0,17 1 1006 0 0,-18-1-989 0 0,1 0 1 0 0,-1 1-1 0 0,1-1 0 0 0,-1 1 0 0 0,1 0 1 0 0,-1-1-1 0 0,1 1 0 0 0,-1-1 0 0 0,0 1 1 0 0,1 0-1 0 0,-1-1 0 0 0,0 1 0 0 0,1 0 1 0 0,-1-1-1 0 0,0 1 0 0 0,0 0 0 0 0,0 0 1 0 0,0 0-1 0 0,3 15 318 0 0,-3 94 817 0 0,-1-76-102 0 0,5 64 0 0 0,-5-78-364 0 0,0-17-573 0 0,1 0 0 0 0,0-1 0 0 0,0 1 1 0 0,0 0-1 0 0,0-1 0 0 0,0 1 0 0 0,1 0 0 0 0,0 4 1 0 0,7 24 1615 0 0,-8-30-1719 0 0,0-1 0 0 0,0 1 0 0 0,0-1 0 0 0,0 0 0 0 0,0 1 0 0 0,0-1 0 0 0,0 1 0 0 0,1-1 0 0 0,-1 0 0 0 0,0 1 0 0 0,0-1 0 0 0,0 0 0 0 0,0 1 0 0 0,1-1 0 0 0,-1 1 0 0 0,0-1 0 0 0,0 0 0 0 0,1 0 0 0 0,-1 1 0 0 0,0-1 0 0 0,1 0 0 0 0,-1 0 0 0 0,0 1 0 0 0,1-1 0 0 0,-1 0 0 0 0,0 0 0 0 0,1 0 0 0 0,-1 1 0 0 0,1-1 0 0 0,-1 0 0 0 0,0 0 0 0 0,1 0 0 0 0,-1 0 0 0 0,1 0 0 0 0,-1 0 0 0 0,0 0 0 0 0,1 0 0 0 0,-1 0 0 0 0,1 0 0 0 0,-1 0 0 0 0,0 0 0 0 0,1 0 0 0 0,-1 0 0 0 0,1 0 0 0 0,-1 0 0 0 0,0-1 0 0 0,1 1 0 0 0,-1 0 0 0 0,0 0 0 0 0,1 0 0 0 0,-1-1 0 0 0,0 1 0 0 0,1 0 0 0 0,19-18 598 0 0,-15 14-612 0 0,1-2 41 0 0,0 1 0 0 0,1 1 1 0 0,0-1-1 0 0,0 1 0 0 0,0 0 1 0 0,14-5-1 0 0,-8-1 110 0 0,-12 10-144 0 0,1-1 1 0 0,-1 0-1 0 0,0 1 1 0 0,1-1-1 0 0,-1 0 1 0 0,0 0-1 0 0,0 0 1 0 0,0 0-1 0 0,0 0 1 0 0,0 0-1 0 0,0 0 1 0 0,0 0-1 0 0,0-1 1 0 0,0 1-1 0 0,0 0 1 0 0,-1 0 0 0 0,1-1-1 0 0,-1 1 1 0 0,1 0-1 0 0,-1-1 1 0 0,1 1-1 0 0,-1-1 1 0 0,0 1-1 0 0,1-1 1 0 0,-1 1-1 0 0,0-1 1 0 0,0 1-1 0 0,0-2 1 0 0,-2 30 147 0 0,-1 0 0 0 0,-2 0 0 0 0,0 0 0 0 0,-15 42 1 0 0,7-22 39 0 0,-4 24 99 0 0,10-38 82 0 0,-15 46 0 0 0,21-78-369 0 0,1 0 1 0 0,-1 0-1 0 0,1 0 1 0 0,-1 0-1 0 0,0 0 1 0 0,1 0-1 0 0,-1-1 0 0 0,0 1 1 0 0,1 0-1 0 0,-1 0 1 0 0,0-1-1 0 0,0 1 1 0 0,0 0-1 0 0,0-1 1 0 0,0 1-1 0 0,0-1 1 0 0,0 1-1 0 0,-1 0 0 0 0,2-1-18 0 0,0 0 0 0 0,0 0 0 0 0,-1 0-1 0 0,1 0 1 0 0,0 0 0 0 0,-1 0 0 0 0,1 0-1 0 0,0 0 1 0 0,0 0 0 0 0,-1 0 0 0 0,1 0-1 0 0,0 0 1 0 0,-1 0 0 0 0,1 0 0 0 0,0 0-1 0 0,0 0 1 0 0,-1-1 0 0 0,1 1 0 0 0,0 0-1 0 0,0 0 1 0 0,-1 0 0 0 0,1 0 0 0 0,0-1-1 0 0,0 1 1 0 0,-1 0 0 0 0,1-1-1 0 0,0 1 0 0 0,-1-1 0 0 0,1 0 0 0 0,0 1 0 0 0,0-1 0 0 0,0 1 0 0 0,-1-1 0 0 0,1 0 0 0 0,0 1 0 0 0,0-1 0 0 0,0 0 0 0 0,0 1 0 0 0,0-1 0 0 0,0 0 0 0 0,0 1-1 0 0,1-2 1 0 0,1-9 24 0 0,1 0 0 0 0,1-1-1 0 0,-1 1 1 0 0,2 1 0 0 0,0-1-1 0 0,0 0 1 0 0,1 1-1 0 0,0 0 1 0 0,0 1 0 0 0,1-1-1 0 0,11-10 1 0 0,1 1 56 0 0,0 1-1 0 0,1 0 1 0 0,42-26 0 0 0,-37 30 2 0 0,0 1 1 0 0,1 1-1 0 0,1 1 0 0 0,34-8 1 0 0,-42 14-49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7:54.5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293 63 2024 0 0,'0'0'25'0'0,"0"0"-1"0"0,0 0 1 0 0,0 0 0 0 0,0-1-1 0 0,0 1 1 0 0,0 0 0 0 0,0 0-1 0 0,-1 0 1 0 0,1 0 0 0 0,0-1-1 0 0,0 1 1 0 0,0 0 0 0 0,0 0 0 0 0,0 0-1 0 0,0-1 1 0 0,0 1 0 0 0,0 0-1 0 0,0 0 1 0 0,-1 0 0 0 0,1 0-1 0 0,0 0 1 0 0,0 0 0 0 0,0-1-1 0 0,0 1 1 0 0,-1 0 0 0 0,1 0-1 0 0,0 0 1 0 0,0 0 0 0 0,0 0 0 0 0,0 0-1 0 0,-1 0 1 0 0,1 0 0 0 0,0 0-1 0 0,0 0 1 0 0,-1 0 16 0 0,1 0-1 0 0,0 0 1 0 0,0 0-1 0 0,0-1 1 0 0,0 1 0 0 0,-1 0-1 0 0,1 0 1 0 0,0 0-1 0 0,0 0 1 0 0,0 0 0 0 0,0 0-1 0 0,0 0 1 0 0,-1 0-1 0 0,1 0 1 0 0,0 0 0 0 0,0 0-1 0 0,0-1 1 0 0,0 1-1 0 0,0 0 1 0 0,0 0 0 0 0,0 0-1 0 0,-1 0 1 0 0,1 0 0 0 0,0-1-1 0 0,0 1 1 0 0,0 0-1 0 0,0 0 1 0 0,0 0 0 0 0,0 0-1 0 0,0 0 1 0 0,0-1-1 0 0,0 1 1 0 0,0 0 0 0 0,0 0-1 0 0,-1-5 1235 0 0,-1-1 1 0 0,1 1-1 0 0,-1 1 0 0 0,-5-11 0 0 0,2 5-112 0 0,5 10-1038 0 0,0-1 0 0 0,-1 0 0 0 0,1 1-1 0 0,-1-1 1 0 0,1 1 0 0 0,-1-1 0 0 0,1 0 0 0 0,-1 1 0 0 0,1-1 0 0 0,-1 1 0 0 0,1-1 0 0 0,-1 1 0 0 0,0 0 0 0 0,1-1 0 0 0,-1 1 0 0 0,0 0 0 0 0,1-1 0 0 0,-1 1 0 0 0,0 0 0 0 0,0 0 0 0 0,1-1 0 0 0,-1 1 0 0 0,0 0 0 0 0,0 0 0 0 0,1 0 0 0 0,-1 0 0 0 0,-1 0 0 0 0,1 0-55 0 0,-7 10 830 0 0,7-10-874 0 0,-7 11 251 0 0,1 0 1 0 0,0 1-1 0 0,0 0 0 0 0,1 0 0 0 0,-8 22 0 0 0,1 23 273 0 0,3 1 0 0 0,-5 80 0 0 0,11-94-351 0 0,-3 33 158 0 0,-46 537 1952 0 0,24-173-855 0 0,6-261-776 0 0,8-91-316 0 0,-5 90 1678 0 0,25-204-1479 0 0,-3 4-378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7:55.46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557 347 15776 0 0,'-2'-13'0'0'0,"-5"-5"121"0"0,1 10 485 0 0,-13-6 122 0 0,19 13-693 0 0,-1 1 0 0 0,1 0 0 0 0,0 0-1 0 0,-1-1 1 0 0,1 1 0 0 0,0 0 0 0 0,-1 0-1 0 0,1-1 1 0 0,0 1 0 0 0,-1 0-1 0 0,1-1 1 0 0,0 1 0 0 0,0 0 0 0 0,-1-1-1 0 0,1 1 1 0 0,0-1 0 0 0,0 1 0 0 0,0 0-1 0 0,0-1 1 0 0,-1 0 0 0 0,-3-14 699 0 0,5 7 2 0 0,0 3-502 0 0,-1 4-157 0 0,0-1 1 0 0,0 1-1 0 0,0 0 1 0 0,1-1-1 0 0,-1 1 1 0 0,1 0-1 0 0,-1-1 1 0 0,1 1-1 0 0,0 0 1 0 0,-1 0-1 0 0,1-1 1 0 0,0 1-1 0 0,0 0 1 0 0,0 0-1 0 0,1-1 1 0 0,2-4 152 0 0,-3 4-147 0 0,0 0 0 0 0,1 0 0 0 0,-1 0 0 0 0,1 0 0 0 0,0 0 1 0 0,-1 0-1 0 0,1 1 0 0 0,0-1 0 0 0,3-1 0 0 0,1-3 22 0 0,21-14 417 0 0,-5 8-307 0 0,0 0 1 0 0,37-13-1 0 0,-15 12 75 0 0,90-14-1 0 0,34 9 79 0 0,279 2 477 0 0,-216 12-431 0 0,467-23 732 0 0,-646 25-1071 0 0,550-19 770 0 0,-440 18-625 0 0,579-1 719 0 0,-690 5-880 0 0,435 9 485 0 0,-1 18 21 0 0,-316-16-374 0 0,101 9 90 0 0,18 13-8 0 0,69 16 85 0 0,-8 29 75 0 0,-342-77-410 0 0,-1 0 1 0 0,1 1 0 0 0,0-1-1 0 0,-1 1 1 0 0,9 6 0 0 0,-13-8-13 0 0,0 1 1 0 0,0-1 0 0 0,0 1-1 0 0,0 0 1 0 0,-1 0 0 0 0,1 0-1 0 0,-1 0 1 0 0,1 0-1 0 0,-1 0 1 0 0,0 0 0 0 0,0 0-1 0 0,0 0 1 0 0,0 1 0 0 0,0-1-1 0 0,0 0 1 0 0,-1 1-1 0 0,1-1 1 0 0,-1 0 0 0 0,1 5-1 0 0,-2 15 17 0 0,0-1 0 0 0,-1 1 0 0 0,-7 28 0 0 0,3-16-14 0 0,-93 460 138 0 0,54-305-111 0 0,-35 132 27 0 0,77-310-61 0 0,-1 1 0 0 0,0-1 0 0 0,-1 0 0 0 0,0 0 1 0 0,-1-1-1 0 0,0 0 0 0 0,0 0 0 0 0,-1 0 0 0 0,-1-1 0 0 0,1 0 0 0 0,-1 0 0 0 0,-1-1 0 0 0,0 0 1 0 0,0 0-1 0 0,-1-1 0 0 0,1 0 0 0 0,-14 6 0 0 0,-44 19 50 0 0,-94 32-1 0 0,112-49-19 0 0,-1-2-1 0 0,-95 13 1 0 0,-247 25 141 0 0,45-9-86 0 0,-303-14-89 0 0,637-28-3 0 0,-821-26 0 0 0,512 10 0 0 0,126 7 0 0 0,-339-10 0 0 0,363 15 0 0 0,-304 4 0 0 0,-79 9 0 0 0,181-10 0 0 0,-115-17 0 0 0,377 4 0 0 0,91 10 0 0 0,0-1 0 0 0,0 0 0 0 0,-25-12 0 0 0,40 14 0 0 0,0 1 0 0 0,1-2 0 0 0,-1 1 0 0 0,1 0 0 0 0,-7-7 0 0 0,10 8 0 0 0,0 0 0 0 0,0 1 0 0 0,0-1 0 0 0,1-1 0 0 0,-1 1 0 0 0,0 0 0 0 0,1 0 0 0 0,0-1 0 0 0,0 1 0 0 0,-1 0 0 0 0,2-1 0 0 0,-1 1 0 0 0,0-1 0 0 0,0 0 0 0 0,0-3 0 0 0,2-13 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7:56.0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75 423 20903 0 0,'-1'110'3288'0'0,"1"-89"-2956"0"0,-2 0 0 0 0,0 0-1 0 0,-1 0 1 0 0,-1 0 0 0 0,-2-1-1 0 0,0 0 1 0 0,0 0 0 0 0,-11 21 0 0 0,4-21-138 0 0,5-14-68 0 0,8-7-121 0 0,-1 1 0 0 0,1 0 0 0 0,0 0-1 0 0,-1 0 1 0 0,1 0 0 0 0,0 0 0 0 0,-1-1-1 0 0,1 1 1 0 0,0 0 0 0 0,0 0 0 0 0,-1-1 0 0 0,1 1-1 0 0,0 0 1 0 0,0 0 0 0 0,0-1 0 0 0,-1 1-1 0 0,1 0 1 0 0,0-1 0 0 0,0 1 0 0 0,0 0 0 0 0,0-1-1 0 0,-1 1 1 0 0,1 0 0 0 0,0-1 0 0 0,0 1-1 0 0,0 0 1 0 0,0-1 0 0 0,0 1 0 0 0,0-1 0 0 0,0-2 14 0 0,0 0 0 0 0,0 0 0 0 0,0 0 0 0 0,0 0 0 0 0,1-1 0 0 0,-1 1 0 0 0,3-5 0 0 0,0-4 12 0 0,86-336 561 0 0,-35 194-258 0 0,-49 138-271 0 0,1 2 0 0 0,0-1 0 0 0,1 1 0 0 0,1 0 1 0 0,17-25-1 0 0,-19 31-15 0 0,1 1-1 0 0,0 0 1 0 0,0 0 0 0 0,0 0 0 0 0,1 1 0 0 0,0 0 0 0 0,0 1 0 0 0,1 0-1 0 0,0 0 1 0 0,15-5 0 0 0,-18 7-1 0 0,5-1 71 0 0,0-1 0 0 0,0 2 0 0 0,1 0 0 0 0,-1 0-1 0 0,1 1 1 0 0,18-2 0 0 0,-32 5-93 0 0,0 0-1 0 0,0 0 1 0 0,1 1-1 0 0,-1-1 1 0 0,0 0-1 0 0,1 1 1 0 0,-1-1-1 0 0,0 1 1 0 0,1-1 0 0 0,0 1-1 0 0,-1 0 1 0 0,1 0-1 0 0,-1 2 1 0 0,-9 10 46 0 0,10-14-68 0 0,-24 25 145 0 0,-30 39 0 0 0,48-55-114 0 0,1 1-1 0 0,0-1 1 0 0,0 1 0 0 0,1 0-1 0 0,1 1 1 0 0,-1-1-1 0 0,2 1 1 0 0,-5 18-1 0 0,5-3 69 0 0,1 0 0 0 0,1 29 0 0 0,1-53-93 0 0,-1-1-8 0 0,1 0 1 0 0,0-1-1 0 0,0 1 1 0 0,-1-1 0 0 0,1 1-1 0 0,0-1 1 0 0,-1 1-1 0 0,1-1 1 0 0,0 1-1 0 0,-1-1 1 0 0,1 0 0 0 0,-1 1-1 0 0,1-1 1 0 0,-1 1-1 0 0,1-1 1 0 0,-1 0-1 0 0,1 1 1 0 0,-1-1 0 0 0,1 0-1 0 0,-1 0 1 0 0,0 0-1 0 0,1 1 1 0 0,-1-1 0 0 0,1 0-1 0 0,-1 0 1 0 0,0 0-1 0 0,1 0 1 0 0,-1 0-1 0 0,1 0 1 0 0,-1 0 0 0 0,0 0-1 0 0,0 0 1 0 0,-1 0-9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7:56.7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17583 0 0,'0'0'4392'0'0,"0"0"-4376"0"0,0 0 0 0 0,1 0-1 0 0,-1 0 1 0 0,0 1 0 0 0,1-1-1 0 0,-1 0 1 0 0,0 0 0 0 0,1 0-1 0 0,-1 0 1 0 0,0 1 0 0 0,1-1-1 0 0,-1 0 1 0 0,0 0-1 0 0,0 1 1 0 0,1-1 0 0 0,-1 0-1 0 0,0 1 1 0 0,0-1 0 0 0,0 0-1 0 0,1 1 1 0 0,-1-1 0 0 0,0 1-1 0 0,10 22 154 0 0,-1 0-1 0 0,0 1 0 0 0,7 40 1 0 0,-11-43-27 0 0,-3-13-40 0 0,0 0 1 0 0,-1 0-1 0 0,0 1 1 0 0,0 15-1 0 0,-1-23-77 0 0,0 0 0 0 0,0 0 0 0 0,-1 0 0 0 0,1 1 0 0 0,0-1 0 0 0,-1 0-1 0 0,1 0 1 0 0,-1 0 0 0 0,0 0 0 0 0,1 0 0 0 0,-1 0 0 0 0,-1 1 0 0 0,2-1 29 0 0,-1 0-1 0 0,0 0 1 0 0,1 0 0 0 0,-1 0-1 0 0,1-1 1 0 0,-1 1 0 0 0,1 0 0 0 0,-1 1-1 0 0,1-1 1 0 0,0 0 0 0 0,-1 0-1 0 0,1 0 1 0 0,0 0 0 0 0,0 1 0 0 0,-1-1-29 0 0,1-1 0 0 0,0 1 0 0 0,0-1 1 0 0,-1 1-1 0 0,1-1 0 0 0,0 0 1 0 0,-1 1-1 0 0,1-1 0 0 0,-1 1 0 0 0,1-1 1 0 0,0 0-1 0 0,-1 1 0 0 0,1-1 1 0 0,-1 0-1 0 0,1 0 0 0 0,-1 1 0 0 0,1-1 1 0 0,-1 0-1 0 0,1 0 0 0 0,-1 0 1 0 0,0 1-1 0 0,1-1 0 0 0,-1 0 0 0 0,1 0 1 0 0,-1 0-1 0 0,1 0 0 0 0,-1 0 0 0 0,1 0 1 0 0,-1 0-1 0 0,0 0 0 0 0,0-1 1 0 0,0 1-6 0 0,1 0 0 0 0,-1 0 0 0 0,1 0 0 0 0,-1 0 0 0 0,1 0 0 0 0,-1 0 1 0 0,1 0-1 0 0,-1 0 0 0 0,1 0 0 0 0,0 0 0 0 0,-1 0 0 0 0,1-1 0 0 0,-1 1 1 0 0,1 0-1 0 0,-1 0 0 0 0,1-1 0 0 0,0 1 0 0 0,-1 0 0 0 0,1 0 0 0 0,-1-1 1 0 0,1 1-1 0 0,0-1 0 0 0,-1 1 0 0 0,1 0 0 0 0,0-1 0 0 0,0 1 0 0 0,-1-1 0 0 0,1 1 1 0 0,0 0-1 0 0,0-1 0 0 0,0 1 0 0 0,-1-1 0 0 0,1 1 0 0 0,0-1 0 0 0,0 1 1 0 0,0-1-1 0 0,0 1 0 0 0,0-1 0 0 0,0 1 0 0 0,0-1 0 0 0,4-12 71 0 0,0 0-1 0 0,0 0 0 0 0,1 1 1 0 0,1 0-1 0 0,0 0 0 0 0,1 0 1 0 0,0 1-1 0 0,1 0 0 0 0,0 0 1 0 0,1 1-1 0 0,0 0 0 0 0,20-16 1 0 0,-17 18 36 0 0,0 0 0 0 0,1 1 1 0 0,19-7-1 0 0,-25 11-53 0 0,0 2-1 0 0,0-1 0 0 0,10 0 1 0 0,12-3 131 0 0,-2 3 79 0 0,-26 2-248 0 0,-1 0-32 0 0,0 0 0 0 0,0 0-1 0 0,1 0 1 0 0,-1 0 0 0 0,0 0 0 0 0,0 0 0 0 0,0 0 0 0 0,0 0 0 0 0,1 0 0 0 0,-1 0-1 0 0,0 0 1 0 0,0 0 0 0 0,0 0 0 0 0,0 0 0 0 0,1 0 0 0 0,-1 0 0 0 0,0 0 0 0 0,0 1-1 0 0,0-1 1 0 0,0 0 0 0 0,0 0 0 0 0,1 0 0 0 0,-1 0 0 0 0,0 0 0 0 0,0 0 0 0 0,0 0 0 0 0,0 1-1 0 0,0-1 1 0 0,0 0 0 0 0,0 0 0 0 0,0 0 0 0 0,1 1 0 0 0,-2 8 15 0 0,0 0-1 0 0,0 1 1 0 0,-1-1 0 0 0,0 0 0 0 0,-1 0 0 0 0,0 0 0 0 0,-4 10 0 0 0,2-7-1 0 0,0 1 1 0 0,-4 23-1 0 0,7-27-7 0 0,2-8-7 0 0,-1 1 0 0 0,1 0 0 0 0,-1-1 0 0 0,1 1 0 0 0,0 0 0 0 0,-1-1 0 0 0,1 1 0 0 0,0 0 0 0 0,0 0 0 0 0,0-1 1 0 0,1 1-1 0 0,-1 0 0 0 0,0-1 0 0 0,1 1 0 0 0,-1 0 0 0 0,1-1 0 0 0,-1 1 0 0 0,1 0 0 0 0,0-1 0 0 0,0 1 0 0 0,-1-1 0 0 0,1 1 0 0 0,0-1 0 0 0,3 2 0 0 0,-2-1 0 0 0,0-1 0 0 0,0 1 0 0 0,0-1 0 0 0,1 0 0 0 0,-1 0-1 0 0,1 0 1 0 0,-1 0 0 0 0,1 0 0 0 0,-1-1 0 0 0,1 1-1 0 0,-1-1 1 0 0,1 1 0 0 0,0-1 0 0 0,-1 0 0 0 0,1 0-1 0 0,0-1 1 0 0,-1 1 0 0 0,1 0 0 0 0,-1-1 0 0 0,1 1 0 0 0,-1-1-1 0 0,1 0 1 0 0,-1 0 0 0 0,1 0 0 0 0,3-2 0 0 0,-3 1-1 0 0,0 1 1 0 0,0-1-1 0 0,0 0 0 0 0,0 1 1 0 0,0-1-1 0 0,0-1 1 0 0,-1 1-1 0 0,1 0 1 0 0,-1-1-1 0 0,1 1 0 0 0,-1-1 1 0 0,0 0-1 0 0,0 0 1 0 0,0 0-1 0 0,0 0 1 0 0,-1 0-1 0 0,1 0 1 0 0,-1 0-1 0 0,2-6 0 0 0,-3 2 5 0 0,0-1 0 0 0,-1 0-1 0 0,0 1 1 0 0,0-1-1 0 0,-2-7 1 0 0,-1-8 16 0 0,3 20-15 0 0,1 1 1 0 0,-1-1 0 0 0,0 0-1 0 0,1 0 1 0 0,-1 1-1 0 0,0-1 1 0 0,-1 0 0 0 0,1 1-1 0 0,0-1 1 0 0,-1 1-1 0 0,1-1 1 0 0,-1 1 0 0 0,0 0-1 0 0,0 0 1 0 0,0 0-1 0 0,0 0 1 0 0,0 0 0 0 0,0 0-1 0 0,-1 0 1 0 0,1 1-1 0 0,-1-1 1 0 0,1 1 0 0 0,-1 0-1 0 0,1 0 1 0 0,-1 0-1 0 0,0 0 1 0 0,0 0 0 0 0,1 0-1 0 0,-6 0 1 0 0,10 1 15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7:57.5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18 18895 0 0,'5'63'3071'0'0,"-4"-27"-1730"0"0,-1-15-585 0 0,-2 34-1 0 0,2-54-729 0 0,-1 0 0 0 0,1 0 1 0 0,-1 0-1 0 0,0 0 0 0 0,0-1 0 0 0,1 1 0 0 0,-1 0 1 0 0,0 0-1 0 0,0 0 0 0 0,0-1 0 0 0,0 1 0 0 0,0 0 1 0 0,0-1-1 0 0,0 1 0 0 0,0-1 0 0 0,0 0 1 0 0,-1 1-1 0 0,-6 1 386 0 0,13-6 341 0 0,6-4-585 0 0,0 0 0 0 0,-1-1 0 0 0,11-11 0 0 0,-14 13-48 0 0,-1 0 1 0 0,2 1-1 0 0,-1-1 1 0 0,1 2-1 0 0,0-1 1 0 0,0 1-1 0 0,1 0 1 0 0,10-4-1 0 0,-17 9-81 0 0,0 0 1 0 0,0 0-1 0 0,0 0 0 0 0,0 0 0 0 0,0 0 1 0 0,-1 0-1 0 0,1 1 0 0 0,0-1 0 0 0,0 1 1 0 0,0 0-1 0 0,3 1 0 0 0,5 1 83 0 0,-6-1-78 0 0,0 0-1 0 0,0 0 1 0 0,-1 0-1 0 0,1 1 0 0 0,-1-1 1 0 0,1 1-1 0 0,-1 0 0 0 0,0 0 1 0 0,0 0-1 0 0,0 0 1 0 0,-1 0-1 0 0,1 1 0 0 0,-1-1 1 0 0,0 1-1 0 0,0 0 0 0 0,2 4 1 0 0,-3 5 160 0 0,1 9 106 0 0,-2-21-304 0 0,0-1 1 0 0,0 1 0 0 0,0-1 0 0 0,0 0 0 0 0,1 1-1 0 0,-1-1 1 0 0,0 1 0 0 0,0-1 0 0 0,1 1 0 0 0,-1-1-1 0 0,0 0 1 0 0,1 1 0 0 0,-1-1 0 0 0,0 0 0 0 0,1 1-1 0 0,-1-1 1 0 0,1 0 0 0 0,-1 0 0 0 0,1 1 0 0 0,-1-1-1 0 0,0 0 1 0 0,1 0 0 0 0,-1 0 0 0 0,1 0-1 0 0,-1 0 1 0 0,1 1 0 0 0,-1-1 0 0 0,1 0 0 0 0,-1 0-1 0 0,1 0 1 0 0,-1 0 0 0 0,1 0 0 0 0,-1-1 0 0 0,1 1-1 0 0,-1 0 1 0 0,1 0 0 0 0,0 0 0 0 0,14-5 80 0 0,0-1 0 0 0,26-13 0 0 0,5-2 56 0 0,-20 14 95 0 0,-24 7-224 0 0,-1 0 1 0 0,1 0-1 0 0,-1 0 1 0 0,0 0-1 0 0,1 0 0 0 0,-1 0 1 0 0,0 0-1 0 0,1 1 0 0 0,-1-1 1 0 0,1 1-1 0 0,-1-1 1 0 0,0 1-1 0 0,0-1 0 0 0,1 1 1 0 0,-1 0-1 0 0,2 1 0 0 0,-1-1 2 0 0,1 0-1 0 0,0-1 0 0 0,0 1 1 0 0,0-1-1 0 0,0 0 0 0 0,0 0 0 0 0,0 0 1 0 0,0 0-1 0 0,0 0 0 0 0,-1-1 0 0 0,1 1 1 0 0,4-2-1 0 0,-3 2-23 0 0,0-1 1 0 0,0 0-1 0 0,0 0 0 0 0,0-1 0 0 0,0 1 1 0 0,0-1-1 0 0,0 0 0 0 0,-1 0 0 0 0,1 0 1 0 0,0 0-1 0 0,-1-1 0 0 0,0 0 1 0 0,0 1-1 0 0,0-1 0 0 0,0 0 0 0 0,0 0 1 0 0,0-1-1 0 0,-1 1 0 0 0,3-5 0 0 0,8-4-6077 0 0,-14 12 6024 0 0,0 1-1 0 0,0 0 0 0 0,0 0 0 0 0,1 0 1 0 0,-1 0-1 0 0,0 0 0 0 0,1 0 0 0 0,-1 0 1 0 0,1 0-1 0 0,-1 0 0 0 0,1 1 1 0 0,0-1-1 0 0,-1 0 0 0 0,1 0 0 0 0,0 0 1 0 0,0 0-1 0 0,0 1 0 0 0,0-1 1 0 0,0 0-1 0 0,0 2 0 0 0,-1 3-34 0 0,-1 21-220 0 0,-15 93-400 0 0,-19 76 478 0 0,36-193 265 0 0,-1-1 1 0 0,0 0-1 0 0,0 0 1 0 0,0 0-1 0 0,0 0 1 0 0,0 0-1 0 0,0 0 1 0 0,0 0-1 0 0,-1-1 1 0 0,1 1-1 0 0,-1 0 1 0 0,1-1-1 0 0,-1 1 1 0 0,0-1-1 0 0,-1 2 1 0 0,2-3-7 0 0,1 0 0 0 0,-1 0 0 0 0,1 0 1 0 0,0 0-1 0 0,-1 0 0 0 0,1 0 0 0 0,0 0 1 0 0,-1 0-1 0 0,1 0 0 0 0,-1-1 0 0 0,1 1 1 0 0,0 0-1 0 0,-1 0 0 0 0,1 0 0 0 0,0-1 1 0 0,-1 1-1 0 0,1 0 0 0 0,0 0 0 0 0,0-1 1 0 0,-1 1-1 0 0,1 0 0 0 0,0-1 0 0 0,0 1 1 0 0,-1 0-1 0 0,1-1 0 0 0,0 1 0 0 0,0 0 1 0 0,0-1-1 0 0,-1 1 0 0 0,1 0 0 0 0,0-1 1 0 0,0 1-1 0 0,0-1 0 0 0,0 1 0 0 0,-5-17 410 0 0,3 5-308 0 0,1-1-1 0 0,1 1 0 0 0,0-1 1 0 0,1 1-1 0 0,0-1 0 0 0,0 1 1 0 0,6-19-1 0 0,5-7 273 0 0,16-37 0 0 0,-18 48-189 0 0,32-89 619 0 0,-34 94-685 0 0,-6 17-87 0 0,-1-1 0 0 0,1 1 0 0 0,0 0 1 0 0,0 0-1 0 0,1 0 0 0 0,-1 1 0 0 0,1-1 0 0 0,0 0 0 0 0,1 1 0 0 0,-1 0 0 0 0,1 0 0 0 0,-1 0 0 0 0,7-5 0 0 0,-8 8-13 0 0,-1 0 0 0 0,1 0 0 0 0,0 0 1 0 0,-1 0-1 0 0,1 1 0 0 0,0-1 0 0 0,0 0 1 0 0,0 1-1 0 0,0-1 0 0 0,-1 1 0 0 0,1 0 0 0 0,0-1 1 0 0,0 1-1 0 0,0 0 0 0 0,0 0 0 0 0,0 1 0 0 0,0-1 1 0 0,2 1-1 0 0,-3-1-24 0 0,0 1-1 0 0,0 0 1 0 0,-1-1 0 0 0,1 1 0 0 0,0 0 0 0 0,-1 0 0 0 0,1 0-1 0 0,0-1 1 0 0,-1 1 0 0 0,1 0 0 0 0,-1 0 0 0 0,1 0 0 0 0,-1 0-1 0 0,0 0 1 0 0,0 0 0 0 0,1 0 0 0 0,-1 2 0 0 0,3 18 133 0 0,-2-20-119 0 0,-1 8 40 0 0,0-1 0 0 0,0 1 0 0 0,-1-1 0 0 0,0 1 0 0 0,0-1 0 0 0,-1 1 0 0 0,0-1 0 0 0,-1 0 0 0 0,0 0 0 0 0,-4 8 0 0 0,-25 30 538 0 0,32-46-597 0 0,0 1-1 0 0,-1-1 0 0 0,1 0 1 0 0,0 1-1 0 0,0-1 0 0 0,-1 0 1 0 0,1 1-1 0 0,0-1 0 0 0,0 0 1 0 0,-1 1-1 0 0,1-1 0 0 0,0 0 0 0 0,-1 0 1 0 0,1 1-1 0 0,0-1 0 0 0,-1 0 1 0 0,1 0-1 0 0,0 0 0 0 0,-1 0 1 0 0,1 1-1 0 0,-1-1 0 0 0,1 0 1 0 0,0 0-1 0 0,-1 0 0 0 0,1 0 0 0 0,-1 0 1 0 0,1 0-1 0 0,0 0 0 0 0,-1 0 1 0 0,-1-3 46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7:57.7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 14 17791 0 0,'15'-5'284'0'0,"-4"1"769"0"0,0-1 17 0 0,-11 5-1008 0 0,0 1-1 0 0,1-1 1 0 0,-1 0 0 0 0,0 0-1 0 0,0 0 1 0 0,1 1 0 0 0,-1-1-1 0 0,0 0 1 0 0,1 0 0 0 0,-1 1-1 0 0,0-1 1 0 0,0 0 0 0 0,1 0-1 0 0,-1 1 1 0 0,0-1 0 0 0,0 0-1 0 0,0 1 1 0 0,0-1 0 0 0,1 0-1 0 0,-1 1 1 0 0,0-1 0 0 0,0 1-1 0 0,0-1 1 0 0,0 0 0 0 0,0 1-1 0 0,0-1 1 0 0,0 0 0 0 0,0 1-1 0 0,0-1 1 0 0,0 0 0 0 0,0 2-1 0 0,0 7 459 0 0,-10 188 1206 0 0,3-87-1449 0 0,2-52 100 0 0,-21 102 1 0 0,22-135 101 0 0,1 0 1 0 0,0 0 0 0 0,3 31-1 0 0,0-53-311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7:58.0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0 130 19399 0 0,'5'-3'0'0'0,"-2"1"0"0"0,-2 2 664 0 0,2-3 8 0 0,5-2-8 0 0,27-7 688 0 0,-5 3-664 0 0,0-2-8 0 0,3 2 8 0 0,0 0-344 0 0,6-4 0 0 0,-5 1-8 0 0,-4 0 16 0 0,-4 0-256 0 0,-2 2 16 0 0,-6 3-8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7:58.3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 4 17183 0 0,'7'-1'366'0'0,"-8"-1"468"0"0,1 2-803 0 0,0 0 0 0 0,0 0 0 0 0,0 0 0 0 0,0 0 0 0 0,0 0-1 0 0,-1-1 1 0 0,1 1 0 0 0,0 0 0 0 0,0 0 0 0 0,0 0 0 0 0,0 0 0 0 0,0 0 0 0 0,0 0 0 0 0,-1 0-1 0 0,1 0 1 0 0,0 0 0 0 0,0 0 0 0 0,0 0 0 0 0,0 0 0 0 0,0 0 0 0 0,-1 0 0 0 0,1 0 0 0 0,0 0-1 0 0,0 0 1 0 0,0 0 0 0 0,0 0 0 0 0,0 0 0 0 0,0 0 0 0 0,-1 0 0 0 0,1 0 0 0 0,0 1 0 0 0,0-1-1 0 0,0 0 1 0 0,0 0 0 0 0,0 0 0 0 0,0 0 0 0 0,0 0 0 0 0,0 0 0 0 0,-1 0 0 0 0,1 0 0 0 0,0 1-1 0 0,0-1 1 0 0,0 0 0 0 0,0 0 0 0 0,0 0 0 0 0,0 0 0 0 0,0 0 0 0 0,0 1 0 0 0,5 27 755 0 0,-1 1 1 0 0,0 38 0 0 0,-3-35-478 0 0,5 70 468 0 0,-10 145-1 0 0,-15-97-221 0 0,17-134-451 0 0,-1 0 0 0 0,-1-1-1 0 0,0 1 1 0 0,-1-1 0 0 0,0 0 0 0 0,-9 16 0 0 0,6-16 22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7:58.7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0 121 15272 0 0,'6'2'188'0'0,"0"3"615"0"0,-6-4-693 0 0,1-1 0 0 0,0 1-1 0 0,0 0 1 0 0,0-1 0 0 0,-1 1 0 0 0,1-1 0 0 0,0 1-1 0 0,0-1 1 0 0,0 0 0 0 0,0 1 0 0 0,0-1 0 0 0,0 0-1 0 0,0 1 1 0 0,0-1 0 0 0,0 0 0 0 0,0 0 0 0 0,0 0-1 0 0,0 0 1 0 0,0 0 0 0 0,2-1 0 0 0,83-5 1432 0 0,258-30 1037 0 0,-335 34-2419 0 0,0 0 0 0 0,0 0 0 0 0,0-1 0 0 0,13-5 0 0 0,-21 7-84 0 0,1 1 1 0 0,0-1-1 0 0,-1 0 0 0 0,1 0 1 0 0,0 0-1 0 0,-1-1 0 0 0,1 1 1 0 0,-1 0-1 0 0,0-1 0 0 0,1 1 0 0 0,-1 0 1 0 0,0-1-1 0 0,0 0 0 0 0,0 1 1 0 0,0-1-1 0 0,0 0 0 0 0,0 1 1 0 0,0-1-1 0 0,0 0 0 0 0,-1 0 1 0 0,1 0-1 0 0,-1 0 0 0 0,0 1 1 0 0,1-1-1 0 0,-1 0 0 0 0,0 0 1 0 0,0 0-1 0 0,0-3 0 0 0,-1 4-55 0 0,1 0-1 0 0,0 0 1 0 0,-1 0-1 0 0,1 0 1 0 0,-1 0-1 0 0,1 0 1 0 0,-1 0-1 0 0,0 0 0 0 0,1 0 1 0 0,-1 0-1 0 0,0 0 1 0 0,0 0-1 0 0,0 0 1 0 0,0 0-1 0 0,0 1 1 0 0,1-1-1 0 0,-1 0 1 0 0,0 1-1 0 0,0-1 1 0 0,-1 1-1 0 0,1-1 1 0 0,0 1-1 0 0,0-1 1 0 0,0 1-1 0 0,-2 0 1 0 0,-4-2 77 0 0,0 0 1 0 0,-15 0 0 0 0,13 1-29 0 0,0 1-20 0 0,0-1 0 0 0,0 1 0 0 0,0 1 0 0 0,0 0 0 0 0,0 0 0 0 0,1 0 1 0 0,-1 1-1 0 0,0 1 0 0 0,1 0 0 0 0,0 0 0 0 0,-1 0 0 0 0,-13 9 0 0 0,16-8 0 0 0,0 0 1 0 0,0 0-1 0 0,0 1 0 0 0,0 0 0 0 0,1 0 0 0 0,0 1 1 0 0,0-1-1 0 0,0 1 0 0 0,1 0 0 0 0,0 1 0 0 0,0-1 1 0 0,0 1-1 0 0,1-1 0 0 0,0 1 0 0 0,-3 13 0 0 0,4-13-2 0 0,0-1-1 0 0,1 1 1 0 0,0 0-1 0 0,0 0 1 0 0,1-1-1 0 0,0 1 1 0 0,0 0-1 0 0,1 0 1 0 0,0 0-1 0 0,0 0 1 0 0,2 7-1 0 0,-1-10-20 0 0,-1-1 1 0 0,1 1-1 0 0,-1-1 0 0 0,1 1 0 0 0,1-1 1 0 0,-1 0-1 0 0,0 0 0 0 0,1 1 1 0 0,-1-2-1 0 0,1 1 0 0 0,0 0 1 0 0,0 0-1 0 0,0-1 0 0 0,0 0 0 0 0,1 0 1 0 0,-1 0-1 0 0,0 0 0 0 0,1 0 1 0 0,0 0-1 0 0,5 1 0 0 0,1-1 7 0 0,0 0-1 0 0,1-1 1 0 0,-1 0-1 0 0,1 0 0 0 0,-1-1 1 0 0,0-1-1 0 0,1 1 1 0 0,-1-2-1 0 0,16-3 1 0 0,7-2 15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7:59.2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91 0 15680 0 0,'-1'1'162'0'0,"0"1"1"0"0,-1-1 0 0 0,1 0 0 0 0,0 1 0 0 0,0-1-1 0 0,0 1 1 0 0,0-1 0 0 0,0 1 0 0 0,0-1 0 0 0,0 1-1 0 0,1 0 1 0 0,-1 0 0 0 0,1-1 0 0 0,-1 1 0 0 0,1 0 0 0 0,-1 3-1 0 0,-3 12 969 0 0,-15 39 171 0 0,14-39-1003 0 0,-12 30 0 0 0,-10 27 598 0 0,24-59-233 0 0,3-16-643 0 0,0 1 0 0 0,0 0 0 0 0,0 0-1 0 0,0 0 1 0 0,0 0 0 0 0,0 0 0 0 0,1 0-1 0 0,-1 0 1 0 0,0-1 0 0 0,0 1 0 0 0,0 0-1 0 0,0 0 1 0 0,0 0 0 0 0,0 0 0 0 0,1 0-1 0 0,-1 0 1 0 0,0 0 0 0 0,0 0 0 0 0,0 0-1 0 0,0 0 1 0 0,0 0 0 0 0,1 0 0 0 0,-1 0-1 0 0,0 0 1 0 0,0 0 0 0 0,0 0 0 0 0,0 0-1 0 0,0 0 1 0 0,1 0 0 0 0,-1 0 0 0 0,0 0 0 0 0,0 0-1 0 0,0 0 1 0 0,0 0 0 0 0,0 0 0 0 0,1 0-1 0 0,-1 0 1 0 0,0 0 0 0 0,0 1 0 0 0,0-1-1 0 0,0 0 1 0 0,0 0 0 0 0,0 0 0 0 0,0 0-1 0 0,1 0 1 0 0,-1 0 0 0 0,0 0 0 0 0,0 1-1 0 0,0-1 1 0 0,0 0 0 0 0,0 0 0 0 0,0 0-1 0 0,0 0 1 0 0,0 0 0 0 0,0 1 0 0 0,0-1-1 0 0,0 0 1 0 0,0 0 0 0 0,0 0 0 0 0,24-26 459 0 0,-1-2 1 0 0,27-42 0 0 0,-32 43-151 0 0,-16 24-268 0 0,-1 0 0 0 0,1 0 0 0 0,0 1 0 0 0,0-1 1 0 0,0 1-1 0 0,1-1 0 0 0,-1 1 0 0 0,1 0 1 0 0,-1 0-1 0 0,1 0 0 0 0,-1 0 0 0 0,1 1 0 0 0,0-1 1 0 0,0 1-1 0 0,0 0 0 0 0,0-1 0 0 0,0 1 1 0 0,0 1-1 0 0,1-1 0 0 0,-1 0 0 0 0,0 1 0 0 0,0-1 1 0 0,6 1-1 0 0,-8 1-38 0 0,0-1 0 0 0,0 1 0 0 0,0-1 0 0 0,0 1 0 0 0,0 0 0 0 0,0-1 0 0 0,0 1 0 0 0,0 0 0 0 0,0 0 0 0 0,0-1 0 0 0,0 1 0 0 0,0 0 0 0 0,-1 0 0 0 0,1 0 0 0 0,0 0 0 0 0,-1 0 0 0 0,1 0 0 0 0,-1 0 0 0 0,1 0 0 0 0,-1 0 0 0 0,0 1 0 0 0,1-1 0 0 0,-1 0 0 0 0,0 0 0 0 0,0 0 0 0 0,0 0 0 0 0,0 1 0 0 0,0 0 0 0 0,1 2 18 0 0,-1 0 0 0 0,0-1 0 0 0,0 1 0 0 0,0 0 0 0 0,0 0 0 0 0,-1-1-1 0 0,0 1 1 0 0,-1 4 0 0 0,-14 23 203 0 0,11-24-148 0 0,1 0-1 0 0,1 0 1 0 0,-5 11 0 0 0,5-1 232 0 0,6-11-78 0 0,-3-6-242 0 0,0 0-1 0 0,1 0 1 0 0,-1 0 0 0 0,1 0-1 0 0,-1 0 1 0 0,0 0 0 0 0,1 0 0 0 0,-1 0-1 0 0,0 0 1 0 0,1 0 0 0 0,-1 0-1 0 0,0-1 1 0 0,1 1 0 0 0,-1 0-1 0 0,0 0 1 0 0,1-1 0 0 0,-1 1 0 0 0,0 0-1 0 0,0 0 1 0 0,1-1 0 0 0,-1 1-1 0 0,1-1 1 0 0,16-14 175 0 0,-12 12-162 0 0,0-1 0 0 0,-1 0 0 0 0,0 0-1 0 0,4-5 1 0 0,18-21 122 0 0,49-43 0 0 0,-70 68-119 0 0,1 1-1 0 0,-1 0 1 0 0,1 0-1 0 0,0 0 1 0 0,0 1-1 0 0,0 0 1 0 0,9-3-1 0 0,-14 6-9 0 0,1-1 0 0 0,-1 0 0 0 0,1 1 0 0 0,0-1 0 0 0,-1 1 0 0 0,1-1 0 0 0,0 1 0 0 0,-1 0 0 0 0,1 0-1 0 0,0 0 1 0 0,-1 0 0 0 0,1 0 0 0 0,0 0 0 0 0,-1 0 0 0 0,1 0 0 0 0,0 1 0 0 0,-1-1 0 0 0,1 1 0 0 0,-1-1-1 0 0,1 1 1 0 0,0 0 0 0 0,-1-1 0 0 0,1 1 0 0 0,-1 0 0 0 0,0 0 0 0 0,1 0 0 0 0,1 3 0 0 0,6 2 34 0 0,-8-5-42 0 0,0-1 0 0 0,0 1-1 0 0,0 0 1 0 0,0 0 0 0 0,0 0-1 0 0,0-1 1 0 0,0 1 0 0 0,-1 0-1 0 0,1 0 1 0 0,0 0 0 0 0,-1 0-1 0 0,1 0 1 0 0,-1 1-1 0 0,1-1 1 0 0,-1 0 0 0 0,1 0-1 0 0,-1 1 1 0 0,1 0-3 0 0,-1 0-1 0 0,-1 0 1 0 0,1 0-1 0 0,0 0 1 0 0,0 0 0 0 0,-1-1-1 0 0,1 1 1 0 0,-1 0-1 0 0,1 0 1 0 0,-1 0 0 0 0,0-1-1 0 0,1 1 1 0 0,-1 0-1 0 0,0-1 1 0 0,0 1 0 0 0,0-1-1 0 0,-1 1 1 0 0,1-1-1 0 0,-2 2 1 0 0,-2 3-4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7:59.6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 17 16384 0 0,'17'-16'6743'0'0,"-18"26"-6547"0"0,1 1 0 0 0,-2-1-1 0 0,1 0 1 0 0,-1 0-1 0 0,-1 0 1 0 0,-5 15 0 0 0,1 3 216 0 0,7-24-311 0 0,-1 0 1 0 0,0-1 0 0 0,0 1 0 0 0,0 0 0 0 0,0-1 0 0 0,0 1-1 0 0,-1-1 1 0 0,1 0 0 0 0,-1 1 0 0 0,0-1 0 0 0,0 0 0 0 0,-4 4 0 0 0,5-5-36 0 0,0-1 0 0 0,0 0 1 0 0,-1 0-1 0 0,1 1 0 0 0,1-1 1 0 0,-1 0-1 0 0,0 1 0 0 0,0-1 1 0 0,0 1-1 0 0,1-1 0 0 0,-1 1 1 0 0,1-1-1 0 0,-1 1 0 0 0,1 0 1 0 0,0 1-1 0 0,0 2 135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0.1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203 24 15376 0 0,'-1'0'42'0'0,"0"1"0"0"0,0 0 1 0 0,0 0-1 0 0,1-1 0 0 0,-1 1 1 0 0,0 0-1 0 0,0 0 0 0 0,1 0 1 0 0,-1 0-1 0 0,0 0 1 0 0,1 0-1 0 0,-1 0 0 0 0,1 0 1 0 0,0 0-1 0 0,-1 0 0 0 0,1 0 1 0 0,0 0-1 0 0,-1 3 1 0 0,-1 26 1527 0 0,0-4-506 0 0,-57 170 2103 0 0,50-169-2958 0 0,-1 1-1 0 0,-1-1 1 0 0,-24 41 0 0 0,22-45-74 0 0,11-18-59 0 0,0 0 1 0 0,0-1-1 0 0,0 1 0 0 0,-1-1 1 0 0,0 0-1 0 0,0 0 0 0 0,0 0 0 0 0,0 0 1 0 0,-1-1-1 0 0,-6 6 0 0 0,10-8-60 0 0,0-1 1 0 0,-1 0-1 0 0,1 0 0 0 0,0 0 0 0 0,0 1 1 0 0,-1-1-1 0 0,1 0 0 0 0,0 0 0 0 0,0 0 1 0 0,-1 0-1 0 0,1 0 0 0 0,0 1 0 0 0,-1-1 0 0 0,1 0 1 0 0,0 0-1 0 0,-1 0 0 0 0,1 0 0 0 0,0 0 1 0 0,-1 0-1 0 0,1 0 0 0 0,0 0 0 0 0,-1 0 0 0 0,1 0 1 0 0,0 0-1 0 0,0-1 0 0 0,-1 1 0 0 0,1 0 1 0 0,0 0-1 0 0,-1 0 0 0 0,1 0 0 0 0,0 0 1 0 0,0-1-1 0 0,-1 1 0 0 0,1 0 0 0 0,0 0 0 0 0,0 0 1 0 0,-1-1-1 0 0,1 1 0 0 0,0 0 0 0 0,0 0 1 0 0,0-1-1 0 0,-1 1 0 0 0,1 0 0 0 0,0 0 0 0 0,0-1 1 0 0,0 1-1 0 0,0 0 0 0 0,0-1 0 0 0,0 1 1 0 0,0 0-1 0 0,0-1 0 0 0,-1 1 0 0 0,1 0 0 0 0,0-1 1 0 0,1-20 419 0 0,0 18-426 0 0,19-126 725 0 0,-14 105-597 0 0,1 0 0 0 0,0 1 1 0 0,16-32-1 0 0,-7 21 76 0 0,1 1-1 0 0,2 0 1 0 0,42-54 0 0 0,-58 84-200 0 0,3-4 81 0 0,0 0 0 0 0,13-10 1 0 0,-17 15-74 0 0,0 1 1 0 0,0-1 0 0 0,1 1-1 0 0,-1-1 1 0 0,1 1 0 0 0,-1 0-1 0 0,1 0 1 0 0,-1 0 0 0 0,1 1-1 0 0,0-1 1 0 0,-1 1 0 0 0,1-1-1 0 0,4 1 1 0 0,-6 0-10 0 0,1 0 0 0 0,0 0 0 0 0,0 0 0 0 0,0 0 0 0 0,-1 0-1 0 0,1 1 1 0 0,0-1 0 0 0,0 0 0 0 0,-1 1 0 0 0,1 0 0 0 0,0-1 0 0 0,-1 1 0 0 0,1 0 0 0 0,-1 0 0 0 0,1 0 0 0 0,-1 0 0 0 0,2 2 0 0 0,-1-2 0 0 0,-1 1 0 0 0,0-1 1 0 0,0 1-1 0 0,0 0 0 0 0,-1 0 0 0 0,1 0 1 0 0,0 0-1 0 0,-1-1 0 0 0,1 1 0 0 0,-1 0 1 0 0,1 0-1 0 0,-1 0 0 0 0,0 0 1 0 0,0 0-1 0 0,0 3 0 0 0,0 1 27 0 0,-1 0 1 0 0,0 0-1 0 0,0 1 0 0 0,0-1 0 0 0,0 0 0 0 0,-1 0 0 0 0,0-1 1 0 0,-1 1-1 0 0,1 0 0 0 0,-1-1 0 0 0,0 1 0 0 0,-5 5 1 0 0,0 0 62 0 0,-1 0 1 0 0,-1-1 0 0 0,0 0 0 0 0,-14 11-1 0 0,21-18-63 0 0,0-1 0 0 0,-1 0-1 0 0,0 0 1 0 0,1 0 0 0 0,-1-1-1 0 0,-7 3 1 0 0,2-1 72 0 0,4 0-23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0.3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137 0 20503 0 0,'0'2'107'0'0,"0"0"-1"0"0,0 0 0 0 0,0 0 1 0 0,0 0-1 0 0,-1 0 0 0 0,1 0 0 0 0,-1 0 1 0 0,0 2-1 0 0,-5 17 963 0 0,1 17-186 0 0,-41 204 3305 0 0,27-173-3599 0 0,-13 52 36 0 0,21-77-418 0 0,8-32-107 0 0,-1 0 1 0 0,2 0-1 0 0,0 1 0 0 0,0-1 1 0 0,0 25-1 0 0,3-35-74 0 0,-1-1 0 0 0,0 1-1 0 0,1-1 1 0 0,-1 1 0 0 0,1-1 0 0 0,-1 1-1 0 0,1-1 1 0 0,0 1 0 0 0,-1-1 0 0 0,1 0-1 0 0,0 1 1 0 0,1 0 0 0 0,0 0 47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1.1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198 390 18591 0 0,'-7'-2'132'0'0,"-5"-3"434"0"0,11 5-461 0 0,-1-1 1 0 0,1 0-1 0 0,0 0 0 0 0,-1 1 1 0 0,1-1-1 0 0,-1 1 1 0 0,1-1-1 0 0,-1 1 1 0 0,1 0-1 0 0,-1 0 1 0 0,1 0-1 0 0,-1-1 1 0 0,-2 2-1 0 0,-2 1 105 0 0,-22 26 1309 0 0,5-5-676 0 0,8-9-569 0 0,6-7-140 0 0,0 0 0 0 0,0 1 0 0 0,1 0 0 0 0,0 0 0 0 0,1 1 0 0 0,0 0-1 0 0,0 0 1 0 0,1 1 0 0 0,-5 10 0 0 0,11-19-113 0 0,-1-1-1 0 0,1 1 1 0 0,0 0 0 0 0,-1-1-1 0 0,1 1 1 0 0,0 0 0 0 0,0-1 0 0 0,0 1-1 0 0,0 0 1 0 0,0 0 0 0 0,-1-1-1 0 0,1 1 1 0 0,0 0 0 0 0,1 0 0 0 0,-1 0-1 0 0,0-1-11 0 0,0 1 0 0 0,0-1 0 0 0,0 0 0 0 0,1 0 0 0 0,-1 0 0 0 0,0 0 0 0 0,0 0 0 0 0,0 0 0 0 0,1 1 0 0 0,-1-1 0 0 0,0 0 0 0 0,0 0 0 0 0,0 0-1 0 0,1 0 1 0 0,-1 0 0 0 0,0 0 0 0 0,0 0 0 0 0,1 0 0 0 0,-1 0 0 0 0,0 0 0 0 0,0 0 0 0 0,1 0 0 0 0,-1 0 0 0 0,0 0 0 0 0,0 0 0 0 0,0 0 0 0 0,1 0 0 0 0,-1 0 0 0 0,0 0 0 0 0,1-1-1 0 0,23-12 304 0 0,-18 9-300 0 0,132-84 712 0 0,-132 84-442 0 0,-1 0 0 0 0,1 0 0 0 0,-1 0 0 0 0,0-1 0 0 0,0 1 0 0 0,5-7 0 0 0,-11 46 295 0 0,2 43 230 0 0,-1-78-792 0 0,0 1 0 0 0,0 0 0 0 0,0 0 0 0 0,1 0 0 0 0,-1 0-1 0 0,0-1 1 0 0,0 1 0 0 0,1 0 0 0 0,-1 0 0 0 0,0 0 0 0 0,1-1 0 0 0,-1 1-1 0 0,1 0 1 0 0,-1 0 0 0 0,1-1 0 0 0,-1 1 0 0 0,1-1 0 0 0,0 1-1 0 0,-1 0 1 0 0,1-1 0 0 0,0 1 0 0 0,-1-1 0 0 0,1 1 0 0 0,0-1-1 0 0,0 0 1 0 0,-1 1 0 0 0,1-1 0 0 0,0 0 0 0 0,0 0 0 0 0,0 1-1 0 0,-1-1 1 0 0,1 0 0 0 0,0 0 0 0 0,0 0 0 0 0,0 0 0 0 0,0 0-1 0 0,0 0 1 0 0,-1 0 0 0 0,1 0 0 0 0,0 0 0 0 0,1-1 0 0 0,4 0 36 0 0,0-1 0 0 0,0 0 0 0 0,0 0 0 0 0,7-4 0 0 0,-8 4-39 0 0,5-3 24 0 0,0-1 0 0 0,0 0 0 0 0,0 0 0 0 0,0-1 0 0 0,-1 0 0 0 0,0-1 1 0 0,-1 0-1 0 0,0 0 0 0 0,13-18 0 0 0,-7 7 14 0 0,-2-2 0 0 0,0 0 0 0 0,15-37 0 0 0,-21 38-20 0 0,0 0-1 0 0,-1 0 0 0 0,-1-1 0 0 0,3-38 0 0 0,2-14 37 0 0,14-32 56 0 0,-22 102-23 0 0,-1 8-56 0 0,-1 13-9 0 0,-16 61 55 0 0,-9 112 1 0 0,18-120-35 0 0,5-48-32 0 0,0-2 7 0 0,-1 27 0 0 0,4-43-17 0 0,0 0 0 0 0,1 1 0 0 0,-1-1 0 0 0,1 0 0 0 0,0 1 0 0 0,1-1 0 0 0,-1 0 0 0 0,1 0 0 0 0,0 0 0 0 0,3 6 0 0 0,-5-11-10 0 0,1 1 0 0 0,-1-1 0 0 0,1 1 0 0 0,-1-1 1 0 0,0 1-1 0 0,1-1 0 0 0,-1 1 0 0 0,1-1 0 0 0,-1 0 1 0 0,1 1-1 0 0,-1-1 0 0 0,1 0 0 0 0,-1 1 0 0 0,1-1 1 0 0,0 0-1 0 0,-1 0 0 0 0,1 1 0 0 0,-1-1 0 0 0,1 0 1 0 0,0 0-1 0 0,-1 0 0 0 0,1 0 0 0 0,0 0 0 0 0,-1 0 1 0 0,1 0-1 0 0,-1 0 0 0 0,1 0 0 0 0,0 0 0 0 0,-1-1 1 0 0,2 1-1 0 0,19-10 34 0 0,-15 6-29 0 0,12-6 14 0 0,-1 0 1 0 0,0-2 0 0 0,-1 1-1 0 0,-1-2 1 0 0,0 0 0 0 0,0-1-1 0 0,-1-1 1 0 0,20-27 0 0 0,20-32 2 0 0,-45 62-25 0 0,-1-1 0 0 0,0 0 0 0 0,6-15 0 0 0,-14 28 0 0 0,1 0 0 0 0,-1 0 0 0 0,0 0 0 0 0,0 0 0 0 0,0-1 0 0 0,0 1 0 0 0,0 0 0 0 0,1 0 0 0 0,-1 0 0 0 0,0 0 0 0 0,0 0 0 0 0,0 0 0 0 0,1 0 0 0 0,-1 0 0 0 0,0-1 0 0 0,0 1 0 0 0,0 0 0 0 0,1 0 0 0 0,-1 0 0 0 0,0 0 0 0 0,0 0 0 0 0,0 0 0 0 0,1 0 0 0 0,-1 0 0 0 0,0 0 0 0 0,0 0 0 0 0,0 1 0 0 0,1-1 0 0 0,-1 0 0 0 0,0 0 0 0 0,0 0 0 0 0,0 0 0 0 0,1 0 0 0 0,-1 0 0 0 0,0 0 0 0 0,0 0 0 0 0,0 0 0 0 0,1 1 0 0 0,-5 4 0 0 0,1 0 0 0 0,-1 0 0 0 0,0 0 0 0 0,0-1 0 0 0,-9 8 0 0 0,-5 6 0 0 0,4-2 0 0 0,1 0 0 0 0,1 2 0 0 0,0-1 0 0 0,1 1 0 0 0,1 1 0 0 0,-11 26 0 0 0,8-15 0 0 0,9-23 0 0 0,0 1 0 0 0,1 0 0 0 0,0 0 0 0 0,1 0 0 0 0,-4 15 0 0 0,6-21 0 0 0,0-1 0 0 0,0 0 0 0 0,0 1 0 0 0,0-1 0 0 0,0 1 0 0 0,0-1 0 0 0,0 0 0 0 0,0 1 0 0 0,1-1 0 0 0,-1 1 0 0 0,1-1 0 0 0,-1 0 0 0 0,1 1 0 0 0,-1-1 0 0 0,1 0 0 0 0,0 0 0 0 0,-1 0 0 0 0,1 1 0 0 0,0-1 0 0 0,0 0 0 0 0,0 0 0 0 0,0 0 0 0 0,0 0 0 0 0,0 0 0 0 0,0-1 0 0 0,1 1 0 0 0,-1 0 0 0 0,2 1 0 0 0,-1-1 0 0 0,1-1 0 0 0,-1 1 0 0 0,1 0 0 0 0,-1-1 0 0 0,1 0 0 0 0,-1 1 0 0 0,1-1 0 0 0,-1 0 0 0 0,1 0 0 0 0,-1-1 0 0 0,1 1 0 0 0,-1 0 0 0 0,1-1 0 0 0,3-1 0 0 0,3-2 0 0 0,1 0 0 0 0,-1 0 0 0 0,-1-1 0 0 0,1-1 0 0 0,-1 0 0 0 0,0 0 0 0 0,0 0 0 0 0,12-14 0 0 0,-11 10 0 0 0,0-1 0 0 0,-1 1 0 0 0,-1-1 0 0 0,1-1 0 0 0,-2 1 0 0 0,6-15 0 0 0,-3 0 0 0 0,-3-2 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1.3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 16879 0 0,'5'1'0'0'0,"-1"2"432"0"0,2-7 448 0 0,-1 4 200 0 0,0-6 2288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2.1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3825 7 16280 0 0,'-8'-2'1188'0'0,"-8"-2"1795"0"0,-253 27 514 0 0,239-20-3174 0 0,-103 24 481 0 0,24-3-184 0 0,-388 31 990 0 0,283-36-1132 0 0,-160 9 177 0 0,-10 0-117 0 0,-102 16 77 0 0,-154 17 265 0 0,207 5-13 0 0,367-49-653 0 0,37-8-22 0 0,-60 8-1 0 0,71-14-105 0 0,-6 1 38 0 0,19-5 39 0 0,8-2 121 0 0,3-1-246 0 0,8 0-5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2.4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379 36 20503 0 0,'0'-12'516'0'0,"1"11"-373"0"0,-1 0 1 0 0,0 0-1 0 0,0 0 1 0 0,0 0-1 0 0,0 0 1 0 0,0 1-1 0 0,0-1 1 0 0,0 0 0 0 0,-1 0-1 0 0,1 0 1 0 0,0 0-1 0 0,0 0 1 0 0,-1 0-1 0 0,1 0 1 0 0,-2-1-1 0 0,2 1-38 0 0,-1 0-1 0 0,0 1 0 0 0,0-1 0 0 0,0 1 0 0 0,1-1 1 0 0,-1 1-1 0 0,0-1 0 0 0,0 1 0 0 0,0-1 1 0 0,0 1-1 0 0,0 0 0 0 0,0-1 0 0 0,0 1 0 0 0,0 0 1 0 0,0 0-1 0 0,0 0 0 0 0,0 0 0 0 0,0 0 1 0 0,0 0-1 0 0,0 0 0 0 0,-1 0 0 0 0,1 0 0 0 0,0 1 1 0 0,-1-1-1 0 0,-20 8 766 0 0,13-2-518 0 0,-32 33-156 0 0,2 2 0 0 0,1 1 0 0 0,3 2 0 0 0,1 1 0 0 0,-31 58 0 0 0,52-79-120 0 0,1 0-1 0 0,1 1 1 0 0,-7 29-1 0 0,14-43-30 0 0,1 1-1 0 0,1 0 1 0 0,0 0-1 0 0,0 0 1 0 0,2 0-1 0 0,-1 0 0 0 0,1 1 1 0 0,1-1-1 0 0,3 15 1 0 0,-3-22-17 0 0,0 1 0 0 0,1-1 0 0 0,0 1 0 0 0,0-1 1 0 0,0 0-1 0 0,1 0 0 0 0,0 0 0 0 0,0 0 0 0 0,0-1 0 0 0,0 1 0 0 0,1-1 1 0 0,0 0-1 0 0,0 0 0 0 0,8 7 0 0 0,-6-7 6 0 0,0 0 1 0 0,1-1-1 0 0,-1 1 0 0 0,1-1 0 0 0,0-1 1 0 0,0 1-1 0 0,0-1 0 0 0,0-1 0 0 0,1 1 0 0 0,8 0 1 0 0,0-1 24 0 0,1-1 0 0 0,-1-1 0 0 0,0 0 0 0 0,1-1 0 0 0,-1-1 0 0 0,0 0 0 0 0,0-1 0 0 0,0-1 0 0 0,23-11 0 0 0,-8 1 21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3.0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211 15 19591 0 0,'-4'3'14'0'0,"2"-2"8"0"0,-1-1 29 0 0,-1-1 83 0 0,-1-2 184 0 0,3 2-121 0 0,-13-10 539 0 0,14 10-708 0 0,1 1-1 0 0,0 0 0 0 0,0 0 0 0 0,0 0 1 0 0,-1-1-1 0 0,1 1 0 0 0,0 0 0 0 0,0 0 1 0 0,0 0-1 0 0,-1 0 0 0 0,1 0 0 0 0,0 0 1 0 0,0-1-1 0 0,-1 1 0 0 0,1 0 1 0 0,0 0-1 0 0,0 0 0 0 0,-1 0 0 0 0,1 0 1 0 0,0 0-1 0 0,0 0 0 0 0,-1 0 0 0 0,1 0 1 0 0,0 0-1 0 0,0 0 0 0 0,-1 0 0 0 0,-11 3 732 0 0,11-3-726 0 0,1 0-1 0 0,0 0 1 0 0,0 0 0 0 0,-1 0 0 0 0,1 0-1 0 0,0 0 1 0 0,-1 0 0 0 0,1 0-1 0 0,0 1 1 0 0,-1-1 0 0 0,1 0 0 0 0,0 0-1 0 0,0 0 1 0 0,-1 1 0 0 0,1-1-1 0 0,0 0 1 0 0,0 0 0 0 0,0 1 0 0 0,-1-1-1 0 0,1 0 1 0 0,0 0 0 0 0,0 1-1 0 0,0-1 1 0 0,0 0 0 0 0,-1 1 0 0 0,-24 46 1367 0 0,1 1 1 0 0,-22 66-1 0 0,41-101-1262 0 0,-8 20 129 0 0,2 0 0 0 0,-9 41 0 0 0,18-65-218 0 0,1 1 0 0 0,-1-1-1 0 0,2 1 1 0 0,-1 0 0 0 0,1-1 0 0 0,1 1-1 0 0,0 0 1 0 0,0-1 0 0 0,1 1 0 0 0,0 0 0 0 0,0-1-1 0 0,8 17 1 0 0,-9-24-35 0 0,0 1 0 0 0,1-1-1 0 0,-1 0 1 0 0,1 0 0 0 0,0 0 0 0 0,-1 0-1 0 0,1 0 1 0 0,0 0 0 0 0,0-1-1 0 0,0 1 1 0 0,0-1 0 0 0,1 1 0 0 0,-1-1-1 0 0,0 0 1 0 0,1 0 0 0 0,-1 0 0 0 0,1 0-1 0 0,-1 0 1 0 0,1 0 0 0 0,-1-1 0 0 0,6 1-1 0 0,1 0 18 0 0,1-1 0 0 0,-1-1 0 0 0,1 1 0 0 0,12-4 0 0 0,-16 3-25 0 0,7-1-69 0 0,-1-1 1 0 0,0-1 0 0 0,1 0-1 0 0,-2-1 1 0 0,1 0-1 0 0,0-1 1 0 0,-1 0-1 0 0,0 0 1 0 0,-1-1 0 0 0,1-1-1 0 0,-1 0 1 0 0,-1 0-1 0 0,0-1 1 0 0,0 0-1 0 0,0-1 1 0 0,-1 0 0 0 0,-1 0-1 0 0,0-1 1 0 0,0 0-1 0 0,-1 0 1 0 0,8-20-1 0 0,-2 5-688 0 0,-9 19 95 0 0,1 0 0 0 0,-1 0 0 0 0,-1 0 1 0 0,1-1-1 0 0,-1 1 0 0 0,0-1 1 0 0,-1 1-1 0 0,1-12 0 0 0,-3 19 556 0 0,1 0 0 0 0,-1-1-1 0 0,1 1 1 0 0,-1 0-1 0 0,0 0 1 0 0,1-1-1 0 0,-1 1 1 0 0,1 0 0 0 0,-1 0-1 0 0,0 0 1 0 0,1 0-1 0 0,-1 0 1 0 0,0 0 0 0 0,1 0-1 0 0,-1 0 1 0 0,0 0-1 0 0,1 0 1 0 0,-1 1 0 0 0,1-1-1 0 0,-1 0 1 0 0,0 0-1 0 0,1 0 1 0 0,-1 1 0 0 0,1-1-1 0 0,-2 1 1 0 0,-8 18-544 0 0,5-11 531 0 0,1 0-1 0 0,0 1 1 0 0,0 0 0 0 0,-4 17-1 0 0,3-8 86 0 0,4-13 25 0 0,-1 0 0 0 0,1 0-1 0 0,0 0 1 0 0,0 0 0 0 0,0 1-1 0 0,1-1 1 0 0,0 7-1 0 0,0-11 24 0 0,0-1 1 0 0,0 1-1 0 0,0-1 0 0 0,0 1 0 0 0,0 0 0 0 0,0-1 0 0 0,1 1 0 0 0,-1-1 0 0 0,0 1 0 0 0,0-1 0 0 0,1 1 0 0 0,-1-1 0 0 0,0 1 0 0 0,1-1 0 0 0,-1 1 0 0 0,0-1 0 0 0,1 1 0 0 0,-1-1 0 0 0,1 0 0 0 0,-1 1 0 0 0,1-1 0 0 0,-1 1 0 0 0,1-1 0 0 0,-1 0 0 0 0,1 0 0 0 0,-1 1 0 0 0,1-1 0 0 0,0 0 0 0 0,-1 0 0 0 0,1 0 0 0 0,-1 0 0 0 0,2 1 0 0 0,0-2 142 0 0,0 1-1 0 0,1 0 0 0 0,-1 0 0 0 0,0-1 0 0 0,0 1 1 0 0,1-1-1 0 0,2-1 0 0 0,6-2 98 0 0,-1-1 1 0 0,0 0-1 0 0,0 0 0 0 0,0-1 1 0 0,-1-1-1 0 0,0 1 0 0 0,11-11 1 0 0,-18 15-202 0 0,0 0 0 0 0,-1 0 0 0 0,1 0 1 0 0,-1-1-1 0 0,1 1 0 0 0,-1 0 0 0 0,0 0 1 0 0,0-1-1 0 0,0 1 0 0 0,0-1 0 0 0,0 1 1 0 0,-1 0-1 0 0,1-1 0 0 0,-1 0 0 0 0,0 1 1 0 0,0-1-1 0 0,1 1 0 0 0,-2-1 0 0 0,1 1 1 0 0,0-1-1 0 0,0 0 0 0 0,-1 1 0 0 0,0-1 1 0 0,1 1-1 0 0,-1 0 0 0 0,-1-4 0 0 0,-3-3 177 0 0,0 0 0 0 0,-1 0 0 0 0,1 0-1 0 0,-2 1 1 0 0,-7-9 0 0 0,12 15-125 0 0,0 0 1 0 0,-1 0-1 0 0,1 1 0 0 0,-1-1 0 0 0,1 0 1 0 0,-1 1-1 0 0,0 0 0 0 0,0-1 1 0 0,1 1-1 0 0,-1 0 0 0 0,0 1 1 0 0,0-1-1 0 0,0 0 0 0 0,0 1 0 0 0,0 0 1 0 0,0-1-1 0 0,0 1 0 0 0,0 1 1 0 0,-4-1-1 0 0,4 0 24 0 0,2 0 215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3.40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 0 16687 0 0,'-2'6'270'0'0,"-5"-5"760"0"0,6-1-984 0 0,1 0-1 0 0,0 0 1 0 0,-1 0-1 0 0,1 0 1 0 0,0 0 0 0 0,-1 0-1 0 0,1 0 1 0 0,-1 0 0 0 0,1 0-1 0 0,0 0 1 0 0,-1 0 0 0 0,1 0-1 0 0,0 1 1 0 0,-1-1-1 0 0,1 0 1 0 0,0 0 0 0 0,-1 0-1 0 0,1 0 1 0 0,0 1 0 0 0,0-1-1 0 0,-1 0 1 0 0,1 0 0 0 0,0 0-1 0 0,-1 1 1 0 0,1-1-1 0 0,0 0 1 0 0,-1 1 0 0 0,-8 28 1844 0 0,6-18-1232 0 0,0 1 0 0 0,-8 14 0 0 0,8-19-529 0 0,0 0-1 0 0,1 0 1 0 0,0 1 0 0 0,0 0 0 0 0,0-1 0 0 0,1 1 0 0 0,0 0 0 0 0,1 11 0 0 0,0-19-120 0 0,0 0 0 0 0,0 0 0 0 0,0 1 0 0 0,0-1 1 0 0,0 0-1 0 0,0 0 0 0 0,0 0 0 0 0,0 0 1 0 0,0 0-1 0 0,0 0 0 0 0,0 0 0 0 0,0 0 0 0 0,0 0 1 0 0,0 0-1 0 0,0 0 0 0 0,0 0 0 0 0,0 1 1 0 0,0-1-1 0 0,0 0 0 0 0,1 0 0 0 0,-1 0 0 0 0,0 0 1 0 0,0 0-1 0 0,0 0 0 0 0,0 0 0 0 0,0 0 0 0 0,0 0 1 0 0,0 0-1 0 0,0 0 0 0 0,0 0 0 0 0,0 0 1 0 0,1 0-1 0 0,-1 0 0 0 0,0 0 0 0 0,0 0 0 0 0,0 0 1 0 0,0 0-1 0 0,0 0 0 0 0,0 0 0 0 0,0 0 1 0 0,0 0-1 0 0,0 0 0 0 0,0 0 0 0 0,1 0 0 0 0,-1 0 1 0 0,0 0-1 0 0,0 0 0 0 0,0 0 0 0 0,0 0 1 0 0,0-1-1 0 0,8-3 177 0 0,7-7-53 0 0,14-15 82 0 0,-15 13-85 0 0,20-14 0 0 0,-12 11-6 0 0,-13 9-17 0 0,2-1-1 0 0,-1 2 1 0 0,1-1-1 0 0,0 1 1 0 0,0 1 0 0 0,16-6-1 0 0,-13 7 168 0 0,-12 3-233 0 0,-1 0 0 0 0,1 0-1 0 0,0 0 1 0 0,0 0 0 0 0,0 1 0 0 0,1-1 0 0 0,-1 1 0 0 0,0 0-1 0 0,0 0 1 0 0,0-1 0 0 0,0 1 0 0 0,0 0 0 0 0,0 1 0 0 0,0-1-1 0 0,1 0 1 0 0,1 1 0 0 0,-3 1-8 0 0,-1-1-1 0 0,1 0 1 0 0,0 1 0 0 0,-1-1-1 0 0,1 0 1 0 0,-1 1-1 0 0,1-1 1 0 0,-1 1 0 0 0,1 2-1 0 0,0 5 122 0 0,0-7-120 0 0,-1 0-1 0 0,1 0 1 0 0,-1 0-1 0 0,0-1 1 0 0,0 1 0 0 0,0 0-1 0 0,0 0 1 0 0,0 0-1 0 0,0 0 1 0 0,-1 0-1 0 0,1 0 1 0 0,0-1-1 0 0,-1 1 1 0 0,0 2 0 0 0,-15 24 466 0 0,10-18-303 0 0,3-7-86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3.6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132 11 19399 0 0,'2'-1'18'0'0,"-1"0"78"0"0,-1 1-82 0 0,0 0 1 0 0,0 0 0 0 0,0-1-1 0 0,0 1 1 0 0,0 0 0 0 0,0 0-1 0 0,0 0 1 0 0,0 0 0 0 0,0 0-1 0 0,0 0 1 0 0,0-1 0 0 0,0 1-1 0 0,0 0 1 0 0,0 0 0 0 0,0 0-1 0 0,0 0 1 0 0,0 0 0 0 0,0 0-1 0 0,0 0 1 0 0,0-1 0 0 0,0 1-1 0 0,0 0 1 0 0,0 0 0 0 0,0 0-1 0 0,0 0 1 0 0,-1 0 0 0 0,1 0-1 0 0,0 0 1 0 0,0 0 0 0 0,0 0-1 0 0,0-1 1 0 0,0 1 0 0 0,0 0-1 0 0,0 0 1 0 0,-1 0 0 0 0,1 0-1 0 0,0 0 1 0 0,0 0 0 0 0,0 0-1 0 0,0 0 1 0 0,-17-5 2176 0 0,20 14 306 0 0,0 11-2115 0 0,0-1-1 0 0,-2 1 1 0 0,0-1 0 0 0,-1 1 0 0 0,-4 27-1 0 0,-23 102-159 0 0,11-70 0 0 0,6-37-79 0 0,-24 64 0 0 0,25-78-83 0 0,-18 60 305 0 0,27-73 2 0 0,3-14-310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4.0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10 143 17791 0 0,'0'0'33'0'0,"-1"0"0"0"0,1 0 0 0 0,-1 0 0 0 0,1 0-1 0 0,-1 0 1 0 0,1 0 0 0 0,-1-1 0 0 0,1 1-1 0 0,-1 0 1 0 0,1 0 0 0 0,-1 0 0 0 0,1 0-1 0 0,-1-1 1 0 0,1 1 0 0 0,-1 0 0 0 0,1 0-1 0 0,-1-1 1 0 0,1 1 0 0 0,0-6 1350 0 0,0 6-1336 0 0,1 0 0 0 0,-1 0-1 0 0,0 0 1 0 0,1 0 0 0 0,-1-1-1 0 0,0 1 1 0 0,1 0 0 0 0,-1 0-1 0 0,1 0 1 0 0,-1 0 0 0 0,0 0-1 0 0,1 0 1 0 0,-1 0 0 0 0,1 0-1 0 0,-1 0 1 0 0,0 0-1 0 0,1 0 1 0 0,-1 0 0 0 0,1 0-1 0 0,-1 0 1 0 0,0 1 0 0 0,1-1-1 0 0,-1 0 1 0 0,0 0 0 0 0,1 0-1 0 0,-1 0 1 0 0,0 1 0 0 0,1-1-1 0 0,-1 0 1 0 0,0 0 0 0 0,1 1-1 0 0,-1-1 1 0 0,0 0 0 0 0,0 1-1 0 0,1-1 1 0 0,-1 0-1 0 0,0 1 1 0 0,0-1 0 0 0,0 0-1 0 0,1 1 1 0 0,-1-1 0 0 0,0 0-1 0 0,0 1 1 0 0,0-1 0 0 0,0 1-1 0 0,1 0-7 0 0,0 0-1 0 0,-1 0 1 0 0,1 0-1 0 0,0-1 1 0 0,0 1 0 0 0,0 0-1 0 0,0 0 1 0 0,0-1-1 0 0,0 1 1 0 0,0-1-1 0 0,0 1 1 0 0,0-1-1 0 0,0 1 1 0 0,0-1-1 0 0,0 0 1 0 0,1 0 0 0 0,1 1-1 0 0,25 2 23 0 0,-17-3 31 0 0,19 3 62 0 0,-1-1 0 0 0,1-2 0 0 0,0-1 0 0 0,0-1 0 0 0,41-9 0 0 0,-57 8 29 0 0,0-1-1 0 0,-1 0 1 0 0,19-9 0 0 0,-26 10-30 0 0,0 0 0 0 0,1-1 0 0 0,-2 0 0 0 0,1 0 0 0 0,0 0 1 0 0,-1-1-1 0 0,0 0 0 0 0,9-10 0 0 0,-10 10 55 0 0,-1 0-1 0 0,0 0 1 0 0,5-9-1 0 0,-7 12-143 0 0,-1 0 0 0 0,1 0 0 0 0,0 0-1 0 0,-1 0 1 0 0,0 0 0 0 0,1 0-1 0 0,-1 1 1 0 0,0-1 0 0 0,0 0 0 0 0,0 0-1 0 0,0 0 1 0 0,0 0 0 0 0,-1 0-1 0 0,1 0 1 0 0,-1 0 0 0 0,0-2-1 0 0,0 3-22 0 0,0 0-1 0 0,-1 0 1 0 0,1 0-1 0 0,-1 0 0 0 0,1 0 1 0 0,-1 0-1 0 0,1 1 0 0 0,-1-1 1 0 0,1 0-1 0 0,-1 1 0 0 0,0-1 1 0 0,1 1-1 0 0,-1 0 0 0 0,0 0 1 0 0,-2 0-1 0 0,2-1 14 0 0,-3 1-4 0 0,0 0-1 0 0,0 0 0 0 0,1 1 0 0 0,-1 0 0 0 0,0 0 0 0 0,0 0 0 0 0,1 0 1 0 0,-1 1-1 0 0,0-1 0 0 0,1 1 0 0 0,-6 3 0 0 0,10-5-47 0 0,-7 4 53 0 0,0 0-1 0 0,0 0 1 0 0,0 1-1 0 0,1 0 1 0 0,0 0-1 0 0,0 0 1 0 0,0 1-1 0 0,0 0 1 0 0,1 0-1 0 0,-7 11 0 0 0,6-8 9 0 0,0 1 0 0 0,1 0-1 0 0,1 0 1 0 0,-1 0 0 0 0,2 1-1 0 0,-1-1 1 0 0,-1 13-1 0 0,4-18-26 0 0,0 0 0 0 0,0 0 0 0 0,1 0 0 0 0,0 0 0 0 0,0 7 0 0 0,0-9-21 0 0,1-1-1 0 0,0 1 1 0 0,0-1-1 0 0,0 1 1 0 0,0-1 0 0 0,0 0-1 0 0,0 1 1 0 0,0-1-1 0 0,1 0 1 0 0,-1 0 0 0 0,1 0-1 0 0,2 3 1 0 0,0-2 0 0 0,-1 0 0 0 0,1 0 1 0 0,0 0-1 0 0,0-1 0 0 0,0 1 1 0 0,0-1-1 0 0,1 0 0 0 0,-1 0 1 0 0,1 0-1 0 0,-1-1 0 0 0,1 0 1 0 0,0 0-1 0 0,-1 0 0 0 0,1 0 1 0 0,0-1-1 0 0,0 1 0 0 0,6-2 1 0 0,4 0-1 0 0,0 0 0 0 0,-1-1 0 0 0,1-1 1 0 0,19-6-1 0 0,-8 0-6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4.2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 3 15680 0 0,'0'3'54'0'0,"-1"-2"198"0"0,-1-4 445 0 0,1 0 57 0 0,4 10-278 0 0,14 51 1633 0 0,-15-45-1985 0 0,2 0 0 0 0,-1-1 0 0 0,2 0-1 0 0,0 1 1 0 0,0-2 0 0 0,14 23 0 0 0,-10-26 52 0 0,-6-6-82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4.4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214 18 14872 0 0,'-3'3'2'0'0,"-2"0"9"0"0,-1-2 9 0 0,-3-2 28 0 0,-10-4 134 0 0,15 4-120 0 0,1-1-3 0 0,-8-2 142 0 0,6 1-102 0 0,0 1 1 0 0,0 0 0 0 0,1 1-1 0 0,-8-2 1 0 0,11 3-64 0 0,1 0-1 0 0,-1-1 1 0 0,0 1-1 0 0,0 0 1 0 0,1 0-1 0 0,-1 0 1 0 0,0 0-1 0 0,0 0 1 0 0,0 1-1 0 0,1-1 1 0 0,-1 0-1 0 0,0 0 1 0 0,0 0-1 0 0,1 1 1 0 0,-1-1 0 0 0,0 0-1 0 0,0 1 1 0 0,1-1-1 0 0,-1 1 1 0 0,0-1-1 0 0,1 1 1 0 0,-1-1-1 0 0,1 1 1 0 0,-1-1-1 0 0,1 1 1 0 0,-1-1-1 0 0,1 1 1 0 0,-1 0-1 0 0,1-1 1 0 0,-1 1-1 0 0,1 0 1 0 0,-1 1-1 0 0,-1 4 305 0 0,1 1 0 0 0,-1 0 0 0 0,1 0 0 0 0,1 0 0 0 0,-1 0 0 0 0,1 8 0 0 0,1-8-154 0 0,-1 0 0 0 0,-1 0 0 0 0,1-1 0 0 0,-1 1-1 0 0,0 0 1 0 0,-1 0 0 0 0,-2 7 0 0 0,-24 47 361 0 0,13-30 247 0 0,-21 65 1 0 0,33-88-583 0 0,-1-3-3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4.6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151 2 16384 0 0,'0'-2'2342'0'0,"-3"7"70"0"0,1-1-2067 0 0,1 0 0 0 0,0 1 0 0 0,0-1 0 0 0,-1 9 0 0 0,3 21 17 0 0,-2 0-1 0 0,-2-1 1 0 0,0 1-1 0 0,-3-1 1 0 0,-15 55 0 0 0,-5-1 274 0 0,13-38-264 0 0,-14 68 476 0 0,8-28 15 0 0,6-27 195 0 0,12-59-805 0 0,-3 7 320 0 0,4-10-567 0 0,0 0-1 0 0,0 0 0 0 0,0-1 1 0 0,0 1-1 0 0,0 0 1 0 0,0 0-1 0 0,0 0 0 0 0,0 0 1 0 0,0 0-1 0 0,0 0 1 0 0,0 0-1 0 0,0-1 1 0 0,0 1-1 0 0,0 0 0 0 0,0 0 1 0 0,0 0-1 0 0,0 0 1 0 0,0 0-1 0 0,0 0 0 0 0,0 0 1 0 0,0-1-1 0 0,0 1 1 0 0,0 0-1 0 0,0 0 1 0 0,0 0-1 0 0,-1 0 0 0 0,1 0 1 0 0,0 0-1 0 0,0 0 1 0 0,0 0-1 0 0,0 0 0 0 0,0 0 1 0 0,0 0-1 0 0,0 0 1 0 0,0-1-1 0 0,-1 1 1 0 0,1 0-1 0 0,0 0 0 0 0,0 0 1 0 0,0 0-1 0 0,0 0 1 0 0,0 0-1 0 0,0 0 0 0 0,0 0 1 0 0,-1 0-1 0 0,1 0 1 0 0,0 0-1 0 0,0 0 1 0 0,0 0-1 0 0,0 0 0 0 0,0 0 1 0 0,0 1-1 0 0,-1-1 1 0 0,1 0-1 0 0,0 0 1 0 0,0 0-1 0 0,0 0 0 0 0,0 0 1 0 0,0 0-1 0 0,0 0 1 0 0,0 0-1 0 0,0 0 0 0 0,0 0 1 0 0,-1 0-1 0 0,1 0 1 0 0,0 1-1 0 0,0-2 11 0 0,0 1-1 0 0,0 0 1 0 0,0-1-1 0 0,0 1 1 0 0,0 0-1 0 0,0-1 1 0 0,1 1-1 0 0,-1 0 1 0 0,0-1-1 0 0,0 1 1 0 0,0 0-1 0 0,0-1 1 0 0,0 1-1 0 0,1 0 1 0 0,-1 0-1 0 0,0-1 1 0 0,0 1-1 0 0,0 0 1 0 0,1 0-1 0 0,-1-1 0 0 0,0 1 1 0 0,1 0-1 0 0,-1-1 21 0 0,2-1 84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4.9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67 126 16983 0 0,'-1'1'4'0'0,"-1"0"15"0"0,-1-1 16 0 0,-4-2 48 0 0,-5-4 137 0 0,6 3-16 0 0,5 2-135 0 0,-33-19 1208 0 0,34 20-1263 0 0,0 0-1 0 0,0 0 1 0 0,0 0-1 0 0,0 0 1 0 0,0 0-1 0 0,0 0 0 0 0,0 0 1 0 0,0 0-1 0 0,0 0 1 0 0,0 0-1 0 0,-1 0 1 0 0,1 0-1 0 0,0 0 1 0 0,0 0-1 0 0,0-1 1 0 0,0 1-1 0 0,0 0 1 0 0,0 0-1 0 0,0 0 1 0 0,0 0-1 0 0,0 0 1 0 0,0 0-1 0 0,0 0 1 0 0,0 0-1 0 0,0 0 1 0 0,0 0-1 0 0,0 0 1 0 0,0 0-1 0 0,0 0 1 0 0,0 0-1 0 0,0-1 1 0 0,0 1-1 0 0,0 0 1 0 0,0 0-1 0 0,0 0 1 0 0,0 0-1 0 0,0 0 0 0 0,0 0 1 0 0,1 0-1 0 0,-1 0 1 0 0,0 0-1 0 0,0 0 1 0 0,0 0-1 0 0,0 0 1 0 0,0 0-1 0 0,0 0 1 0 0,0 0-1 0 0,0 0 1 0 0,0 0-1 0 0,0 0 1 0 0,0 0-1 0 0,0-1 1 0 0,0 1-1 0 0,0 0 1 0 0,0 0-1 0 0,0 0 1 0 0,0 0-1 0 0,1 0 1 0 0,-1 0-1 0 0,0 0 1 0 0,0 0-1 0 0,8-1 498 0 0,18 0 30 0 0,-16 0-228 0 0,8-1 17 0 0,-1 0-1 0 0,1-2 0 0 0,19-6 0 0 0,52-22 129 0 0,-68 24-431 0 0,-11 5 2 0 0,-1-1 0 0 0,0-1 0 0 0,14-9 0 0 0,-15 8-11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6.1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141 0 9944 0 0,'-11'3'296'0'0,"1"8"2352"0"0,3-3 833 0 0,-3 4-2967 0 0,0-1 1 0 0,2 1-1 0 0,-1 0 1 0 0,2 1 0 0 0,0 0-1 0 0,0 0 1 0 0,1 1-1 0 0,-5 16 1 0 0,1 2 75 0 0,2 0 1 0 0,-8 54-1 0 0,14-73-382 0 0,1 0 0 0 0,1 1-1 0 0,1 25 1 0 0,-1-35-151 0 0,1 0-1 0 0,0 0 1 0 0,-1 0 0 0 0,2 0 0 0 0,-1 0-1 0 0,0 0 1 0 0,1-1 0 0 0,-1 1 0 0 0,1 0-1 0 0,0-1 1 0 0,0 1 0 0 0,1-1 0 0 0,-1 0-1 0 0,1 0 1 0 0,-1 0 0 0 0,1 0 0 0 0,5 4-1 0 0,9 3 186 0 0,1-1 0 0 0,0-1 0 0 0,0-1 0 0 0,35 10 0 0 0,2 1 198 0 0,18 12 109 0 0,-46-18-367 0 0,0-1 0 0 0,0-2-1 0 0,1 0 1 0 0,41 6 0 0 0,484 30 961 0 0,-178-30-719 0 0,208 14 124 0 0,50 48-56 0 0,-213 6-215 0 0,-138-26-132 0 0,337 72 159 0 0,-383-85-199 0 0,-139-28-21 0 0,147 43-1 0 0,-228-54-72 0 0,403 127 410 0 0,-387-121-362 0 0,1 1-1 0 0,-2 2 0 0 0,44 25 1 0 0,-61-29-22 0 0,0 0 0 0 0,-1 1 0 0 0,24 23 1 0 0,8 9 45 0 0,-17-20-43 0 0,-10-6-26 0 0,1-2 0 0 0,1 0 0 0 0,1-1 1 0 0,0-1-1 0 0,25 12 0 0 0,76 14 2 0 0,-84-29-9 0 0,47 20 1 0 0,-38-11 2 0 0,-21-9-6 0 0,-1 0 0 0 0,0 2 0 0 0,36 24 0 0 0,-37-23 3 0 0,-21-12-6 0 0,0 1-1 0 0,0-1 0 0 0,0 0 0 0 0,-1 1 0 0 0,1 0 0 0 0,-1 0 0 0 0,1 0 0 0 0,-1 0 0 0 0,1 0 0 0 0,-1 0 0 0 0,0 0 0 0 0,3 6 0 0 0,11 15 14 0 0,-13-19-11 0 0,0 0-1 0 0,-1 0 0 0 0,1 0 0 0 0,-1 1 0 0 0,1-1 0 0 0,-1 1 0 0 0,-1-1 0 0 0,1 1 0 0 0,-1 0 1 0 0,2 9-1 0 0,-1 35 12 0 0,-8 79 0 0 0,2-83-10 0 0,2 1 0 0 0,5 53 0 0 0,0-69-5 0 0,10 78 11 0 0,-11-93-11 0 0,-3-14 2 0 0,1-1 1 0 0,0 1-1 0 0,0 0 0 0 0,0-1 0 0 0,0 1 0 0 0,1 0 0 0 0,-1 0 0 0 0,0-1 1 0 0,0 1-1 0 0,0 0 0 0 0,0-1 0 0 0,1 1 0 0 0,-1 0 0 0 0,0-1 1 0 0,1 2-1 0 0,0-2 0 0 0,0 1 1 0 0,0-1-1 0 0,0 1 1 0 0,0-1 0 0 0,0 0-1 0 0,0 1 1 0 0,0-1-1 0 0,0 0 1 0 0,0 0-1 0 0,1 0 1 0 0,-1 0 0 0 0,0 0-1 0 0,0 0 1 0 0,1 0-1 0 0,7 0 6 0 0,0 0 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6.4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43 14872 0 0,'5'20'1301'0'0,"-5"-18"-1064"0"0,1 1 1 0 0,0-1-1 0 0,0 0 1 0 0,0 0-1 0 0,0 0 1 0 0,0 0-1 0 0,0 0 0 0 0,0 0 1 0 0,0 0-1 0 0,1-1 1 0 0,-1 1-1 0 0,1 0 1 0 0,3 2-1 0 0,26 18 874 0 0,-25-18-968 0 0,1 0-82 0 0,0-1-1 0 0,0 0 0 0 0,0 0 1 0 0,1 0-1 0 0,0-1 0 0 0,-1 0 1 0 0,1 0-1 0 0,0-1 0 0 0,13 1 1 0 0,6-2 174 0 0,40-4 0 0 0,-48 2-121 0 0,-3 1 111 0 0,0-1 0 0 0,-1 0-1 0 0,0-2 1 0 0,1 0 0 0 0,-1 0-1 0 0,0-1 1 0 0,26-14 0 0 0,-39 17-104 0 0,1 0 1 0 0,-1 0 0 0 0,0 0 0 0 0,0 0 0 0 0,0 0 0 0 0,0 0 0 0 0,0-1-1 0 0,-1 1 1 0 0,1-1 0 0 0,-1 1 0 0 0,1-1 0 0 0,-1 0 0 0 0,0 1 0 0 0,0-1 0 0 0,1-4-1 0 0,0 0 503 0 0,-1-1 0 0 0,1 0 0 0 0,-1 0 0 0 0,0-11 0 0 0,-1 19-378 0 0,0-3 142 0 0,0 1-197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6.9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260 4 16983 0 0,'-26'-3'1108'0'0,"23"2"-888"0"0,2 1-158 0 0,0 0 0 0 0,0 0 0 0 0,1 0-1 0 0,-1 0 1 0 0,0 0 0 0 0,0 0-1 0 0,0 1 1 0 0,1-1 0 0 0,-1 0 0 0 0,0 0-1 0 0,0 1 1 0 0,1-1 0 0 0,-1 0-1 0 0,0 1 1 0 0,0-1 0 0 0,1 0 0 0 0,-1 1-1 0 0,-1 1 1 0 0,2-2 81 0 0,-24 9 1060 0 0,15-3-608 0 0,-19 22 178 0 0,-42 53 1 0 0,57-63-622 0 0,0 1 0 0 0,0 1 1 0 0,2 0-1 0 0,-15 37 1 0 0,24-52-103 0 0,1-1 1 0 0,0 1-1 0 0,0 0 0 0 0,0 0 1 0 0,0 0-1 0 0,1 9 1 0 0,0-13-25 0 0,0 0 1 0 0,0 0 0 0 0,0 0 0 0 0,0 0-1 0 0,0 0 1 0 0,0 0 0 0 0,1 0 0 0 0,-1 0 0 0 0,0-1-1 0 0,1 1 1 0 0,-1 0 0 0 0,0 0 0 0 0,1 0-1 0 0,-1 0 1 0 0,1-1 0 0 0,-1 1 0 0 0,1 0-1 0 0,0 0 1 0 0,-1-1 0 0 0,1 1 0 0 0,0 0 0 0 0,-1-1-1 0 0,1 1 1 0 0,0-1 0 0 0,0 1 0 0 0,-1-1-1 0 0,1 1 1 0 0,0-1 0 0 0,0 0 0 0 0,0 1 0 0 0,0-1-1 0 0,0 0 1 0 0,0 0 0 0 0,0 0 0 0 0,0 1-1 0 0,0-1 1 0 0,-1 0 0 0 0,1 0 0 0 0,0 0-1 0 0,0-1 1 0 0,0 1 0 0 0,0 0 0 0 0,1 0 0 0 0,14-4 79 0 0,-1 0 1 0 0,0 0 0 0 0,0-2-1 0 0,-1 0 1 0 0,1 0 0 0 0,-1-2-1 0 0,-1 1 1 0 0,1-2 0 0 0,18-15-1 0 0,-26 19-59 0 0,-1-1-1 0 0,0 0 0 0 0,-1 0 1 0 0,0 0-1 0 0,1 0 1 0 0,-2-1-1 0 0,4-7 0 0 0,15-24 251 0 0,-21 35-243 0 0,1-1-1 0 0,-1 0 0 0 0,0 1 1 0 0,0-1-1 0 0,1-5 0 0 0,-3-1 287 0 0,1 10-312 0 0,-1 0-1 0 0,1 1 1 0 0,0-1-1 0 0,-1 0 1 0 0,1 0-1 0 0,0 0 1 0 0,-1 1-1 0 0,1-1 1 0 0,0 0-1 0 0,-1 0 1 0 0,1 1 0 0 0,0-1-1 0 0,-1 0 1 0 0,1 1-1 0 0,0-1 1 0 0,0 0-1 0 0,0 1 1 0 0,-1-1-1 0 0,1 0 1 0 0,0 1-1 0 0,0-1 1 0 0,0 0 0 0 0,0 1-1 0 0,0-1 1 0 0,-1 1-1 0 0,-11 25 203 0 0,1 1 1 0 0,1 1-1 0 0,-12 56 0 0 0,12-41 9 0 0,5-19-13 0 0,-3 30-1 0 0,-3 18 264 0 0,9-62-402 0 0,-1 1 0 0 0,-1-1 0 0 0,0-1 0 0 0,0 1 0 0 0,-1 0 0 0 0,0-1 0 0 0,-1 0 0 0 0,-9 12 0 0 0,15-16 14 0 0,2-2-53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7.3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17583 0 0,'1'1'84'0'0,"1"0"-1"0"0,-1 0 1 0 0,0 0-1 0 0,0 0 1 0 0,0 0-1 0 0,0 0 0 0 0,0 0 1 0 0,0 1-1 0 0,-1-1 1 0 0,1 0-1 0 0,0 0 0 0 0,0 1 1 0 0,-1-1-1 0 0,1 0 1 0 0,-1 1-1 0 0,1-1 0 0 0,-1 3 1 0 0,0 24 2430 0 0,-1-12-1762 0 0,1 15 91 0 0,0 45 258 0 0,0-76-1086 0 0,0 1-1 0 0,0 0 1 0 0,0-1-1 0 0,0 1 1 0 0,0-1 0 0 0,1 1-1 0 0,-1 0 1 0 0,0-1-1 0 0,0 1 1 0 0,1-1-1 0 0,-1 1 1 0 0,0-1 0 0 0,1 1-1 0 0,-1-1 1 0 0,0 1-1 0 0,1-1 1 0 0,-1 1-1 0 0,1-1 1 0 0,-1 1-1 0 0,1-1 1 0 0,-1 0 0 0 0,1 1-1 0 0,-1-1 1 0 0,1 0-1 0 0,-1 1 1 0 0,1-1-1 0 0,-1 0 1 0 0,1 0 0 0 0,0 0-1 0 0,-1 1 1 0 0,1-1-1 0 0,0 0 1 0 0,4 1 90 0 0,-1 1-67 0 0,1-1 1 0 0,0 0 0 0 0,-1-1-1 0 0,1 1 1 0 0,0-1 0 0 0,-1 0-1 0 0,1 0 1 0 0,0-1 0 0 0,0 1-1 0 0,-1-1 1 0 0,1 0 0 0 0,-1 0-1 0 0,1 0 1 0 0,-1-1 0 0 0,1 0-1 0 0,-1 0 1 0 0,0 0 0 0 0,5-3-1 0 0,-3 1-11 0 0,15-13 109 0 0,-4 2-48 0 0,-11 6-19 0 0,8-23 67 0 0,6-3 40 0 0,-19 31-150 0 0,1 1-1 0 0,-1-1 0 0 0,-1 1 1 0 0,1-1-1 0 0,0 0 0 0 0,-1-5 1 0 0,1 7 161 0 0,-1 7 204 0 0,0 3 37 0 0,0 48 13 0 0,0-10 54 0 0,0 5 160 0 0,3-19 241 0 0,-3-31-791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7.9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37 16280 0 0,'14'-1'2993'0'0,"2"-3"-2554"0"0,0 0 1 0 0,0 1-1 0 0,23-1 1 0 0,-13 1-162 0 0,-24 2-259 0 0,102-7 678 0 0,-102 7-676 0 0,1 1 0 0 0,-1 0 0 0 0,1 1 0 0 0,-1-1 0 0 0,0 0 0 0 0,1 0 0 0 0,-1 1 0 0 0,0 0 0 0 0,1-1 0 0 0,-1 1 0 0 0,0 0 0 0 0,0 0 1 0 0,0 0-1 0 0,0 1 0 0 0,0-1 0 0 0,0 0 0 0 0,0 1 0 0 0,0-1 0 0 0,0 1 0 0 0,-1 0 0 0 0,1-1 0 0 0,0 1 0 0 0,-1 0 0 0 0,0 0 0 0 0,1 0 0 0 0,-1 0 0 0 0,0 0 1 0 0,0 0-1 0 0,1 4 0 0 0,0 1 147 0 0,1 0 1 0 0,-2 0 0 0 0,1 1-1 0 0,-1-1 1 0 0,0 1 0 0 0,0 0-1 0 0,-1-1 1 0 0,0 1 0 0 0,-1 8-1 0 0,-1-11 25 0 0,0-1-1 0 0,0 0 1 0 0,0 0 0 0 0,0 0-1 0 0,0 0 1 0 0,-1-1 0 0 0,0 1-1 0 0,0 0 1 0 0,0-1-1 0 0,0 0 1 0 0,-1 0 0 0 0,-3 3-1 0 0,2-3-96 0 0,0-1 0 0 0,0 0 0 0 0,0 0 0 0 0,0 0 0 0 0,0-1 0 0 0,-1 0 0 0 0,1 0 0 0 0,0 0 0 0 0,0 0 0 0 0,-1-1 0 0 0,1 0 0 0 0,-1 0 0 0 0,1-1 0 0 0,0 1 0 0 0,0-1 0 0 0,-1 0 0 0 0,1-1 0 0 0,0 1 0 0 0,-5-3 0 0 0,9 3-69 0 0,0 1 0 0 0,1 0 0 0 0,-1-1 0 0 0,1 1 0 0 0,-1-1 0 0 0,0 1-1 0 0,1-1 1 0 0,-1 1 0 0 0,1-1 0 0 0,-1 1 0 0 0,1-1 0 0 0,-1 1 0 0 0,1-1 0 0 0,0 0 0 0 0,-1 1 0 0 0,1-1-1 0 0,0 0 1 0 0,-1 1 0 0 0,1-1 0 0 0,0 0 0 0 0,0 0 0 0 0,0 1 0 0 0,-1-1 0 0 0,1 0 0 0 0,0 1 0 0 0,0-1 0 0 0,0-1-1 0 0,1-1 10 0 0,-1 1-1 0 0,1-1 1 0 0,0 1-1 0 0,0 0 0 0 0,0-1 1 0 0,0 1-1 0 0,0 0 1 0 0,2-4-1 0 0,4-3 19 0 0,-1 1 0 0 0,1 0 0 0 0,9-9 0 0 0,31-20 155 0 0,-16 14-47 0 0,-18 10-96 0 0,7-4 42 0 0,-13 13-57 0 0,-6 3-48 0 0,0 0 0 0 0,0 0 1 0 0,0 1-1 0 0,0-1 0 0 0,0 0 0 0 0,0 1 1 0 0,0-1-1 0 0,0 1 0 0 0,0-1 1 0 0,2 1-1 0 0,1-1 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8.3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206 145 15976 0 0,'6'0'291'0'0,"0"0"1"0"0,1-1-1 0 0,-1 0 1 0 0,0 0-1 0 0,0 0 1 0 0,0-1-1 0 0,0 0 1 0 0,7-3-1 0 0,-10 3-125 0 0,0 1 0 0 0,0-1 0 0 0,0 0 0 0 0,-1 0 0 0 0,1 0 0 0 0,0 0 0 0 0,-1 0 0 0 0,0-1 0 0 0,1 1 0 0 0,-1-1 0 0 0,0 1 0 0 0,0-1 0 0 0,-1 0 0 0 0,1 0 0 0 0,2-6 0 0 0,3-7-34 0 0,-6 14-103 0 0,0 1-1 0 0,0-1 1 0 0,0 1 0 0 0,0-1 0 0 0,0 0-1 0 0,-1 0 1 0 0,1 0 0 0 0,-1 1-1 0 0,1-1 1 0 0,-1 0 0 0 0,0 0-1 0 0,0 0 1 0 0,0 0 0 0 0,0 0 0 0 0,0 1-1 0 0,0-1 1 0 0,0 0 0 0 0,-1 0-1 0 0,1 0 1 0 0,-1 0 0 0 0,1 1 0 0 0,-1-1-1 0 0,0 0 1 0 0,-1-1 0 0 0,2 1 7 0 0,-1 0 0 0 0,0 0 0 0 0,0 1 0 0 0,0-1 0 0 0,0 1 0 0 0,-1-1 0 0 0,1 1 0 0 0,0 0 0 0 0,-1-1 0 0 0,1 1 0 0 0,-1 0 0 0 0,1 0 0 0 0,-1 0 0 0 0,0 0 0 0 0,1 0 0 0 0,-1 0 0 0 0,-3-1 0 0 0,2 2 25 0 0,0-1 0 0 0,0 1 0 0 0,0 0 1 0 0,0-1-1 0 0,0 1 0 0 0,0 1 0 0 0,0-1 1 0 0,0 0-1 0 0,0 1 0 0 0,-4 1 0 0 0,-3 1 104 0 0,-1 1 0 0 0,1 1 0 0 0,0 0 0 0 0,1 0-1 0 0,-11 8 1 0 0,1 1 148 0 0,0 0-1 0 0,1 1 1 0 0,1 1 0 0 0,-23 28-1 0 0,31-33-153 0 0,1-1 0 0 0,1 1 0 0 0,0 0-1 0 0,0 1 1 0 0,1-1 0 0 0,1 1 0 0 0,0 0-1 0 0,0 1 1 0 0,-4 20 0 0 0,9-29-106 0 0,-1 0-1 0 0,1 0 1 0 0,0 0 0 0 0,0 0 0 0 0,0 0-1 0 0,1 0 1 0 0,-1 0 0 0 0,1 0 0 0 0,0-1-1 0 0,0 1 1 0 0,0 0 0 0 0,1 0 0 0 0,-1-1 0 0 0,1 1-1 0 0,0-1 1 0 0,0 1 0 0 0,0-1 0 0 0,0 0-1 0 0,1 0 1 0 0,0 0 0 0 0,-1 0 0 0 0,1 0-1 0 0,0 0 1 0 0,0-1 0 0 0,0 0 0 0 0,1 1-1 0 0,-1-1 1 0 0,1 0 0 0 0,-1-1 0 0 0,1 1 0 0 0,-1 0-1 0 0,7 0 1 0 0,0 1 13 0 0,0-1 0 0 0,1 0 0 0 0,-1 0 0 0 0,1-1 0 0 0,-1-1 0 0 0,1 0 0 0 0,-1 0 0 0 0,0-1 0 0 0,1-1 0 0 0,-1 0 0 0 0,16-4 0 0 0,-11 1 15 0 0,-1 0 1 0 0,-1-1 0 0 0,1 0 0 0 0,-1-1 0 0 0,0-1 0 0 0,-1 0 0 0 0,19-15 0 0 0,5-7 43 0 0,-17 16-61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09.0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92 97 20207 0 0,'-4'-3'5'0'0,"2"1"3"0"0,-2 0 10 0 0,-3-1 30 0 0,-4-1 65 0 0,4 2-10 0 0,2 0-22 0 0,0 0-2 0 0,-5-2 145 0 0,0 0 1 0 0,-11-6-1 0 0,21 10-200 0 0,0-1 0 0 0,-1 1 0 0 0,1 0-1 0 0,0 0 1 0 0,-1 0 0 0 0,1-1-1 0 0,0 1 1 0 0,-1 0 0 0 0,1 0 0 0 0,0-1-1 0 0,-1 1 1 0 0,1 0 0 0 0,0-1-1 0 0,0 1 1 0 0,-1 0 0 0 0,1-1 0 0 0,0 1-1 0 0,0 0 1 0 0,0-1 0 0 0,0 1 0 0 0,0 0-1 0 0,-1-1 1 0 0,1 1 0 0 0,0-1-1 0 0,7-4 543 0 0,19 1 296 0 0,-23 3-739 0 0,32-2 416 0 0,-1 1 0 0 0,1 2-1 0 0,49 6 1 0 0,-73-5-459 0 0,1 1-1 0 0,-1 1 1 0 0,1 0 0 0 0,-1 0-1 0 0,0 1 1 0 0,12 6 0 0 0,-20-8-36 0 0,0-1 0 0 0,0 1 0 0 0,0 0 0 0 0,0 0 0 0 0,0 0 0 0 0,0 0 0 0 0,0 1 0 0 0,-1-1 0 0 0,0 1 0 0 0,1 0 1 0 0,-1 0-1 0 0,0 0 0 0 0,0 0 0 0 0,0 0 0 0 0,-1 0 0 0 0,1 0 0 0 0,-1 0 0 0 0,0 1 0 0 0,0-1 0 0 0,0 1 1 0 0,0-1-1 0 0,0 1 0 0 0,0 6 0 0 0,-1-5 25 0 0,-1 0-1 0 0,1 0 1 0 0,-1 0 0 0 0,0 0-1 0 0,0 0 1 0 0,0-1 0 0 0,-1 1 0 0 0,0 0-1 0 0,1-1 1 0 0,-2 1 0 0 0,1-1 0 0 0,0 0-1 0 0,-1 1 1 0 0,-6 6 0 0 0,9-11-63 0 0,-5 7 120 0 0,0 0-1 0 0,0-1 1 0 0,0 1-1 0 0,-13 10 1 0 0,16-15-89 0 0,0-1 1 0 0,0 0-1 0 0,0 1 1 0 0,0-1-1 0 0,0 0 0 0 0,0 0 1 0 0,-1 0-1 0 0,1 0 1 0 0,0-1-1 0 0,-1 1 0 0 0,1-1 1 0 0,0 1-1 0 0,-1-1 1 0 0,1 0-1 0 0,-1 0 0 0 0,1 0 1 0 0,0 0-1 0 0,-1 0 1 0 0,1-1-1 0 0,-1 1 0 0 0,-3-2 1 0 0,5 2-19 0 0,0-1 1 0 0,0 1-1 0 0,0 0 0 0 0,1-1 1 0 0,-1 1-1 0 0,0 0 0 0 0,0-1 1 0 0,1 1-1 0 0,-1-1 1 0 0,0 1-1 0 0,1-1 0 0 0,-1 0 1 0 0,0 1-1 0 0,1-1 0 0 0,-1 1 1 0 0,1-1-1 0 0,-1 0 1 0 0,1 0-1 0 0,0 1 0 0 0,-1-1 1 0 0,1 0-1 0 0,-1 0 1 0 0,1-1-1 0 0,0 0 0 0 0,0 1 1 0 0,0-1-1 0 0,0 0 1 0 0,0 0-1 0 0,0 1 0 0 0,0-1 1 0 0,1 0-1 0 0,-1 1 1 0 0,1-1-1 0 0,-1 0 0 0 0,2-1 1 0 0,3-6 22 0 0,0 0 0 0 0,0 0 0 0 0,10-10 0 0 0,-11 14-6 0 0,11-15 48 0 0,2 0-1 0 0,27-24 0 0 0,-36 37-47 0 0,0 0 0 0 0,0 0 0 0 0,1 1 0 0 0,0 1 0 0 0,0 0 0 0 0,1 0 0 0 0,-1 0 0 0 0,18-4 0 0 0,-26 9-25 0 0,0 0 1 0 0,0 0-1 0 0,0 0 1 0 0,0 0 0 0 0,-1 0-1 0 0,1 1 1 0 0,0-1-1 0 0,0 0 1 0 0,-1 1-1 0 0,1-1 1 0 0,0 0 0 0 0,-1 1-1 0 0,1-1 1 0 0,0 1-1 0 0,-1-1 1 0 0,1 1-1 0 0,0 0 1 0 0,-1-1 0 0 0,1 1-1 0 0,-1-1 1 0 0,1 1-1 0 0,-1 0 1 0 0,1 1-1 0 0,12 21 50 0 0,-11-18-37 0 0,1-1-11 0 0,-1-1 0 0 0,1 1 0 0 0,0-1 0 0 0,0 0 0 0 0,0 1 0 0 0,1-1 0 0 0,-1 0 0 0 0,1-1 0 0 0,-1 1 0 0 0,1-1-1 0 0,0 0 1 0 0,0 1 0 0 0,0-2 0 0 0,0 1 0 0 0,6 2 0 0 0,-7-4-7 0 0,0-1-1 0 0,0 1 1 0 0,0 0-1 0 0,0-1 1 0 0,0 0-1 0 0,0 0 1 0 0,0 0 0 0 0,0 0-1 0 0,-1 0 1 0 0,1 0-1 0 0,3-3 1 0 0,2 0-1 0 0,3-3 6 0 0,0 0 0 0 0,-1-1 1 0 0,0 0-1 0 0,-1-1 0 0 0,0 0 0 0 0,0-1 0 0 0,8-11 0 0 0,8-12 60 0 0,-25 32-39 0 0,-3 24 0 0 0,-15 33-10 0 0,-16 91-1 0 0,30-128-14 0 0,2 1 0 0 0,1 0-1 0 0,0-1 1 0 0,1 1-1 0 0,2 0 1 0 0,0-1 0 0 0,0 1-1 0 0,10 31 1 0 0,-7-37 1 0 0,14 25 0 0 0,-14-32-5 0 0,-1 1 0 0 0,0 0 1 0 0,-1 0-1 0 0,0 0 0 0 0,0 0 1 0 0,-1 0-1 0 0,0 1 0 0 0,0-1 1 0 0,1 13-1 0 0,-3 5 38 0 0,-20-30 14 0 0,11 1-42 0 0,1-1 1 0 0,-1 0-1 0 0,0-1 1 0 0,-14-9-1 0 0,14 7-1 0 0,4 4-4 0 0,1-1 0 0 0,-1 0 1 0 0,1 0-1 0 0,0 0 0 0 0,0 0 1 0 0,1-1-1 0 0,-1 1 1 0 0,1-1-1 0 0,0 0 0 0 0,1 0 1 0 0,-1-1-1 0 0,1 1 0 0 0,0 0 1 0 0,0-1-1 0 0,0 0 0 0 0,1 1 1 0 0,0-1-1 0 0,0 0 1 0 0,0 1-1 0 0,1-1 0 0 0,0 0 1 0 0,0 0-1 0 0,1 0 0 0 0,-1 1 1 0 0,4-12-1 0 0,0 2 8 0 0,1-1 0 0 0,0 1-1 0 0,2 0 1 0 0,0 0 0 0 0,0 0 0 0 0,2 1-1 0 0,-1 0 1 0 0,22-24 0 0 0,-8 14-18 0 0,2 1 1 0 0,0 1-1 0 0,42-28 1 0 0,-29 23 1 0 0,-2 0 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19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3191 2 6780 0 0,'3'-1'33'0'0,"-2"1"-18"0"0,-1 1 95 0 0,1 0-304 0 0,-2 5 1550 0 0,-3 26 10176 0 0,3-30-11506 0 0,-4 8-24 0 0,-17 12-2 0 0,2-6-95 0 0,0 0 1 0 0,0-1-1 0 0,-2-1 0 0 0,1-2 0 0 0,-2 0 0 0 0,0-1 0 0 0,0-1 1 0 0,-28 7-1 0 0,-31 5-1220 0 0,-2-4 1 0 0,-148 12 0 0 0,-348-22 1705 0 0,0-44-98 0 0,391 22-204 0 0,-370-13 161 0 0,170 31-29 0 0,325-2-173 0 0,-112 7 209 0 0,171-9-127 0 0,17 1 2440 0 0,-1-1-2023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0.3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575 15 8792 0 0,'-1'0'138'0'0,"0"0"1"0"0,0 0-1 0 0,0-1 1 0 0,0 1 0 0 0,0 0-1 0 0,1-1 1 0 0,-1 1-1 0 0,0-1 1 0 0,0 1-1 0 0,1-1 1 0 0,-1 1 0 0 0,0-1-1 0 0,0 1 1 0 0,1-1-1 0 0,-1 0 1 0 0,1 1-1 0 0,-1-1 1 0 0,1 0 0 0 0,-2-1-1 0 0,1 1 83 0 0,1 0-105 0 0,0 1 1 0 0,0 0-1 0 0,-1 0 0 0 0,1-1 1 0 0,0 1-1 0 0,-1 0 1 0 0,1 0-1 0 0,-1 0 0 0 0,1 0 1 0 0,0-1-1 0 0,-1 1 1 0 0,1 0-1 0 0,0 0 1 0 0,-1 0-1 0 0,1 0 0 0 0,-1 0 1 0 0,1 0-1 0 0,0 0 1 0 0,-1 0-1 0 0,1 0 0 0 0,-1 0 1 0 0,1 0-1 0 0,0 0 1 0 0,-1 0-1 0 0,0 1 1 0 0,-6 0 2150 0 0,-17 1-186 0 0,5 1-1963 0 0,0 2 0 0 0,0 0 0 0 0,1 1-1 0 0,-30 15 1 0 0,22-9-479 0 0,2 2-1 0 0,-39 28 0 0 0,42-24-582 0 0,2 0-1 0 0,1 1 1 0 0,0 1-1 0 0,-27 40 1 0 0,4-4 327 0 0,26-36 658 0 0,1 1-1 0 0,1 0 1 0 0,0 1-1 0 0,2 1 0 0 0,1 0 1 0 0,1 0-1 0 0,1 1 1 0 0,1 0-1 0 0,1 1 0 0 0,-3 29 1 0 0,7-40-10 0 0,1-1 0 0 0,1 1 0 0 0,0-1 0 0 0,1 1 0 0 0,3 16 0 0 0,-3-24 7 0 0,1 0-1 0 0,0 0 1 0 0,-1-1-1 0 0,2 1 1 0 0,-1 0-1 0 0,1-1 1 0 0,0 0-1 0 0,0 0 0 0 0,0 0 1 0 0,1 0-1 0 0,0 0 1 0 0,0-1-1 0 0,0 1 1 0 0,5 3-1 0 0,5 3-20 0 0,0-2 0 0 0,0 1 0 0 0,1-2 1 0 0,0 0-1 0 0,1-1 0 0 0,-1 0 0 0 0,1-1 0 0 0,1-1 0 0 0,-1-1 0 0 0,1 0 0 0 0,0-1 0 0 0,34 1 1 0 0,-33-4 14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0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193 7 8288 0 0,'0'-1'34'0'0,"0"1"-1"0"0,0 0 1 0 0,0 0 0 0 0,0-1 0 0 0,0 1 0 0 0,0 0 0 0 0,0 0-1 0 0,0-1 1 0 0,0 1 0 0 0,0 0 0 0 0,-1 0 0 0 0,1 0 0 0 0,0-1-1 0 0,0 1 1 0 0,0 0 0 0 0,0 0 0 0 0,0-1 0 0 0,0 1 0 0 0,-1 0-1 0 0,1 0 1 0 0,0 0 0 0 0,0 0 0 0 0,0-1 0 0 0,0 1 0 0 0,-1 0-1 0 0,1 0 1 0 0,0 0 0 0 0,0 0 0 0 0,0 0 0 0 0,-1-1 0 0 0,1 1-1 0 0,0 0 1 0 0,0 0 0 0 0,-1 0 0 0 0,1 0 0 0 0,0 0-1 0 0,0 0 1 0 0,-1 0 0 0 0,1 0 0 0 0,0 0 0 0 0,0 0 0 0 0,-1 0-1 0 0,1 0 1 0 0,0 0 0 0 0,0 0 0 0 0,-1 0 0 0 0,1 0 0 0 0,0 0-1 0 0,0 1 1 0 0,-1-1 0 0 0,1 0 0 0 0,0 0 0 0 0,0 0 0 0 0,0 0-1 0 0,-1 0 1 0 0,1 1 0 0 0,0-1 0 0 0,-6 16 6974 0 0,2 9-5001 0 0,0-1-1612 0 0,-9 50-911 0 0,2 1 0 0 0,0 99-1 0 0,14-19-575 0 0,-7 173-3846 0 0,-27-88 4034 0 0,2-11 1163 0 0,17-111 301 0 0,-43 182 0 0 0,51-292 99 0 0,2-17-493 0 0,3-27 370 0 0,-1 30-119 0 0,8-96 126 0 0,-4 59-329 0 0,1-20-367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1.5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27 603 6780 0 0,'-15'-19'602'0'0,"10"12"-143"0"0,4-3 2967 0 0,2 10-3346 0 0,-1 0 0 0 0,0-1 0 0 0,0 1 0 0 0,0 0 0 0 0,0 0 0 0 0,0 0 0 0 0,0-1 0 0 0,0 1 0 0 0,0 0 0 0 0,0 0 0 0 0,0 0 0 0 0,0-1 0 0 0,-1-1 1040 0 0,0 1-1040 0 0,0-1 289 0 0,1 0 0 0 0,-1 0 0 0 0,0 0-1 0 0,1 0 1 0 0,0 0 0 0 0,-1 0 0 0 0,1 0 0 0 0,0-1-1 0 0,0 1 1 0 0,0 0 0 0 0,0 0 0 0 0,0 0 0 0 0,1-1-1 0 0,-1 1 1 0 0,2-2 0 0 0,-1-2-306 0 0,1 1 0 0 0,1 0 0 0 0,4-9 0 0 0,1 2-85 0 0,0 1-1 0 0,0 0 0 0 0,1 0 1 0 0,0 1-1 0 0,1 0 0 0 0,0 0 1 0 0,1 1-1 0 0,0 1 0 0 0,0 0 1 0 0,14-7-1 0 0,3 1-503 0 0,0 1 0 0 0,1 1 0 0 0,59-14 0 0 0,176-30-3002 0 0,225-10 409 0 0,-204 38 3582 0 0,-71 8-140 0 0,140-20 227 0 0,556-52 788 0 0,-392 79-475 0 0,-472 13-784 0 0,14 2 93 0 0,1 2 0 0 0,65 13 0 0 0,-93-11-239 0 0,1-1 1628 0 0,0 2 0 0 0,48 17-1 0 0,-77-22-1535 0 0,-1 0 1 0 0,1 1-1 0 0,-1-1 0 0 0,0 1 0 0 0,0 0 1 0 0,0 0-1 0 0,0 1 0 0 0,-1-1 0 0 0,1 1 1 0 0,3 5-1 0 0,4 6-49 0 0,12 24 1 0 0,-12-22 45 0 0,-7-7-80 0 0,1-1-1 0 0,-1 1 0 0 0,0 0 1 0 0,-1 0-1 0 0,0 1 1 0 0,-1-1-1 0 0,2 21 0 0 0,-2 78-1997 0 0,-3-62 999 0 0,-1 7 1070 0 0,-2 1-1 0 0,-13 58 1 0 0,11-69 13 0 0,-1 48-1 0 0,6-76-20 0 0,4 353 98 0 0,0-297-86 0 0,-3-15-4 0 0,-2 0 1 0 0,-3 0 0 0 0,-14 66 0 0 0,-7-23-10 0 0,3-12 198 0 0,23-86-83 0 0,-1 0 0 0 0,1-1 0 0 0,-1 1 0 0 0,0 0 0 0 0,0-1 0 0 0,0 1 0 0 0,0-1 0 0 0,0 1 1 0 0,0-1-1 0 0,0 0 0 0 0,0 1 0 0 0,-1-1 0 0 0,1 0 0 0 0,0 0 0 0 0,-1 0 0 0 0,1 0 0 0 0,-1 0 0 0 0,0 0 0 0 0,1 0 0 0 0,-1-1 0 0 0,1 1 0 0 0,-4 0 0 0 0,-4 2-2 0 0,-1-1 0 0 0,1 0 0 0 0,-11 0 0 0 0,6-1-216 0 0,-105 9 43 0 0,32-5-239 0 0,-51 7-752 0 0,-72 7-835 0 0,-250 27 1882 0 0,1-12-1 0 0,-105 13 2 0 0,125 5-2 0 0,-191 26 2 0 0,592-74-1 0 0,0-1-1 0 0,-43-2 1 0 0,58-3 0 0 0,-1 0 0 0 0,1-1 0 0 0,0-1 0 0 0,-30-10 0 0 0,26 2 1 0 0,12 3-1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1.9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10 10000 0 0,'1'-1'230'0'0,"-1"0"0"0"0,1 0 1 0 0,0 1-1 0 0,0-1 0 0 0,0 0 1 0 0,0 0-1 0 0,0 1 0 0 0,0-1 0 0 0,0 1 1 0 0,0-1-1 0 0,0 1 0 0 0,1-1 1 0 0,-1 1-1 0 0,0 0 0 0 0,0 0 1 0 0,0-1-1 0 0,0 1 0 0 0,1 0 1 0 0,1 0-1 0 0,-4 22 2312 0 0,-2 21-1 0 0,-13 31-2806 0 0,5-27 501 0 0,-36 261-2565 0 0,46-307 2319 0 0,-3 37-558 0 0,1 0 0 0 0,2 1 0 0 0,1-1-1 0 0,2 0 1 0 0,11 59 0 0 0,-11-87 649 0 0,1 0 0 0 0,0 0 0 0 0,0-1 0 0 0,5 11 1 0 0,-6-17 89 0 0,-1-1 1 0 0,0 1 0 0 0,1-1-1 0 0,-1 1 1 0 0,1-1 0 0 0,0 0 0 0 0,0 0-1 0 0,0 0 1 0 0,0 0 0 0 0,0 0-1 0 0,1 0 1 0 0,-1 0 0 0 0,0-1-1 0 0,1 1 1 0 0,-1-1 0 0 0,1 1 0 0 0,0-1-1 0 0,-1 0 1 0 0,5 1 0 0 0,3-1-52 0 0,-1-1 1 0 0,0 1-1 0 0,0-1 1 0 0,0-1 0 0 0,1 0-1 0 0,-1 0 1 0 0,0-1 0 0 0,0 0-1 0 0,0-1 1 0 0,-1 0-1 0 0,1 0 1 0 0,0-1 0 0 0,10-6-1 0 0,-6 2-413 0 0,0 0 1 0 0,-1-1-1 0 0,1-1 0 0 0,-2 1 0 0 0,0-2 1 0 0,0 0-1 0 0,14-18 0 0 0,-3-3-1260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2.2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 2 8240 0 0,'-18'-1'10119'0'0,"5"42"-8801"0"0,10-29-1335 0 0,-4 9 10 0 0,-25 86-64 0 0,27-86-589 0 0,1 0-1 0 0,-3 43 1 0 0,7-55 376 0 0,0 1 0 0 0,1-1 0 0 0,0 1 0 0 0,1-1 0 0 0,0 0 0 0 0,0 0 0 0 0,1 0 0 0 0,0 0 0 0 0,5 11 1 0 0,-5-13 195 0 0,-1-3 286 0 0,0 1-1 0 0,1-1 1 0 0,-1 0-1 0 0,1 1 1 0 0,0-1 0 0 0,0 0-1 0 0,0-1 1 0 0,0 1-1 0 0,1 0 1 0 0,5 3-1 0 0,-8-5-69 0 0,1-1 0 0 0,0 1 0 0 0,0-1 0 0 0,0 0-1 0 0,0 1 1 0 0,0-1 0 0 0,0 0 0 0 0,0-1 0 0 0,0 1 0 0 0,1 0 0 0 0,-1-1 0 0 0,0 1-1 0 0,0-1 1 0 0,1 0 0 0 0,-1 1 0 0 0,0-1 0 0 0,1 0 0 0 0,-1 0 0 0 0,0-1-1 0 0,1 1 1 0 0,3-1 0 0 0,7-3-358 0 0,1 0-1 0 0,-1-1 1 0 0,0 0 0 0 0,-1-1-1 0 0,1 0 1 0 0,19-14-1 0 0,-14 7-595 0 0,0-1 0 0 0,0-1-1 0 0,18-22 1 0 0,-18 18-212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2.8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70 348 7888 0 0,'-1'5'931'0'0,"0"0"0"0"0,1 0 1 0 0,-2 0-1 0 0,-1 7 0 0 0,1-7 652 0 0,-13 110-1226 0 0,9-67-850 0 0,4-27 73 0 0,-3 19-370 0 0,-1 0 0 0 0,-14 48-1 0 0,14-64 861 0 0,5-13 4076 0 0,1-57-1595 0 0,0-47-918 0 0,2 32-3288 0 0,15-104 0 0 0,-7 107 832 0 0,2 0 0 0 0,24-67 0 0 0,-36 125 877 0 0,0 0-1 0 0,1 0 1 0 0,-1-1 0 0 0,0 1-1 0 0,0 0 1 0 0,0 0-1 0 0,0 0 1 0 0,1 0 0 0 0,-1-1-1 0 0,0 1 1 0 0,0 0-1 0 0,1 0 1 0 0,-1 0 0 0 0,0 0-1 0 0,0 0 1 0 0,1 0 0 0 0,-1 0-1 0 0,0-1 1 0 0,0 1-1 0 0,1 0 1 0 0,-1 0 0 0 0,0 0-1 0 0,1 0 1 0 0,-1 0-1 0 0,0 0 1 0 0,0 0 0 0 0,1 1-1 0 0,-1-1 1 0 0,0 0 0 0 0,0 0-1 0 0,1 0 1 0 0,-1 0-1 0 0,0 0 1 0 0,0 0 0 0 0,1 0-1 0 0,-1 0 1 0 0,0 1-1 0 0,0-1 1 0 0,0 0 0 0 0,1 0-1 0 0,8 8 3579 0 0,3 10-3653 0 0,-1 0 1 0 0,0 0-1 0 0,-2 1 1 0 0,0 0-1 0 0,-1 0 0 0 0,-1 1 1 0 0,-1 0-1 0 0,-1 1 1 0 0,4 34-1 0 0,-2-5-2218 0 0,-1 62 1 0 0,-6-100 2385 0 0,0 13 2805 0 0,0-24-2866 0 0,6-14 1436 0 0,-3 7-1537 0 0,60-120-922 0 0,30-67-1914 0 0,-31 72 2939 0 0,-45 95-33 0 0,34-43 0 0 0,-39 53 18 0 0,-9 13 58 0 0,0-1-1 0 0,0 1 1 0 0,1-1-1 0 0,5-3 1 0 0,-8 6 48 0 0,1 0 0 0 0,-1 0 0 0 0,1 0 0 0 0,-1 0 0 0 0,1 1 0 0 0,-1-1 0 0 0,1 0 0 0 0,0 1 0 0 0,-1-1 0 0 0,1 1 0 0 0,0 0 0 0 0,-1 0 0 0 0,1-1 0 0 0,0 1 0 0 0,3 1 0 0 0,-5-1-179 0 0,1 0 0 0 0,0 1 0 0 0,0-1 0 0 0,-1 1 0 0 0,1-1 0 0 0,0 1 0 0 0,-1-1 0 0 0,1 1 0 0 0,0 0 0 0 0,-1-1 0 0 0,1 1 0 0 0,-1 0 0 0 0,1-1 0 0 0,-1 1 0 0 0,0 0 0 0 0,1 0 0 0 0,-1-1 0 0 0,0 1 0 0 0,1 0 0 0 0,-1 0 0 0 0,0 0 0 0 0,0 0 0 0 0,0 1 0 0 0,3 25 0 0 0,-2-20 0 0 0,2 53-545 0 0,-4 63-1 0 0,-13 60-1661 0 0,6-97 2137 0 0,6-62 85 0 0,1 0 0 0 0,2 0 0 0 0,4 37 0 0 0,-5-57 28 0 0,0 0 1 0 0,0-1 0 0 0,0 1 0 0 0,0 0-1 0 0,-1 5 1 0 0,-1 8 1719 0 0,2-17-1751 0 0,0 1 0 0 0,0-1 1 0 0,1 0-1 0 0,-1 0 1 0 0,0 0-1 0 0,0 0 1 0 0,0 0-1 0 0,0 0 0 0 0,1 1 1 0 0,-1-1-1 0 0,0 0 1 0 0,0 0-1 0 0,0 0 0 0 0,1 0 1 0 0,-1 0-1 0 0,0 0 1 0 0,0 0-1 0 0,0 0 0 0 0,1 0 1 0 0,-1 0-1 0 0,0 0 1 0 0,0 0-1 0 0,1 0 0 0 0,-1 0 1 0 0,0 0-1 0 0,0 0 1 0 0,0 0-1 0 0,1 0 0 0 0,-1 0 1 0 0,0-1-1 0 0,0 1 1 0 0,0 0-1 0 0,0 0 0 0 0,1 0 1 0 0,-1 0-1 0 0,0 0 1 0 0,0 0-1 0 0,0-1 0 0 0,2-2 788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4.3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4672 8 4672 0 0,'-12'-3'13338'0'0,"-5"0"-11688"0"0,-4 2-1649 0 0,-40 1-1 0 0,29 1-39 0 0,-112 8-1716 0 0,35 0-217 0 0,-191 8-1397 0 0,-189 6 4331 0 0,40-8-570 0 0,-55 0-64 0 0,30-13-51 0 0,-114 3 50 0 0,-90 13 42 0 0,180-4 18 0 0,284-22-138 0 0,208 8-238 0 0,0 0 7 0 0,0-1-1 0 0,0 1 1 0 0,0-1 0 0 0,0 0-1 0 0,0-1 1 0 0,0 1-1 0 0,0-1 1 0 0,0 0-1 0 0,-7-4 1 0 0,12 5-6 0 0,1 1 1 0 0,-1 0-1 0 0,1-1 0 0 0,-1 1 1 0 0,1 0-1 0 0,-1-1 1 0 0,1 1-1 0 0,-1-1 0 0 0,1 1 1 0 0,-1-1-1 0 0,1 1 1 0 0,0-1-1 0 0,-1 1 0 0 0,1-1 1 0 0,0 1-1 0 0,0-1 1 0 0,-1 1-1 0 0,1-1 0 0 0,0 0 1 0 0,0 1-1 0 0,0-1 0 0 0,0 1 1 0 0,0-1-1 0 0,0 0 1 0 0,0 1-1 0 0,0-1 0 0 0,0 1 1 0 0,0-1-1 0 0,0 0 1 0 0,0 1-1 0 0,0-1 0 0 0,0 1 1 0 0,0-1-1 0 0,1 0 1 0 0,0-1 85 0 0,1-1 0 0 0,-1 1 0 0 0,0 0 0 0 0,1 1 1 0 0,0-1-1 0 0,-1 0 0 0 0,5-3 0 0 0,10-6 653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4.8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550 1 9044 0 0,'-16'5'1040'0'0,"-8"4"2842"0"0,-4 5-1237 0 0,-31 20 439 0 0,26-14-3096 0 0,1 1 1 0 0,-44 39-1 0 0,32-19-1181 0 0,3 1 0 0 0,-37 48 1 0 0,62-69 750 0 0,1 0 1 0 0,1 1 0 0 0,2 0 0 0 0,0 1 0 0 0,1 0 0 0 0,1 1-1 0 0,-8 30 1 0 0,15-40 489 0 0,0 0 0 0 0,1 1 0 0 0,0 0 0 0 0,2 0 0 0 0,-1-1 0 0 0,2 1 0 0 0,2 17 0 0 0,-1-22-14 0 0,0 0 0 0 0,0-1 1 0 0,1 0-1 0 0,0 1 0 0 0,0-1 0 0 0,1 0 1 0 0,1-1-1 0 0,-1 1 0 0 0,2-1 0 0 0,-1 0 1 0 0,13 15-1 0 0,-12-18-11 0 0,0 1 0 0 0,0-1-1 0 0,1-1 1 0 0,-1 1 0 0 0,1-1 0 0 0,0 0 0 0 0,1-1-1 0 0,14 6 1 0 0,-13-5 0 0 0,19 5 33 0 0,1-1 1 0 0,0-1-1 0 0,1-2 1 0 0,-1-1-1 0 0,35 1 1 0 0,-22-1 5 0 0,9 0 14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5.6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138 508 9296 0 0,'-3'16'634'0'0,"-23"159"1497"0"0,13-60-2878 0 0,9-66 956 0 0,-3 0 0 0 0,-12 48-1 0 0,13-78 19 0 0,-13 33 0 0 0,13-46-105 0 0,1-9-72 0 0,-1-11-33 0 0,6 13-11 0 0,-6-21 14 0 0,1 0-1 0 0,1-1 1 0 0,-2-29-1 0 0,4-70 28 0 0,2 100-37 0 0,9-210 102 0 0,-6 197-93 0 0,26-203 125 0 0,-24 213-118 0 0,1 0 0 0 0,1 1-1 0 0,2 0 1 0 0,0 0-1 0 0,1 1 1 0 0,2 0 0 0 0,18-28-1 0 0,-26 45-10 0 0,0 0-1 0 0,1 0 1 0 0,-1 0-1 0 0,1 1 1 0 0,0 0-1 0 0,1 0 0 0 0,-1 0 1 0 0,1 1-1 0 0,0 0 1 0 0,0 0-1 0 0,1 0 1 0 0,-1 1-1 0 0,1 0 1 0 0,-1 0-1 0 0,1 0 1 0 0,0 1-1 0 0,0 0 0 0 0,12-1 1 0 0,-11 2 19 0 0,0 0 0 0 0,0 1 0 0 0,0 0 0 0 0,0 1 1 0 0,11 2-1 0 0,-15-2 28 0 0,-1 0 0 0 0,1 0 0 0 0,0 0 0 0 0,0 1 1 0 0,-1-1-1 0 0,1 1 0 0 0,-1 0 0 0 0,0 0 1 0 0,1 0-1 0 0,-1 1 0 0 0,0-1 0 0 0,0 1 0 0 0,0 0 1 0 0,3 4-1 0 0,-1 0 239 0 0,0 2 0 0 0,-1-1 1 0 0,0 0-1 0 0,0 1 0 0 0,0 0 1 0 0,-1 0-1 0 0,-1 0 0 0 0,1 0 1 0 0,-2 0-1 0 0,1 1 0 0 0,-1-1 1 0 0,-1 1-1 0 0,1-1 1 0 0,-2 12-1 0 0,-1-4-257 0 0,0 1 0 0 0,-1-1 0 0 0,-1 0 0 0 0,0-1-1 0 0,-1 1 1 0 0,-14 29 0 0 0,11-32-121 0 0,0 0 0 0 0,-1-1 0 0 0,0 0 0 0 0,-1-1 0 0 0,-1 1 0 0 0,0-2 0 0 0,-17 15 0 0 0,-97 64-3338 0 0,87-65 3442 0 0,6-7 977 0 0,31-17-907 0 0,1-1 1 0 0,-1 1-1 0 0,1 0 0 0 0,-1 0 0 0 0,1-1 0 0 0,-1 1 0 0 0,1 0 1 0 0,-1 0-1 0 0,1 0 0 0 0,0 0 0 0 0,-1 0 0 0 0,1 0 0 0 0,0 0 1 0 0,0-1-1 0 0,0 1 0 0 0,0 2 0 0 0,0 16 1657 0 0,0-17-1944 0 0,1 7 129 0 0,0 0-1 0 0,1 1 1 0 0,0-1 0 0 0,0 0-1 0 0,1 0 1 0 0,1 0 0 0 0,-1 0-1 0 0,1-1 1 0 0,8 13 0 0 0,7 6-1398 0 0,31 36 1 0 0,-12-16 1043 0 0,-35-44 429 0 0,0 1 0 0 0,0 0 0 0 0,1-1 0 0 0,-1 0 0 0 0,1 0 0 0 0,0 0 0 0 0,0-1 0 0 0,0 1 0 0 0,0-1-1 0 0,5 2 1 0 0,4 1 788 0 0,1-1-1 0 0,14 3 0 0 0,-3 0 579 0 0,-18-6-1372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6.3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39 447 8288 0 0,'2'0'587'0'0,"0"-1"1"0"0,1 1 0 0 0,-1-1-1 0 0,0 0 1 0 0,0 0 0 0 0,0 0-1 0 0,1 0 1 0 0,-1 0-1 0 0,0 0 1 0 0,0 0 0 0 0,-1-1-1 0 0,1 1 1 0 0,3-4 0 0 0,0 1 550 0 0,5-6-861 0 0,0 0 0 0 0,-1 0 0 0 0,0-1 0 0 0,-1 0 0 0 0,0-1-1 0 0,8-16 1 0 0,9-12-281 0 0,-20 31-10 0 0,0 0-1 0 0,-1 0 1 0 0,1 0 0 0 0,-2-1-1 0 0,1 1 1 0 0,2-15-1 0 0,6-58 189 0 0,-11 79-174 0 0,-1-1 0 0 0,0 0 0 0 0,0 1 0 0 0,0-1 0 0 0,0 0 0 0 0,-1 1 0 0 0,1-1 0 0 0,-1 1 0 0 0,0-1 0 0 0,-2-5 0 0 0,2 7 0 0 0,0 1 0 0 0,0 0 0 0 0,0-1 0 0 0,0 1 0 0 0,0 0 0 0 0,0 0 0 0 0,0 0 0 0 0,-1 0 0 0 0,1 0 0 0 0,0 0 0 0 0,-1 0 0 0 0,1 0 0 0 0,0 0 0 0 0,-1 1 0 0 0,1-1 0 0 0,-1 1 0 0 0,0-1 0 0 0,1 1 0 0 0,-1-1 0 0 0,1 1 0 0 0,-1 0 0 0 0,0 0 0 0 0,1 0 0 0 0,-1 0 0 0 0,1 0 0 0 0,-3 0 0 0 0,-5 1-15 0 0,0 0 1 0 0,1 0-1 0 0,-1 1 0 0 0,1 0 0 0 0,-1 1 1 0 0,-9 4-1 0 0,13-6-128 0 0,1 1 1 0 0,0 1-1 0 0,0-1 0 0 0,1 0 0 0 0,-1 1 1 0 0,0 0-1 0 0,1 0 0 0 0,0 0 0 0 0,0 0 1 0 0,0 1-1 0 0,0-1 0 0 0,0 1 1 0 0,-4 7-1 0 0,-2 11-457 0 0,1 0 1 0 0,1 0-1 0 0,0 1 1 0 0,2 0-1 0 0,1 0 1 0 0,-3 44-1 0 0,7-49 782 0 0,0 0 0 0 0,1 1 0 0 0,1-1 0 0 0,1 0 0 0 0,0-1 0 0 0,9 28 0 0 0,-10-43-157 0 0,-1 0-1 0 0,0 1 1 0 0,0-1 0 0 0,1 0 0 0 0,-1 0 0 0 0,1 0 0 0 0,-1 0-1 0 0,1 0 1 0 0,0 0 0 0 0,0 0 0 0 0,0-1 0 0 0,0 1-1 0 0,0-1 1 0 0,1 1 0 0 0,-1-1 0 0 0,0 0 0 0 0,0 0-1 0 0,1 0 1 0 0,-1 0 0 0 0,1 0 0 0 0,-1-1 0 0 0,1 1-1 0 0,-1-1 1 0 0,1 1 0 0 0,4-1 0 0 0,5 0 219 0 0,0 0-1 0 0,0-1 1 0 0,0-1 0 0 0,14-3-1 0 0,-11 1-369 0 0,0 0-1 0 0,0-1 0 0 0,-1-1 0 0 0,1-1 0 0 0,-1 0 1 0 0,-1-1-1 0 0,1 0 0 0 0,-2-1 0 0 0,1-1 0 0 0,-1 0 1 0 0,0 0-1 0 0,-1-1 0 0 0,10-14 0 0 0,67-92 227 0 0,-77 99-82 0 0,-1 0 1 0 0,-1-1-1 0 0,0 0 0 0 0,11-40 0 0 0,-16 46 5 0 0,-1 0 1 0 0,2-28-1 0 0,-4 37 22 0 0,-1 0-1 0 0,0 0 1 0 0,0-1-1 0 0,-1 1 1 0 0,0 0 0 0 0,1 0-1 0 0,-1 0 1 0 0,-1-1-1 0 0,1 1 1 0 0,0 0-1 0 0,-1 1 1 0 0,0-1-1 0 0,-3-5 1 0 0,4 7-62 0 0,0 1 1 0 0,0 0-1 0 0,-1 0 0 0 0,1 0 1 0 0,0 0-1 0 0,0 0 1 0 0,0 0-1 0 0,-1 1 0 0 0,1-1 1 0 0,0 0-1 0 0,-1 1 0 0 0,1-1 1 0 0,-1 1-1 0 0,1-1 1 0 0,-1 1-1 0 0,1 0 0 0 0,-1-1 1 0 0,1 1-1 0 0,-1 0 1 0 0,1 0-1 0 0,-1 0 0 0 0,-2 1 1 0 0,0-1 38 0 0,1 1 0 0 0,-1 0 1 0 0,0 0-1 0 0,1 0 0 0 0,-1 0 1 0 0,1 1-1 0 0,-6 2 0 0 0,6-2 140 0 0,1 0-1 0 0,0 0 1 0 0,0 0 0 0 0,0 0-1 0 0,0 0 1 0 0,1 0-1 0 0,-1 0 1 0 0,0 0-1 0 0,1 1 1 0 0,0-1-1 0 0,-1 1 1 0 0,1-1-1 0 0,0 1 1 0 0,0-1-1 0 0,1 1 1 0 0,-1 0-1 0 0,1 0 1 0 0,-1-1-1 0 0,1 1 1 0 0,0 0-1 0 0,0 0 1 0 0,0-1-1 0 0,0 1 1 0 0,1 5 0 0 0,1 2-133 0 0,0 0 0 0 0,0 0 1 0 0,1 0-1 0 0,0 0 0 0 0,6 12 1 0 0,1-4-174 0 0,0-2 0 0 0,1 1 0 0 0,15 17 0 0 0,-13-18-580 0 0,-1 1 0 0 0,16 28 0 0 0,-18-24 132 0 0,0 1-1 0 0,7 26 1 0 0,-14-38 810 0 0,-1 0 1 0 0,0 0-1 0 0,0 0 1 0 0,-1 1-1 0 0,0-1 0 0 0,-1 0 1 0 0,-2 16-1 0 0,2-24-93 0 0,-1 1-1 0 0,0-1 0 0 0,0 0 1 0 0,0 1-1 0 0,0-1 1 0 0,0 0-1 0 0,0 1 0 0 0,-1-1 1 0 0,1 0-1 0 0,-1 0 1 0 0,1 0-1 0 0,-1 0 0 0 0,0-1 1 0 0,0 1-1 0 0,0 0 1 0 0,0-1-1 0 0,0 1 1 0 0,0-1-1 0 0,0 0 0 0 0,0 0 1 0 0,-4 2-1 0 0,-4 1-104 0 0,0 0 1 0 0,0-1-1 0 0,-16 3 0 0 0,21-5-20 0 0,0 0 0 0 0,0-1 0 0 0,0 1 0 0 0,0-1 0 0 0,0 0 0 0 0,0-1 0 0 0,0 1 0 0 0,-6-2 0 0 0,0-1 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6.7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23 135 8644 0 0,'2'56'3035'0'0,"-1"-45"-2143"0"0,-1 0 0 0 0,0 0 0 0 0,-1 0 0 0 0,-2 13 0 0 0,-1 7 293 0 0,0 157 18 0 0,5-121-2870 0 0,2 50 2330 0 0,-3-115-677 0 0,1 15-618 0 0,-2 1 0 0 0,0 0 0 0 0,0 0-1 0 0,-2-1 1 0 0,-7 20 5203 0 0,9-50-3429 0 0,0-22-1730 0 0,1 34 775 0 0,2-34-326 0 0,1-1-1 0 0,12-46 1 0 0,4-45-3111 0 0,17-131 718 0 0,-31 224 2409 0 0,-2 15-95 0 0,0 0 0 0 0,12-34 0 0 0,-14 48 169 0 0,1 1 1 0 0,0-1-1 0 0,0 1 1 0 0,1 0-1 0 0,-1-1 0 0 0,1 1 1 0 0,0 0-1 0 0,0 1 0 0 0,0-1 1 0 0,0 0-1 0 0,1 1 0 0 0,0 0 1 0 0,-1 0-1 0 0,1 0 1 0 0,0 0-1 0 0,6-2 0 0 0,-4 3-7 0 0,0 0 0 0 0,0 1-1 0 0,0 0 1 0 0,0 0-1 0 0,0 0 1 0 0,0 1-1 0 0,12 0 1 0 0,11 0-118 0 0,-17-2 415 0 0,1 1 0 0 0,-1 1 0 0 0,1 0 0 0 0,-1 1 0 0 0,0 0 0 0 0,1 1 0 0 0,-1 0 0 0 0,19 6 0 0 0,-29-7 18 0 0,0 0 1 0 0,1 1-1 0 0,-1-1 1 0 0,0 0-1 0 0,0 0 1 0 0,0 1-1 0 0,0 0 1 0 0,0-1-1 0 0,-1 1 1 0 0,1 0-1 0 0,0 0 1 0 0,-1 0-1 0 0,0 0 1 0 0,1 0-1 0 0,1 4 1 0 0,-1-3-45 0 0,-1 1-1 0 0,0 0 1 0 0,0 0 0 0 0,0 0-1 0 0,0 0 1 0 0,-1 1 0 0 0,1-1-1 0 0,-1 8 1 0 0,-1-5-259 0 0,0 0 0 0 0,0 1-1 0 0,0-1 1 0 0,-1 0 0 0 0,0 1 0 0 0,-1-1 0 0 0,0 0-1 0 0,0-1 1 0 0,0 1 0 0 0,-5 7 0 0 0,-4 2-1111 0 0,0-1 1 0 0,-2 0 0 0 0,0 0 0 0 0,-20 15-1 0 0,10-15 993 0 0,22-13 278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7.4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97 117 8644 0 0,'0'0'48'0'0,"0"0"1"0"0,-1 0 0 0 0,1 0-1 0 0,0 1 1 0 0,-1-1 0 0 0,1 0-1 0 0,0 0 1 0 0,-1 0-1 0 0,1 0 1 0 0,0 1 0 0 0,0-1-1 0 0,-1 0 1 0 0,1 0 0 0 0,0 0-1 0 0,0 1 1 0 0,0-1-1 0 0,-1 0 1 0 0,1 1 0 0 0,0-1-1 0 0,0 0 1 0 0,0 0 0 0 0,0 1-1 0 0,0-1 1 0 0,-1 0-1 0 0,1 1 1 0 0,0-1 0 0 0,0 0-1 0 0,0 1 1 0 0,-3 6 1336 0 0,-17 21 2237 0 0,13-17-2391 0 0,-14 21 1474 0 0,0 9-2042 0 0,8-3-663 0 0,8-2 0 0 0,4-10 0 0 0,1-23 0 0 0,1-1 0 0 0,-1 0 0 0 0,1 0 0 0 0,-1 0 0 0 0,1 0 0 0 0,0 0 0 0 0,-1 0 0 0 0,3 2 0 0 0,12 14 0 0 0,6-3 0 0 0,-18-13 0 0 0,1-1 0 0 0,0 0 0 0 0,0 0 0 0 0,7 2 0 0 0,-7-2 0 0 0,1-1 0 0 0,-1 0 0 0 0,1 0 0 0 0,-1 0 0 0 0,6-1 0 0 0,-2 0 0 0 0,0-1 0 0 0,-1 0 0 0 0,11-4 0 0 0,-12 3-44 0 0,-1 1 0 0 0,1-1-1 0 0,-1 0 1 0 0,0-1 0 0 0,6-4 0 0 0,-3 2-191 0 0,-5 3 110 0 0,0 1 0 0 0,0-1 0 0 0,0 0 0 0 0,0 0 0 0 0,-1 0 0 0 0,0 0 0 0 0,1 0 0 0 0,-1 0 0 0 0,2-5 0 0 0,4-8-799 0 0,9-25 0 0 0,-15 28 298 0 0,-1-8-860 0 0,-2-47 567 0 0,1 63 938 0 0,0-1 1 0 0,-1 1 0 0 0,0 0-1 0 0,0-1 1 0 0,-1 1 0 0 0,1 0 0 0 0,-1 0-1 0 0,0 0 1 0 0,-6-9 0 0 0,8 13-9 0 0,-1-1 0 0 0,0 1 0 0 0,0 0 0 0 0,1 0 1 0 0,-1 0-1 0 0,0 0 0 0 0,0 1 0 0 0,-8-15 6331 0 0,17 7-6359 0 0,2 1 0 0 0,-1 0-1 0 0,1 1 1 0 0,16-9 0 0 0,-12 7-142 0 0,-12 8 91 0 0,0-1 0 0 0,0 0 0 0 0,0 1 0 0 0,-1-1 0 0 0,1 1 0 0 0,0-1 0 0 0,0 1 0 0 0,0 0 0 0 0,0 0 0 0 0,0 0 0 0 0,0 0 0 0 0,0 0 0 0 0,-1 0 0 0 0,1 1 0 0 0,0-1 0 0 0,0 0 0 0 0,0 1 0 0 0,0 0 0 0 0,-1-1-1 0 0,1 1 1 0 0,0 0 0 0 0,0 0 0 0 0,-1 0 0 0 0,1 0 0 0 0,-1 0 0 0 0,1 0 0 0 0,2 3 0 0 0,0 0 96 0 0,-1 0 0 0 0,1 0-1 0 0,0 1 1 0 0,-1-1 0 0 0,0 1 0 0 0,0-1-1 0 0,-1 1 1 0 0,4 7 0 0 0,1 12-761 0 0,-1-1 1 0 0,-1 1-1 0 0,-1 0 0 0 0,-1 0 0 0 0,-1 0 1 0 0,-1 32-1 0 0,-7-55 1234 0 0,6-1-482 0 0,0 0 1 0 0,0 0 0 0 0,0 0 0 0 0,0 0 0 0 0,0 0 0 0 0,-1 0 0 0 0,1 0 0 0 0,0 0 0 0 0,0 0 0 0 0,0 0-1 0 0,0 0 1 0 0,0 0 0 0 0,0 0 0 0 0,0 0 0 0 0,-1 0 0 0 0,1 0 0 0 0,0-1 0 0 0,0 1 0 0 0,0 0-1 0 0,0 0 1 0 0,0 0 0 0 0,0 0 0 0 0,0 0 0 0 0,0 0 0 0 0,0 0 0 0 0,0-1 0 0 0,0 1 0 0 0,0 0-1 0 0,0 0 1 0 0,0 0 0 0 0,0 0 0 0 0,0 0 0 0 0,0 0 0 0 0,0-1 0 0 0,0 1 0 0 0,0 0 0 0 0,0 0 0 0 0,0 0-1 0 0,0 0 1 0 0,0 0 0 0 0,0 0 0 0 0,0-1 0 0 0,0 1 0 0 0,0 0 0 0 0,0 0 0 0 0,0 0 0 0 0,0 0-1 0 0,0 0 1 0 0,0 0 0 0 0,0 0 0 0 0,0 0 0 0 0,1-1 0 0 0,-1 1 0 0 0,0 0 0 0 0,0 0 0 0 0,0 0-1 0 0,0 0 1 0 0,0 0 0 0 0,0 0 0 0 0,7-9 3759 0 0,0-8-2850 0 0,-1 3-456 0 0,14-24-595 0 0,2 1 0 0 0,53-68 0 0 0,-67 97-513 0 0,0 1 0 0 0,1-1 0 0 0,0 1 1 0 0,0 1-1 0 0,0 0 0 0 0,1 0 0 0 0,13-5 0 0 0,-19 9 933 0 0,1 0 0 0 0,-1 1 0 0 0,0 0 0 0 0,1 0 0 0 0,-1 0 0 0 0,1 0-1 0 0,0 1 1 0 0,-1-1 0 0 0,1 1 0 0 0,0 0 0 0 0,-1 1 0 0 0,7 0 0 0 0,-9 0-220 0 0,0 1 1 0 0,0-1-1 0 0,1 0 1 0 0,-1 1-1 0 0,0-1 1 0 0,0 1-1 0 0,-1 0 1 0 0,1-1-1 0 0,0 1 1 0 0,-1 0 0 0 0,1 0-1 0 0,-1 0 1 0 0,1 0-1 0 0,-1 1 1 0 0,0-1-1 0 0,0 0 1 0 0,0 0-1 0 0,0 1 1 0 0,0-1-1 0 0,-1 1 1 0 0,1 2-1 0 0,2 105-2610 0 0,-2-101 1952 0 0,-1-7 423 0 0,1 1 0 0 0,-1-1 0 0 0,0 0-1 0 0,0 0 1 0 0,0 1 0 0 0,0-1 0 0 0,-1 0-1 0 0,1 1 1 0 0,-1-1 0 0 0,1 0 0 0 0,-1 0-1 0 0,-1 3 1 0 0,-2 0 201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28.0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11 115 7636 0 0,'0'2'323'0'0,"0"-1"-1"0"0,0 0 1 0 0,-1 0 0 0 0,1 0 0 0 0,0 1 0 0 0,0-1-1 0 0,-1 0 1 0 0,1 0 0 0 0,-1 0 0 0 0,1 0-1 0 0,-2 1 1 0 0,2-1-3 0 0,-1 0-1 0 0,0 0 0 0 0,1 0 0 0 0,0 0 1 0 0,-1 1-1 0 0,1-1 0 0 0,0 0 0 0 0,-1 0 1 0 0,1 0-1 0 0,0 0 0 0 0,0 2 1 0 0,-1-2-258 0 0,1 4 201 0 0,3 14 3089 0 0,1 1-2710 0 0,3 7-642 0 0,-5-22 0 0 0,0 0 0 0 0,1 1 0 0 0,0-1 0 0 0,3 5 0 0 0,-1-2-2 0 0,-2-4 0 0 0,0-1-1 0 0,0 1 1 0 0,0-1 0 0 0,0 1-1 0 0,0-1 1 0 0,6 3 0 0 0,24 23 2 0 0,-27-24 0 0 0,-3-2 0 0 0,0-1 0 0 0,0 1 0 0 0,0-1 0 0 0,0 1 0 0 0,-1 0 0 0 0,4 5 0 0 0,-2-3 1 0 0,-1 0 1 0 0,1 0 0 0 0,-1 0 0 0 0,0 1 0 0 0,-1 0 0 0 0,3 6 0 0 0,-3 11-282 0 0,-4-7-999 0 0,-5 4-30 0 0,5-16 814 0 0,0-1-1 0 0,-1 1 1 0 0,1 0-1 0 0,-1-1 1 0 0,0 0 0 0 0,0 0-1 0 0,0 0 1 0 0,0 0 0 0 0,0 0-1 0 0,-1 0 1 0 0,-3 1-1 0 0,4-2 450 0 0,-1-1-1 0 0,1 1 0 0 0,0-1 1 0 0,-1 0-1 0 0,1 0 0 0 0,0-1 0 0 0,-1 1 1 0 0,1-1-1 0 0,-1 0 0 0 0,1 1 0 0 0,-1-2 1 0 0,-6 0-1 0 0,9 1 52 0 0,1 0 0 0 0,-1 0-1 0 0,1 0 1 0 0,-1 0 0 0 0,1-1-1 0 0,-1 1 1 0 0,1 0 0 0 0,-1-1 0 0 0,1 1-1 0 0,0 0 1 0 0,-1-1 0 0 0,1 1 0 0 0,-1 0-1 0 0,1-1 1 0 0,0 1 0 0 0,-1-1 0 0 0,1 1-1 0 0,0 0 1 0 0,-1-1 0 0 0,1 1 0 0 0,0-1-1 0 0,0 1 1 0 0,0-1 0 0 0,-1 1 0 0 0,1-1-1 0 0,0 0 1 0 0,-1-5 60 0 0,4-2-7 0 0,1-1 0 0 0,-1 1 0 0 0,8-11 0 0 0,2-1 51 0 0,1 1-46 0 0,-3 7 9 0 0,-6 5-44 0 0,-2 3-6 0 0,0 0 1 0 0,1 0 0 0 0,0 0-1 0 0,-1 0 1 0 0,7-4 0 0 0,48-39 125 0 0,-47 39-105 0 0,1 1 1 0 0,-1 0-1 0 0,1 0 0 0 0,17-6 0 0 0,94-23 502 0 0,-104 31-348 0 0,-7 0-87 0 0,-10 4-18 0 0,0 0 0 0 0,0 1 0 0 0,0-1 0 0 0,0 0 0 0 0,0 1 0 0 0,0 0 0 0 0,4-1 1 0 0,-4 1 42 0 0,1 0 0 0 0,-1 0 1 0 0,1-1-1 0 0,-1 1 1 0 0,0-1-1 0 0,1 0 1 0 0,-1 0-1 0 0,0 1 1 0 0,1-2-1 0 0,-1 1 1 0 0,0 0-1 0 0,0 0 1 0 0,0-1-1 0 0,0 1 1 0 0,0-1-1 0 0,0 1 1 0 0,0-1-1 0 0,-1 0 0 0 0,1 0 1 0 0,0 0-1 0 0,-1 0 1 0 0,0 0-1 0 0,1 0 1 0 0,0-3-1 0 0,1-1 267 0 0,0-1-1 0 0,-1 1 1 0 0,0-1-1 0 0,0 0 1 0 0,-1 1-1 0 0,0-1 1 0 0,1-8-1 0 0,-2 7-407 0 0,1 1 0 0 0,-1-1 0 0 0,-2-13 0 0 0,2 19 3 0 0,-1 0 1 0 0,1 0-1 0 0,-1 0 1 0 0,0 0-1 0 0,1 0 1 0 0,-1 0-1 0 0,0 0 1 0 0,0 0-1 0 0,0 1 1 0 0,-1-1-1 0 0,1 0 1 0 0,0 1 0 0 0,-1-1-1 0 0,1 0 1 0 0,-1 1-1 0 0,-2-3 1 0 0,-7-4 202 0 0,7 5-392 0 0,0 1-1 0 0,1-1 1 0 0,-1 1-1 0 0,0-1 1 0 0,0 1-1 0 0,0 0 1 0 0,0 1-1 0 0,-1-1 1 0 0,1 1-1 0 0,-8-2 1 0 0,8 3 230 0 0,1-1 1 0 0,0 1-1 0 0,-1 0 1 0 0,1 0-1 0 0,0 0 0 0 0,-1 0 1 0 0,1 1-1 0 0,0-1 1 0 0,0 1-1 0 0,-1 0 1 0 0,1 0-1 0 0,0 0 1 0 0,0 0-1 0 0,0 1 1 0 0,0-1-1 0 0,0 1 1 0 0,0 0-1 0 0,0 0 1 0 0,1 0-1 0 0,-1 0 0 0 0,1 0 1 0 0,-1 1-1 0 0,1-1 1 0 0,0 1-1 0 0,0-1 1 0 0,0 1-1 0 0,0 0 1 0 0,1 0-1 0 0,-1 0 1 0 0,1 0-1 0 0,-1 0 1 0 0,0 5-1 0 0,-4 8 76 0 0,1-1 1 0 0,1 1-1 0 0,1 0 0 0 0,0 0 0 0 0,1 0 0 0 0,0 26 1 0 0,2-36-118 0 0,0 1 1 0 0,1-1 0 0 0,0 1-1 0 0,0 0 1 0 0,0-1 0 0 0,1 0-1 0 0,0 1 1 0 0,0-1 0 0 0,0 0-1 0 0,1 0 1 0 0,0 0 0 0 0,1 0-1 0 0,-1 0 1 0 0,1-1 0 0 0,0 0-1 0 0,0 1 1 0 0,0-1 0 0 0,11 8-1 0 0,-13-11-29 0 0,16 11 79 0 0,-1 0 1 0 0,33 16-1 0 0,-44-26-243 0 0,0-1-1 0 0,0 0 1 0 0,0 1 0 0 0,0-2-1 0 0,0 1 1 0 0,0-1 0 0 0,1 0-1 0 0,-1 0 1 0 0,0-1 0 0 0,1 0-1 0 0,-1 0 1 0 0,0 0 0 0 0,12-3-1 0 0,-11 1-3 0 0,0-1 1 0 0,0 0-1 0 0,8-4 0 0 0,8-4 324 0 0,-20 10-179 0 0,61-27-953 0 0,-57 24 998 0 0,0 0-1 0 0,0-1 1 0 0,0 1 0 0 0,0-1-1 0 0,-1-1 1 0 0,8-7-1 0 0,-4 0 21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8:58:34.3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0 10752 0 0,'-5'3'0'0'0,"4"6"240"0"0,2 2 248 0 0,2-2 56 0 0,-7 1 48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8T06:41:55.2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10344 0 0,'70'11'0'0'0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8T06:41:55.2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10344 0 0,'60'9'0'0'0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3332E-F105-4E28-B918-8B941CB93BE3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E95D4-B6D6-466A-8DF0-84602B5F4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511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DEF38-90C1-F7B5-4BB0-EFE7BD94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5F792-DA5C-2E6A-E18B-F55B28CEF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9CAEC-3C6E-9945-FAF6-D8EA89094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9BC0E-F050-6DF7-334C-AD7425DD3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EF5B-ECC8-43EE-A509-D601DDF42A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91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DF23-A3A3-45AA-45B6-AD07AEA1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D7B7B-7DA5-2893-A20A-A12237CB7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5A0C6-41C7-5464-C9F4-1217C7634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DDCEE-0FEB-3831-4CEC-473C406F9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113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A3262-BFDB-DD7D-303B-B66D6F9DB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0622C-5DCE-A084-D93C-46471D7EC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4E282-2EA9-C03E-E319-145F98A22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DC4BE-1C40-FDDE-FCAE-4BFC233D3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130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9990-5675-C7BF-3FA1-FA545393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DD945-8C60-1D62-8E55-00FE753C7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774F3-B417-A624-54FB-0E12EB55C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01B3B-B324-AE31-9337-BAE75812C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64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89BC0-57E6-60D9-172E-24462A33D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2A579-9C1C-22B6-2E97-85DBE54B6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EEAD8-1991-3040-0FAD-1D327C8D2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175E2-3EBB-D2B9-9A47-9E9C0BAFD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725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58D5-9438-63FC-89D5-1E7FF535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6DBF7-FA3B-BAF0-3186-48652974F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8AF68-0D31-EAD6-1B67-753C9BA94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1317A-CE52-A336-D44E-B49E941FB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584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6BB8E-2D71-CF91-F8BE-9B6586DE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896A2-0523-59C0-3630-FB9DDABBE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BE971-8806-A5B1-5ED8-2A148B492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967EE-F61A-1F08-2BAA-9576EF6D3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962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C4C47-9524-F3B6-5B4D-BD86F24B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BE6AE-159A-701F-7E01-0D9292E2C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1F2E1-8735-010B-D504-39C64F088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0A1D2-B81E-E494-F713-763DEAB18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521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26B38-550D-A80B-24D4-DCAB4F03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BE947-D8C2-E329-DE98-6C8AE1498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229C1-FF0C-9E9F-7C5E-E1ECB8083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7BCBC-2CC3-27E6-B6DB-9763EABD6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894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C6A8-AF1E-906E-EB62-E36161E9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940C6-C684-69F2-AD1E-CCA47E00D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B685A-5DDB-0F5D-38C5-7E019A530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EB523-A814-A084-51D6-E99773DD8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53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01BB8-0A0A-D8B1-77FB-168E9A7B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E79D4-AAD1-48CE-77D8-EE3EA2E2B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26B84-309F-9DA3-1792-3DF6A7D6F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22CBB-0C1C-5FD0-8C38-01D23F88A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53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6DB3F-89AE-3ACD-9401-FDC8BB3A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7653F-CE36-DABC-AA23-1FE6F378E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CE16A-39BC-5F9B-CA53-1DA829C86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170A6-7E36-1AD9-BB51-FE0DFBAA3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354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6085F-DD15-D84E-6C7E-AF263EA2A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026B4-E55A-FF7C-7ECA-E0892B0E5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588BA-3169-715F-CDC8-E0469FD72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Load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First, we need to load our data. This is done with </a:t>
            </a:r>
            <a:r>
              <a:rPr lang="en-US" sz="12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DocumentLoaders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Split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Text splitters break large Documents into smaller chunks. This is useful both for indexing data and for passing it in to a model, since large chunks are harder to search over and won’t fit in a model’s finite context window.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Store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We need somewhere to store and index our splits, so that they can later be searched over. This is often done using a </a:t>
            </a:r>
            <a:r>
              <a:rPr lang="en-US" sz="12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VectorStore</a:t>
            </a:r>
            <a:r>
              <a:rPr 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and Embeddings model.</a:t>
            </a:r>
            <a:endParaRPr lang="en-IN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8A66E-9D49-928A-278F-FEAAC9DF6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105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63189-C42B-5EB0-EC88-6CDB05722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34431-D1A7-A443-D6A3-E168E8BCE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E42A0-504A-E563-F11F-FDE53F68A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Retrieve: Given a user input, relevant splits are retrieved from storage using a Retriever.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Generate: A </a:t>
            </a:r>
            <a:r>
              <a:rPr lang="en-US" sz="12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ChatModel</a:t>
            </a:r>
            <a:r>
              <a:rPr lang="en-US" sz="1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/ LLM produces an answer using a prompt that includes the question and the retrieved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DB9A8-9D1D-DF69-8597-936DFD8D4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435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64D72-42E8-A2FB-FB0A-E1A5DF6E1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CC52B-A663-6E4B-C41D-38B5877B9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412B9-812B-3AF1-7EBB-3298F6CD1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E2BF8-EDB6-9589-BD44-C9EFA41BF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1927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BF90B-1AB9-E304-31A5-5061778A4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2C04C-FDC6-819A-E0C3-6C5BC087A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0D237-1961-FE57-5E1B-57E38D2C9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DBA63-89A3-E12D-D484-D2510F8EE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7355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EE46-C64B-8F64-6D42-2D1D8B42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227C2-B4C5-EEDC-1775-25CB2201D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9D29C-271D-5AF7-5076-5368A2A10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FD589-53FB-5E93-9869-0DD0B70E2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6197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4B179-E81D-0FA2-01EC-EF2B7D16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628AE-D1F1-6707-5B7A-CA7170605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F177E-CADA-206C-C406-E1332122B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A79A2-F8A6-033A-05DC-ADC8F9407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0044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E1EE5-100B-8CA5-C73C-2CF86138D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5B1F5-D578-0F2F-DF95-05A4BCB99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9D5E7-CB0E-1399-D8F5-9DB8A1265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42CAD-1034-AA63-265A-AFBCFECEB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8547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38109-B6E5-CBB3-4299-A9EF58BDB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D7A6E-8DEF-0B61-5F71-613AFE0AC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68DA8-EEAD-2817-D3C4-D884F5417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4EB12-8B51-A3BF-F553-E31EDF988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2263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B2C1A-3F9C-DC61-030E-CCFA60EE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209F8-B4F4-A654-43EE-5D97F5E0D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A1176-EAF4-4396-264F-A3BEAD79D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55A65-42F8-197A-BC5B-C7A92BDFA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E95D4-B6D6-466A-8DF0-84602B5F49F6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3374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5E26-F10F-4A88-96C4-4B23EA6F8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10A78-5004-44CD-ABE1-BF005177E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05391-037B-437F-98F0-FDCBE5C3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3E345-C41D-489B-8D93-54574054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8F2B8-7828-412E-8D1F-9009048E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446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81F1-6F84-414A-8332-7296B1D23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84544-A4B1-49CF-AE27-C1EC098D1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09479-459C-42A0-B1DC-F8EA7E945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708E1-3995-4CCF-AF12-528343A9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D152A-6F93-42D9-BF61-070D0AC3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232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906F-A22B-453E-B104-554DC86E2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E4016-458D-44E1-AF8E-2E4A3A92C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5670-1291-4EA6-8730-A2B513CD0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E9776-9668-468A-92BB-161B8886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52A39-C7FC-4D7B-8CC8-A195078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250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6EEB-B6F5-45A5-B57D-6A6944710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89248-8DF0-4415-A433-94F93B6CD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6CC56-8A78-4DB9-B49B-90593E8C7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48B9F-A42A-4203-85E9-F13C2985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E0B00-B945-4A70-9BA6-7837B636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D0601-ADD8-4947-A273-A1BA9830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954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E91E-77B1-431D-9863-64C3459BD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794B4-ED3D-4905-BEC0-0FA5161D4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45371-3D18-4FE3-9A89-778A216F8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ED8D6-A28A-4F25-AD73-DF1172888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EC614E-EA4F-4FEB-9C38-CAB55378A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5B2CF-DF3C-44F4-ADD9-D8EEA77DF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55EF67-E34F-4BF1-9E84-DD869D73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00107-0F3D-46E8-9E4C-8BB57B90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21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66A89-E665-433A-9CE1-291884143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CD92B-B989-4DA4-8471-7B3A02C7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35881-2793-4777-BA6F-C5F88418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C54A0-19D9-4555-AC39-61F4758E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559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F06C6B-1F92-47B0-8285-5BC2FAE5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C143F-A2D4-49CB-BD21-A4E24AF5F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23395-D938-4EA1-A8F9-B862F543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33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ED59-8CAB-4611-AFC9-BFD9C64D4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CC3B7-A424-4C41-8BA8-4A6A8EBB4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B5C6B-7507-423B-ABAF-A57CE8D1F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C6038-8B08-4527-9EA3-F8648F33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9818F-9426-44AE-AA55-F13B61A0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4DDFF-31C0-48FC-AF5A-04BB2AFD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23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8E7DE-68BA-444B-8C75-0D6FF5469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3DFE04-CEDA-4F5C-ABBF-F1F430628F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CEC65-F1CC-441F-A59E-BC1B0984B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5AFE4-500B-415A-B5E6-6DC984CB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6544B-A77B-41F0-8201-3DCF9DC1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23758-B5A5-4E09-A8DF-02417CFD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99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C10B-2C1B-4CB5-8CFB-556254CC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FD602-B51C-4236-A7F8-B1E1A862E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23A-57CE-4987-B79A-5CAFEEA2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2F0F9-5393-4DE9-9F6C-BE4A3B4B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C1FF5-D242-4BBD-B52F-07A944B5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498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451451-03C2-4C34-9B75-BD7CCA5A1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73728F-1484-45EA-9F0A-5C45D2B43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3DD3C-186D-4779-8CB9-90113C917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915B1-DE3C-4A6F-B095-68D1397A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8B1DE-6DD1-4CE9-9984-6DB4A79C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810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800" y="527928"/>
            <a:ext cx="11078400" cy="454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800" y="1019360"/>
            <a:ext cx="11078400" cy="454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Click to edit </a:t>
            </a:r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25B0BB8-7D8D-1CFB-75CE-E19F62B92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6451" y="1680000"/>
            <a:ext cx="11078400" cy="41586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70000"/>
              <a:buNone/>
              <a:defRPr sz="1600">
                <a:solidFill>
                  <a:schemeClr val="tx1"/>
                </a:solidFill>
              </a:defRPr>
            </a:lvl1pPr>
            <a:lvl2pPr marL="239989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70000"/>
              <a:buNone/>
              <a:defRPr sz="1600">
                <a:solidFill>
                  <a:schemeClr val="tx1"/>
                </a:solidFill>
              </a:defRPr>
            </a:lvl2pPr>
            <a:lvl3pPr marL="479976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70000"/>
              <a:buNone/>
              <a:defRPr sz="1600">
                <a:solidFill>
                  <a:schemeClr val="tx1"/>
                </a:solidFill>
              </a:defRPr>
            </a:lvl3pPr>
            <a:lvl4pPr marL="719965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70000"/>
              <a:buNone/>
              <a:defRPr sz="1600">
                <a:solidFill>
                  <a:schemeClr val="tx1"/>
                </a:solidFill>
              </a:defRPr>
            </a:lvl4pPr>
            <a:lvl5pPr marL="959952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70000"/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FF66938-CF4B-D097-1BC6-18EB230030F4}"/>
              </a:ext>
            </a:extLst>
          </p:cNvPr>
          <p:cNvSpPr txBox="1">
            <a:spLocks/>
          </p:cNvSpPr>
          <p:nvPr userDrawn="1"/>
        </p:nvSpPr>
        <p:spPr>
          <a:xfrm>
            <a:off x="558803" y="6478009"/>
            <a:ext cx="166712" cy="164212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1067" noProof="0" smtClean="0">
                <a:solidFill>
                  <a:schemeClr val="tx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sz="1333" noProof="0">
              <a:solidFill>
                <a:schemeClr val="tx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929F03-682A-4566-CF9F-D3B71DB45756}"/>
              </a:ext>
            </a:extLst>
          </p:cNvPr>
          <p:cNvCxnSpPr>
            <a:cxnSpLocks/>
          </p:cNvCxnSpPr>
          <p:nvPr userDrawn="1"/>
        </p:nvCxnSpPr>
        <p:spPr>
          <a:xfrm>
            <a:off x="1871480" y="6457200"/>
            <a:ext cx="0" cy="192000"/>
          </a:xfrm>
          <a:prstGeom prst="line">
            <a:avLst/>
          </a:prstGeom>
          <a:ln w="63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FEE177B5-71D7-398C-03E7-932A70152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6400" y="6480000"/>
            <a:ext cx="2112000" cy="1632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67">
                <a:solidFill>
                  <a:schemeClr val="tx1"/>
                </a:solidFill>
              </a:defRPr>
            </a:lvl1pPr>
          </a:lstStyle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157897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73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DCE80D-EF8E-46DD-A089-A87591487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EE10E-DE17-49E3-A5A9-F043D87F1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08723-4267-47D6-A83A-E4E9289C4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22678-BA91-4DB8-A836-B068E7D33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Anshu Pandey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A6C36-A02E-45DA-BAA8-582C3978A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CC704-05D2-41AD-B3BA-29D9E60DC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495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51.png"/><Relationship Id="rId42" Type="http://schemas.openxmlformats.org/officeDocument/2006/relationships/customXml" Target="../ink/ink20.xml"/><Relationship Id="rId47" Type="http://schemas.openxmlformats.org/officeDocument/2006/relationships/image" Target="../media/image64.png"/><Relationship Id="rId63" Type="http://schemas.openxmlformats.org/officeDocument/2006/relationships/image" Target="../media/image72.png"/><Relationship Id="rId68" Type="http://schemas.openxmlformats.org/officeDocument/2006/relationships/customXml" Target="../ink/ink33.xml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7.xml"/><Relationship Id="rId29" Type="http://schemas.openxmlformats.org/officeDocument/2006/relationships/image" Target="../media/image55.png"/><Relationship Id="rId11" Type="http://schemas.openxmlformats.org/officeDocument/2006/relationships/image" Target="../media/image47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59.png"/><Relationship Id="rId40" Type="http://schemas.openxmlformats.org/officeDocument/2006/relationships/customXml" Target="../ink/ink19.xml"/><Relationship Id="rId45" Type="http://schemas.openxmlformats.org/officeDocument/2006/relationships/image" Target="../media/image63.png"/><Relationship Id="rId53" Type="http://schemas.openxmlformats.org/officeDocument/2006/relationships/image" Target="../media/image67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5" Type="http://schemas.openxmlformats.org/officeDocument/2006/relationships/image" Target="../media/image44.png"/><Relationship Id="rId61" Type="http://schemas.openxmlformats.org/officeDocument/2006/relationships/image" Target="../media/image71.png"/><Relationship Id="rId19" Type="http://schemas.openxmlformats.org/officeDocument/2006/relationships/image" Target="../media/image13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54.png"/><Relationship Id="rId30" Type="http://schemas.openxmlformats.org/officeDocument/2006/relationships/customXml" Target="../ink/ink14.xml"/><Relationship Id="rId35" Type="http://schemas.openxmlformats.org/officeDocument/2006/relationships/image" Target="../media/image58.png"/><Relationship Id="rId43" Type="http://schemas.openxmlformats.org/officeDocument/2006/relationships/image" Target="../media/image62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75.png"/><Relationship Id="rId8" Type="http://schemas.openxmlformats.org/officeDocument/2006/relationships/customXml" Target="../ink/ink3.xml"/><Relationship Id="rId51" Type="http://schemas.openxmlformats.org/officeDocument/2006/relationships/image" Target="../media/image66.png"/><Relationship Id="rId3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50.png"/><Relationship Id="rId25" Type="http://schemas.openxmlformats.org/officeDocument/2006/relationships/image" Target="../media/image53.png"/><Relationship Id="rId33" Type="http://schemas.openxmlformats.org/officeDocument/2006/relationships/image" Target="../media/image5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70.png"/><Relationship Id="rId67" Type="http://schemas.openxmlformats.org/officeDocument/2006/relationships/image" Target="../media/image74.png"/><Relationship Id="rId20" Type="http://schemas.openxmlformats.org/officeDocument/2006/relationships/customXml" Target="../ink/ink9.xml"/><Relationship Id="rId41" Type="http://schemas.openxmlformats.org/officeDocument/2006/relationships/image" Target="../media/image61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5" Type="http://schemas.openxmlformats.org/officeDocument/2006/relationships/image" Target="../media/image49.png"/><Relationship Id="rId23" Type="http://schemas.openxmlformats.org/officeDocument/2006/relationships/image" Target="../media/image5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65.png"/><Relationship Id="rId57" Type="http://schemas.openxmlformats.org/officeDocument/2006/relationships/image" Target="../media/image69.png"/><Relationship Id="rId10" Type="http://schemas.openxmlformats.org/officeDocument/2006/relationships/customXml" Target="../ink/ink4.xml"/><Relationship Id="rId31" Type="http://schemas.openxmlformats.org/officeDocument/2006/relationships/image" Target="../media/image56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73.png"/><Relationship Id="rId4" Type="http://schemas.openxmlformats.org/officeDocument/2006/relationships/customXml" Target="../ink/ink1.xml"/><Relationship Id="rId9" Type="http://schemas.openxmlformats.org/officeDocument/2006/relationships/image" Target="../media/image46.png"/><Relationship Id="rId13" Type="http://schemas.openxmlformats.org/officeDocument/2006/relationships/image" Target="../media/image48.png"/><Relationship Id="rId18" Type="http://schemas.openxmlformats.org/officeDocument/2006/relationships/customXml" Target="../ink/ink8.xml"/><Relationship Id="rId39" Type="http://schemas.openxmlformats.org/officeDocument/2006/relationships/image" Target="../media/image60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6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image" Target="../media/image5.jpeg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.png"/><Relationship Id="rId21" Type="http://schemas.openxmlformats.org/officeDocument/2006/relationships/image" Target="../media/image22.png"/><Relationship Id="rId324" Type="http://schemas.openxmlformats.org/officeDocument/2006/relationships/customXml" Target="../ink/ink195.xml"/><Relationship Id="rId531" Type="http://schemas.openxmlformats.org/officeDocument/2006/relationships/image" Target="../media/image309.png"/><Relationship Id="rId170" Type="http://schemas.openxmlformats.org/officeDocument/2006/relationships/customXml" Target="../ink/ink118.xml"/><Relationship Id="rId268" Type="http://schemas.openxmlformats.org/officeDocument/2006/relationships/customXml" Target="../ink/ink167.xml"/><Relationship Id="rId475" Type="http://schemas.openxmlformats.org/officeDocument/2006/relationships/image" Target="../media/image281.png"/><Relationship Id="rId32" Type="http://schemas.openxmlformats.org/officeDocument/2006/relationships/customXml" Target="../ink/ink49.xml"/><Relationship Id="rId128" Type="http://schemas.openxmlformats.org/officeDocument/2006/relationships/customXml" Target="../ink/ink97.xml"/><Relationship Id="rId335" Type="http://schemas.openxmlformats.org/officeDocument/2006/relationships/image" Target="../media/image211.png"/><Relationship Id="rId542" Type="http://schemas.openxmlformats.org/officeDocument/2006/relationships/customXml" Target="../ink/ink304.xml"/><Relationship Id="rId181" Type="http://schemas.openxmlformats.org/officeDocument/2006/relationships/image" Target="../media/image134.png"/><Relationship Id="rId402" Type="http://schemas.openxmlformats.org/officeDocument/2006/relationships/customXml" Target="../ink/ink234.xml"/><Relationship Id="rId279" Type="http://schemas.openxmlformats.org/officeDocument/2006/relationships/image" Target="../media/image183.png"/><Relationship Id="rId486" Type="http://schemas.openxmlformats.org/officeDocument/2006/relationships/customXml" Target="../ink/ink276.xml"/><Relationship Id="rId43" Type="http://schemas.openxmlformats.org/officeDocument/2006/relationships/image" Target="../media/image33.png"/><Relationship Id="rId139" Type="http://schemas.openxmlformats.org/officeDocument/2006/relationships/image" Target="../media/image113.png"/><Relationship Id="rId346" Type="http://schemas.openxmlformats.org/officeDocument/2006/relationships/customXml" Target="../ink/ink206.xml"/><Relationship Id="rId553" Type="http://schemas.openxmlformats.org/officeDocument/2006/relationships/image" Target="../media/image320.png"/><Relationship Id="rId192" Type="http://schemas.openxmlformats.org/officeDocument/2006/relationships/customXml" Target="../ink/ink129.xml"/><Relationship Id="rId206" Type="http://schemas.openxmlformats.org/officeDocument/2006/relationships/customXml" Target="../ink/ink136.xml"/><Relationship Id="rId413" Type="http://schemas.openxmlformats.org/officeDocument/2006/relationships/image" Target="../media/image250.png"/><Relationship Id="rId497" Type="http://schemas.openxmlformats.org/officeDocument/2006/relationships/image" Target="../media/image292.png"/><Relationship Id="rId357" Type="http://schemas.openxmlformats.org/officeDocument/2006/relationships/image" Target="../media/image222.png"/><Relationship Id="rId54" Type="http://schemas.openxmlformats.org/officeDocument/2006/relationships/customXml" Target="../ink/ink60.xml"/><Relationship Id="rId217" Type="http://schemas.openxmlformats.org/officeDocument/2006/relationships/image" Target="../media/image152.png"/><Relationship Id="rId564" Type="http://schemas.openxmlformats.org/officeDocument/2006/relationships/customXml" Target="../ink/ink315.xml"/><Relationship Id="rId424" Type="http://schemas.openxmlformats.org/officeDocument/2006/relationships/customXml" Target="../ink/ink245.xml"/><Relationship Id="rId270" Type="http://schemas.openxmlformats.org/officeDocument/2006/relationships/customXml" Target="../ink/ink168.xml"/><Relationship Id="rId65" Type="http://schemas.openxmlformats.org/officeDocument/2006/relationships/image" Target="../media/image76.png"/><Relationship Id="rId130" Type="http://schemas.openxmlformats.org/officeDocument/2006/relationships/customXml" Target="../ink/ink98.xml"/><Relationship Id="rId368" Type="http://schemas.openxmlformats.org/officeDocument/2006/relationships/customXml" Target="../ink/ink217.xml"/><Relationship Id="rId172" Type="http://schemas.openxmlformats.org/officeDocument/2006/relationships/customXml" Target="../ink/ink119.xml"/><Relationship Id="rId228" Type="http://schemas.openxmlformats.org/officeDocument/2006/relationships/customXml" Target="../ink/ink147.xml"/><Relationship Id="rId435" Type="http://schemas.openxmlformats.org/officeDocument/2006/relationships/image" Target="../media/image261.png"/><Relationship Id="rId477" Type="http://schemas.openxmlformats.org/officeDocument/2006/relationships/image" Target="../media/image282.png"/><Relationship Id="rId281" Type="http://schemas.openxmlformats.org/officeDocument/2006/relationships/image" Target="../media/image184.png"/><Relationship Id="rId337" Type="http://schemas.openxmlformats.org/officeDocument/2006/relationships/image" Target="../media/image212.png"/><Relationship Id="rId502" Type="http://schemas.openxmlformats.org/officeDocument/2006/relationships/customXml" Target="../ink/ink284.xml"/><Relationship Id="rId34" Type="http://schemas.openxmlformats.org/officeDocument/2006/relationships/customXml" Target="../ink/ink50.xml"/><Relationship Id="rId76" Type="http://schemas.openxmlformats.org/officeDocument/2006/relationships/customXml" Target="../ink/ink71.xml"/><Relationship Id="rId141" Type="http://schemas.openxmlformats.org/officeDocument/2006/relationships/image" Target="../media/image114.png"/><Relationship Id="rId379" Type="http://schemas.openxmlformats.org/officeDocument/2006/relationships/image" Target="../media/image233.png"/><Relationship Id="rId544" Type="http://schemas.openxmlformats.org/officeDocument/2006/relationships/customXml" Target="../ink/ink305.xml"/><Relationship Id="rId7" Type="http://schemas.openxmlformats.org/officeDocument/2006/relationships/image" Target="../media/image15.png"/><Relationship Id="rId183" Type="http://schemas.openxmlformats.org/officeDocument/2006/relationships/image" Target="../media/image135.png"/><Relationship Id="rId239" Type="http://schemas.openxmlformats.org/officeDocument/2006/relationships/image" Target="../media/image163.png"/><Relationship Id="rId390" Type="http://schemas.openxmlformats.org/officeDocument/2006/relationships/customXml" Target="../ink/ink228.xml"/><Relationship Id="rId404" Type="http://schemas.openxmlformats.org/officeDocument/2006/relationships/customXml" Target="../ink/ink235.xml"/><Relationship Id="rId446" Type="http://schemas.openxmlformats.org/officeDocument/2006/relationships/customXml" Target="../ink/ink256.xml"/><Relationship Id="rId250" Type="http://schemas.openxmlformats.org/officeDocument/2006/relationships/customXml" Target="../ink/ink158.xml"/><Relationship Id="rId292" Type="http://schemas.openxmlformats.org/officeDocument/2006/relationships/customXml" Target="../ink/ink179.xml"/><Relationship Id="rId306" Type="http://schemas.openxmlformats.org/officeDocument/2006/relationships/customXml" Target="../ink/ink186.xml"/><Relationship Id="rId488" Type="http://schemas.openxmlformats.org/officeDocument/2006/relationships/customXml" Target="../ink/ink277.xml"/><Relationship Id="rId45" Type="http://schemas.openxmlformats.org/officeDocument/2006/relationships/image" Target="../media/image34.png"/><Relationship Id="rId87" Type="http://schemas.openxmlformats.org/officeDocument/2006/relationships/image" Target="../media/image87.png"/><Relationship Id="rId110" Type="http://schemas.openxmlformats.org/officeDocument/2006/relationships/customXml" Target="../ink/ink88.xml"/><Relationship Id="rId348" Type="http://schemas.openxmlformats.org/officeDocument/2006/relationships/customXml" Target="../ink/ink207.xml"/><Relationship Id="rId513" Type="http://schemas.openxmlformats.org/officeDocument/2006/relationships/image" Target="../media/image300.png"/><Relationship Id="rId555" Type="http://schemas.openxmlformats.org/officeDocument/2006/relationships/image" Target="../media/image321.png"/><Relationship Id="rId152" Type="http://schemas.openxmlformats.org/officeDocument/2006/relationships/customXml" Target="../ink/ink109.xml"/><Relationship Id="rId194" Type="http://schemas.openxmlformats.org/officeDocument/2006/relationships/customXml" Target="../ink/ink130.xml"/><Relationship Id="rId208" Type="http://schemas.openxmlformats.org/officeDocument/2006/relationships/customXml" Target="../ink/ink137.xml"/><Relationship Id="rId415" Type="http://schemas.openxmlformats.org/officeDocument/2006/relationships/image" Target="../media/image251.png"/><Relationship Id="rId457" Type="http://schemas.openxmlformats.org/officeDocument/2006/relationships/image" Target="../media/image272.png"/><Relationship Id="rId261" Type="http://schemas.openxmlformats.org/officeDocument/2006/relationships/image" Target="../media/image174.png"/><Relationship Id="rId499" Type="http://schemas.openxmlformats.org/officeDocument/2006/relationships/image" Target="../media/image293.png"/><Relationship Id="rId14" Type="http://schemas.openxmlformats.org/officeDocument/2006/relationships/customXml" Target="../ink/ink40.xml"/><Relationship Id="rId56" Type="http://schemas.openxmlformats.org/officeDocument/2006/relationships/customXml" Target="../ink/ink61.xml"/><Relationship Id="rId317" Type="http://schemas.openxmlformats.org/officeDocument/2006/relationships/image" Target="../media/image202.png"/><Relationship Id="rId359" Type="http://schemas.openxmlformats.org/officeDocument/2006/relationships/image" Target="../media/image223.png"/><Relationship Id="rId524" Type="http://schemas.openxmlformats.org/officeDocument/2006/relationships/customXml" Target="../ink/ink295.xml"/><Relationship Id="rId566" Type="http://schemas.openxmlformats.org/officeDocument/2006/relationships/customXml" Target="../ink/ink316.xml"/><Relationship Id="rId98" Type="http://schemas.openxmlformats.org/officeDocument/2006/relationships/customXml" Target="../ink/ink82.xml"/><Relationship Id="rId121" Type="http://schemas.openxmlformats.org/officeDocument/2006/relationships/image" Target="../media/image104.png"/><Relationship Id="rId163" Type="http://schemas.openxmlformats.org/officeDocument/2006/relationships/image" Target="../media/image125.png"/><Relationship Id="rId219" Type="http://schemas.openxmlformats.org/officeDocument/2006/relationships/image" Target="../media/image153.png"/><Relationship Id="rId370" Type="http://schemas.openxmlformats.org/officeDocument/2006/relationships/customXml" Target="../ink/ink218.xml"/><Relationship Id="rId426" Type="http://schemas.openxmlformats.org/officeDocument/2006/relationships/customXml" Target="../ink/ink246.xml"/><Relationship Id="rId230" Type="http://schemas.openxmlformats.org/officeDocument/2006/relationships/customXml" Target="../ink/ink148.xml"/><Relationship Id="rId468" Type="http://schemas.openxmlformats.org/officeDocument/2006/relationships/customXml" Target="../ink/ink267.xml"/><Relationship Id="rId25" Type="http://schemas.openxmlformats.org/officeDocument/2006/relationships/image" Target="../media/image24.png"/><Relationship Id="rId67" Type="http://schemas.openxmlformats.org/officeDocument/2006/relationships/image" Target="../media/image77.png"/><Relationship Id="rId272" Type="http://schemas.openxmlformats.org/officeDocument/2006/relationships/customXml" Target="../ink/ink169.xml"/><Relationship Id="rId328" Type="http://schemas.openxmlformats.org/officeDocument/2006/relationships/customXml" Target="../ink/ink197.xml"/><Relationship Id="rId535" Type="http://schemas.openxmlformats.org/officeDocument/2006/relationships/image" Target="../media/image311.png"/><Relationship Id="rId132" Type="http://schemas.openxmlformats.org/officeDocument/2006/relationships/customXml" Target="../ink/ink99.xml"/><Relationship Id="rId174" Type="http://schemas.openxmlformats.org/officeDocument/2006/relationships/customXml" Target="../ink/ink120.xml"/><Relationship Id="rId381" Type="http://schemas.openxmlformats.org/officeDocument/2006/relationships/image" Target="../media/image234.png"/><Relationship Id="rId241" Type="http://schemas.openxmlformats.org/officeDocument/2006/relationships/image" Target="../media/image164.png"/><Relationship Id="rId437" Type="http://schemas.openxmlformats.org/officeDocument/2006/relationships/image" Target="../media/image262.png"/><Relationship Id="rId479" Type="http://schemas.openxmlformats.org/officeDocument/2006/relationships/image" Target="../media/image283.png"/><Relationship Id="rId36" Type="http://schemas.openxmlformats.org/officeDocument/2006/relationships/customXml" Target="../ink/ink51.xml"/><Relationship Id="rId283" Type="http://schemas.openxmlformats.org/officeDocument/2006/relationships/image" Target="../media/image185.png"/><Relationship Id="rId339" Type="http://schemas.openxmlformats.org/officeDocument/2006/relationships/image" Target="../media/image213.png"/><Relationship Id="rId490" Type="http://schemas.openxmlformats.org/officeDocument/2006/relationships/customXml" Target="../ink/ink278.xml"/><Relationship Id="rId504" Type="http://schemas.openxmlformats.org/officeDocument/2006/relationships/customXml" Target="../ink/ink285.xml"/><Relationship Id="rId546" Type="http://schemas.openxmlformats.org/officeDocument/2006/relationships/customXml" Target="../ink/ink306.xml"/><Relationship Id="rId78" Type="http://schemas.openxmlformats.org/officeDocument/2006/relationships/customXml" Target="../ink/ink72.xml"/><Relationship Id="rId101" Type="http://schemas.openxmlformats.org/officeDocument/2006/relationships/image" Target="../media/image94.png"/><Relationship Id="rId143" Type="http://schemas.openxmlformats.org/officeDocument/2006/relationships/image" Target="../media/image115.png"/><Relationship Id="rId185" Type="http://schemas.openxmlformats.org/officeDocument/2006/relationships/image" Target="../media/image136.png"/><Relationship Id="rId350" Type="http://schemas.openxmlformats.org/officeDocument/2006/relationships/customXml" Target="../ink/ink208.xml"/><Relationship Id="rId406" Type="http://schemas.openxmlformats.org/officeDocument/2006/relationships/customXml" Target="../ink/ink236.xml"/><Relationship Id="rId9" Type="http://schemas.openxmlformats.org/officeDocument/2006/relationships/image" Target="../media/image16.png"/><Relationship Id="rId210" Type="http://schemas.openxmlformats.org/officeDocument/2006/relationships/customXml" Target="../ink/ink138.xml"/><Relationship Id="rId392" Type="http://schemas.openxmlformats.org/officeDocument/2006/relationships/customXml" Target="../ink/ink229.xml"/><Relationship Id="rId448" Type="http://schemas.openxmlformats.org/officeDocument/2006/relationships/customXml" Target="../ink/ink257.xml"/><Relationship Id="rId252" Type="http://schemas.openxmlformats.org/officeDocument/2006/relationships/customXml" Target="../ink/ink159.xml"/><Relationship Id="rId294" Type="http://schemas.openxmlformats.org/officeDocument/2006/relationships/customXml" Target="../ink/ink180.xml"/><Relationship Id="rId308" Type="http://schemas.openxmlformats.org/officeDocument/2006/relationships/customXml" Target="../ink/ink187.xml"/><Relationship Id="rId515" Type="http://schemas.openxmlformats.org/officeDocument/2006/relationships/image" Target="../media/image301.png"/><Relationship Id="rId47" Type="http://schemas.openxmlformats.org/officeDocument/2006/relationships/image" Target="../media/image35.png"/><Relationship Id="rId89" Type="http://schemas.openxmlformats.org/officeDocument/2006/relationships/image" Target="../media/image88.png"/><Relationship Id="rId112" Type="http://schemas.openxmlformats.org/officeDocument/2006/relationships/customXml" Target="../ink/ink89.xml"/><Relationship Id="rId154" Type="http://schemas.openxmlformats.org/officeDocument/2006/relationships/customXml" Target="../ink/ink110.xml"/><Relationship Id="rId361" Type="http://schemas.openxmlformats.org/officeDocument/2006/relationships/image" Target="../media/image224.png"/><Relationship Id="rId557" Type="http://schemas.openxmlformats.org/officeDocument/2006/relationships/image" Target="../media/image322.png"/><Relationship Id="rId196" Type="http://schemas.openxmlformats.org/officeDocument/2006/relationships/customXml" Target="../ink/ink131.xml"/><Relationship Id="rId417" Type="http://schemas.openxmlformats.org/officeDocument/2006/relationships/image" Target="../media/image252.png"/><Relationship Id="rId459" Type="http://schemas.openxmlformats.org/officeDocument/2006/relationships/image" Target="../media/image273.png"/><Relationship Id="rId16" Type="http://schemas.openxmlformats.org/officeDocument/2006/relationships/customXml" Target="../ink/ink41.xml"/><Relationship Id="rId221" Type="http://schemas.openxmlformats.org/officeDocument/2006/relationships/image" Target="../media/image154.png"/><Relationship Id="rId263" Type="http://schemas.openxmlformats.org/officeDocument/2006/relationships/image" Target="../media/image175.png"/><Relationship Id="rId319" Type="http://schemas.openxmlformats.org/officeDocument/2006/relationships/image" Target="../media/image203.png"/><Relationship Id="rId470" Type="http://schemas.openxmlformats.org/officeDocument/2006/relationships/customXml" Target="../ink/ink268.xml"/><Relationship Id="rId526" Type="http://schemas.openxmlformats.org/officeDocument/2006/relationships/customXml" Target="../ink/ink296.xml"/><Relationship Id="rId58" Type="http://schemas.openxmlformats.org/officeDocument/2006/relationships/customXml" Target="../ink/ink62.xml"/><Relationship Id="rId123" Type="http://schemas.openxmlformats.org/officeDocument/2006/relationships/image" Target="../media/image105.png"/><Relationship Id="rId330" Type="http://schemas.openxmlformats.org/officeDocument/2006/relationships/customXml" Target="../ink/ink198.xml"/><Relationship Id="rId165" Type="http://schemas.openxmlformats.org/officeDocument/2006/relationships/image" Target="../media/image126.png"/><Relationship Id="rId372" Type="http://schemas.openxmlformats.org/officeDocument/2006/relationships/customXml" Target="../ink/ink219.xml"/><Relationship Id="rId428" Type="http://schemas.openxmlformats.org/officeDocument/2006/relationships/customXml" Target="../ink/ink247.xml"/><Relationship Id="rId232" Type="http://schemas.openxmlformats.org/officeDocument/2006/relationships/customXml" Target="../ink/ink149.xml"/><Relationship Id="rId274" Type="http://schemas.openxmlformats.org/officeDocument/2006/relationships/customXml" Target="../ink/ink170.xml"/><Relationship Id="rId481" Type="http://schemas.openxmlformats.org/officeDocument/2006/relationships/image" Target="../media/image284.png"/><Relationship Id="rId27" Type="http://schemas.openxmlformats.org/officeDocument/2006/relationships/image" Target="../media/image25.png"/><Relationship Id="rId69" Type="http://schemas.openxmlformats.org/officeDocument/2006/relationships/image" Target="../media/image78.png"/><Relationship Id="rId134" Type="http://schemas.openxmlformats.org/officeDocument/2006/relationships/customXml" Target="../ink/ink100.xml"/><Relationship Id="rId537" Type="http://schemas.openxmlformats.org/officeDocument/2006/relationships/image" Target="../media/image312.png"/><Relationship Id="rId80" Type="http://schemas.openxmlformats.org/officeDocument/2006/relationships/customXml" Target="../ink/ink73.xml"/><Relationship Id="rId176" Type="http://schemas.openxmlformats.org/officeDocument/2006/relationships/customXml" Target="../ink/ink121.xml"/><Relationship Id="rId341" Type="http://schemas.openxmlformats.org/officeDocument/2006/relationships/image" Target="../media/image214.png"/><Relationship Id="rId383" Type="http://schemas.openxmlformats.org/officeDocument/2006/relationships/image" Target="../media/image235.png"/><Relationship Id="rId439" Type="http://schemas.openxmlformats.org/officeDocument/2006/relationships/image" Target="../media/image263.png"/><Relationship Id="rId201" Type="http://schemas.openxmlformats.org/officeDocument/2006/relationships/image" Target="../media/image144.png"/><Relationship Id="rId243" Type="http://schemas.openxmlformats.org/officeDocument/2006/relationships/image" Target="../media/image165.png"/><Relationship Id="rId285" Type="http://schemas.openxmlformats.org/officeDocument/2006/relationships/image" Target="../media/image186.png"/><Relationship Id="rId450" Type="http://schemas.openxmlformats.org/officeDocument/2006/relationships/customXml" Target="../ink/ink258.xml"/><Relationship Id="rId506" Type="http://schemas.openxmlformats.org/officeDocument/2006/relationships/customXml" Target="../ink/ink286.xml"/><Relationship Id="rId38" Type="http://schemas.openxmlformats.org/officeDocument/2006/relationships/customXml" Target="../ink/ink52.xml"/><Relationship Id="rId103" Type="http://schemas.openxmlformats.org/officeDocument/2006/relationships/image" Target="../media/image95.png"/><Relationship Id="rId310" Type="http://schemas.openxmlformats.org/officeDocument/2006/relationships/customXml" Target="../ink/ink188.xml"/><Relationship Id="rId492" Type="http://schemas.openxmlformats.org/officeDocument/2006/relationships/customXml" Target="../ink/ink279.xml"/><Relationship Id="rId548" Type="http://schemas.openxmlformats.org/officeDocument/2006/relationships/customXml" Target="../ink/ink307.xml"/><Relationship Id="rId91" Type="http://schemas.openxmlformats.org/officeDocument/2006/relationships/image" Target="../media/image89.png"/><Relationship Id="rId145" Type="http://schemas.openxmlformats.org/officeDocument/2006/relationships/image" Target="../media/image116.png"/><Relationship Id="rId187" Type="http://schemas.openxmlformats.org/officeDocument/2006/relationships/image" Target="../media/image137.png"/><Relationship Id="rId352" Type="http://schemas.openxmlformats.org/officeDocument/2006/relationships/customXml" Target="../ink/ink209.xml"/><Relationship Id="rId394" Type="http://schemas.openxmlformats.org/officeDocument/2006/relationships/customXml" Target="../ink/ink230.xml"/><Relationship Id="rId408" Type="http://schemas.openxmlformats.org/officeDocument/2006/relationships/customXml" Target="../ink/ink237.xml"/><Relationship Id="rId212" Type="http://schemas.openxmlformats.org/officeDocument/2006/relationships/customXml" Target="../ink/ink139.xml"/><Relationship Id="rId254" Type="http://schemas.openxmlformats.org/officeDocument/2006/relationships/customXml" Target="../ink/ink160.xml"/><Relationship Id="rId49" Type="http://schemas.openxmlformats.org/officeDocument/2006/relationships/image" Target="../media/image36.png"/><Relationship Id="rId114" Type="http://schemas.openxmlformats.org/officeDocument/2006/relationships/customXml" Target="../ink/ink90.xml"/><Relationship Id="rId296" Type="http://schemas.openxmlformats.org/officeDocument/2006/relationships/customXml" Target="../ink/ink181.xml"/><Relationship Id="rId461" Type="http://schemas.openxmlformats.org/officeDocument/2006/relationships/image" Target="../media/image274.png"/><Relationship Id="rId517" Type="http://schemas.openxmlformats.org/officeDocument/2006/relationships/image" Target="../media/image302.png"/><Relationship Id="rId559" Type="http://schemas.openxmlformats.org/officeDocument/2006/relationships/image" Target="../media/image323.png"/><Relationship Id="rId60" Type="http://schemas.openxmlformats.org/officeDocument/2006/relationships/customXml" Target="../ink/ink63.xml"/><Relationship Id="rId156" Type="http://schemas.openxmlformats.org/officeDocument/2006/relationships/customXml" Target="../ink/ink111.xml"/><Relationship Id="rId198" Type="http://schemas.openxmlformats.org/officeDocument/2006/relationships/customXml" Target="../ink/ink132.xml"/><Relationship Id="rId321" Type="http://schemas.openxmlformats.org/officeDocument/2006/relationships/image" Target="../media/image204.png"/><Relationship Id="rId363" Type="http://schemas.openxmlformats.org/officeDocument/2006/relationships/image" Target="../media/image225.png"/><Relationship Id="rId419" Type="http://schemas.openxmlformats.org/officeDocument/2006/relationships/image" Target="../media/image253.png"/><Relationship Id="rId223" Type="http://schemas.openxmlformats.org/officeDocument/2006/relationships/image" Target="../media/image155.png"/><Relationship Id="rId430" Type="http://schemas.openxmlformats.org/officeDocument/2006/relationships/customXml" Target="../ink/ink248.xml"/><Relationship Id="rId18" Type="http://schemas.openxmlformats.org/officeDocument/2006/relationships/customXml" Target="../ink/ink42.xml"/><Relationship Id="rId265" Type="http://schemas.openxmlformats.org/officeDocument/2006/relationships/image" Target="../media/image176.png"/><Relationship Id="rId472" Type="http://schemas.openxmlformats.org/officeDocument/2006/relationships/customXml" Target="../ink/ink269.xml"/><Relationship Id="rId528" Type="http://schemas.openxmlformats.org/officeDocument/2006/relationships/customXml" Target="../ink/ink297.xml"/><Relationship Id="rId125" Type="http://schemas.openxmlformats.org/officeDocument/2006/relationships/image" Target="../media/image106.png"/><Relationship Id="rId167" Type="http://schemas.openxmlformats.org/officeDocument/2006/relationships/image" Target="../media/image127.png"/><Relationship Id="rId332" Type="http://schemas.openxmlformats.org/officeDocument/2006/relationships/customXml" Target="../ink/ink199.xml"/><Relationship Id="rId374" Type="http://schemas.openxmlformats.org/officeDocument/2006/relationships/customXml" Target="../ink/ink220.xml"/><Relationship Id="rId71" Type="http://schemas.openxmlformats.org/officeDocument/2006/relationships/image" Target="../media/image79.png"/><Relationship Id="rId234" Type="http://schemas.openxmlformats.org/officeDocument/2006/relationships/customXml" Target="../ink/ink150.xml"/><Relationship Id="rId2" Type="http://schemas.openxmlformats.org/officeDocument/2006/relationships/customXml" Target="../ink/ink34.xml"/><Relationship Id="rId29" Type="http://schemas.openxmlformats.org/officeDocument/2006/relationships/image" Target="../media/image26.png"/><Relationship Id="rId276" Type="http://schemas.openxmlformats.org/officeDocument/2006/relationships/customXml" Target="../ink/ink171.xml"/><Relationship Id="rId441" Type="http://schemas.openxmlformats.org/officeDocument/2006/relationships/image" Target="../media/image264.png"/><Relationship Id="rId483" Type="http://schemas.openxmlformats.org/officeDocument/2006/relationships/image" Target="../media/image285.png"/><Relationship Id="rId539" Type="http://schemas.openxmlformats.org/officeDocument/2006/relationships/image" Target="../media/image313.png"/><Relationship Id="rId40" Type="http://schemas.openxmlformats.org/officeDocument/2006/relationships/customXml" Target="../ink/ink53.xml"/><Relationship Id="rId136" Type="http://schemas.openxmlformats.org/officeDocument/2006/relationships/customXml" Target="../ink/ink101.xml"/><Relationship Id="rId178" Type="http://schemas.openxmlformats.org/officeDocument/2006/relationships/customXml" Target="../ink/ink122.xml"/><Relationship Id="rId301" Type="http://schemas.openxmlformats.org/officeDocument/2006/relationships/image" Target="../media/image194.png"/><Relationship Id="rId343" Type="http://schemas.openxmlformats.org/officeDocument/2006/relationships/image" Target="../media/image215.png"/><Relationship Id="rId550" Type="http://schemas.openxmlformats.org/officeDocument/2006/relationships/customXml" Target="../ink/ink308.xml"/><Relationship Id="rId82" Type="http://schemas.openxmlformats.org/officeDocument/2006/relationships/customXml" Target="../ink/ink74.xml"/><Relationship Id="rId203" Type="http://schemas.openxmlformats.org/officeDocument/2006/relationships/image" Target="../media/image145.png"/><Relationship Id="rId385" Type="http://schemas.openxmlformats.org/officeDocument/2006/relationships/image" Target="../media/image236.png"/><Relationship Id="rId245" Type="http://schemas.openxmlformats.org/officeDocument/2006/relationships/image" Target="../media/image166.png"/><Relationship Id="rId287" Type="http://schemas.openxmlformats.org/officeDocument/2006/relationships/image" Target="../media/image187.png"/><Relationship Id="rId410" Type="http://schemas.openxmlformats.org/officeDocument/2006/relationships/customXml" Target="../ink/ink238.xml"/><Relationship Id="rId452" Type="http://schemas.openxmlformats.org/officeDocument/2006/relationships/customXml" Target="../ink/ink259.xml"/><Relationship Id="rId494" Type="http://schemas.openxmlformats.org/officeDocument/2006/relationships/customXml" Target="../ink/ink280.xml"/><Relationship Id="rId508" Type="http://schemas.openxmlformats.org/officeDocument/2006/relationships/customXml" Target="../ink/ink287.xml"/><Relationship Id="rId105" Type="http://schemas.openxmlformats.org/officeDocument/2006/relationships/image" Target="../media/image96.png"/><Relationship Id="rId147" Type="http://schemas.openxmlformats.org/officeDocument/2006/relationships/image" Target="../media/image117.png"/><Relationship Id="rId312" Type="http://schemas.openxmlformats.org/officeDocument/2006/relationships/customXml" Target="../ink/ink189.xml"/><Relationship Id="rId354" Type="http://schemas.openxmlformats.org/officeDocument/2006/relationships/customXml" Target="../ink/ink210.xml"/><Relationship Id="rId51" Type="http://schemas.openxmlformats.org/officeDocument/2006/relationships/image" Target="../media/image37.png"/><Relationship Id="rId93" Type="http://schemas.openxmlformats.org/officeDocument/2006/relationships/image" Target="../media/image90.png"/><Relationship Id="rId189" Type="http://schemas.openxmlformats.org/officeDocument/2006/relationships/image" Target="../media/image138.png"/><Relationship Id="rId396" Type="http://schemas.openxmlformats.org/officeDocument/2006/relationships/customXml" Target="../ink/ink231.xml"/><Relationship Id="rId561" Type="http://schemas.openxmlformats.org/officeDocument/2006/relationships/image" Target="../media/image324.png"/><Relationship Id="rId214" Type="http://schemas.openxmlformats.org/officeDocument/2006/relationships/customXml" Target="../ink/ink140.xml"/><Relationship Id="rId256" Type="http://schemas.openxmlformats.org/officeDocument/2006/relationships/customXml" Target="../ink/ink161.xml"/><Relationship Id="rId298" Type="http://schemas.openxmlformats.org/officeDocument/2006/relationships/customXml" Target="../ink/ink182.xml"/><Relationship Id="rId421" Type="http://schemas.openxmlformats.org/officeDocument/2006/relationships/image" Target="../media/image254.png"/><Relationship Id="rId463" Type="http://schemas.openxmlformats.org/officeDocument/2006/relationships/image" Target="../media/image275.png"/><Relationship Id="rId519" Type="http://schemas.openxmlformats.org/officeDocument/2006/relationships/image" Target="../media/image303.png"/><Relationship Id="rId116" Type="http://schemas.openxmlformats.org/officeDocument/2006/relationships/customXml" Target="../ink/ink91.xml"/><Relationship Id="rId158" Type="http://schemas.openxmlformats.org/officeDocument/2006/relationships/customXml" Target="../ink/ink112.xml"/><Relationship Id="rId323" Type="http://schemas.openxmlformats.org/officeDocument/2006/relationships/image" Target="../media/image205.png"/><Relationship Id="rId530" Type="http://schemas.openxmlformats.org/officeDocument/2006/relationships/customXml" Target="../ink/ink298.xml"/><Relationship Id="rId20" Type="http://schemas.openxmlformats.org/officeDocument/2006/relationships/customXml" Target="../ink/ink43.xml"/><Relationship Id="rId62" Type="http://schemas.openxmlformats.org/officeDocument/2006/relationships/customXml" Target="../ink/ink64.xml"/><Relationship Id="rId365" Type="http://schemas.openxmlformats.org/officeDocument/2006/relationships/image" Target="../media/image226.png"/><Relationship Id="rId225" Type="http://schemas.openxmlformats.org/officeDocument/2006/relationships/image" Target="../media/image156.png"/><Relationship Id="rId267" Type="http://schemas.openxmlformats.org/officeDocument/2006/relationships/image" Target="../media/image177.png"/><Relationship Id="rId432" Type="http://schemas.openxmlformats.org/officeDocument/2006/relationships/customXml" Target="../ink/ink249.xml"/><Relationship Id="rId474" Type="http://schemas.openxmlformats.org/officeDocument/2006/relationships/customXml" Target="../ink/ink270.xml"/><Relationship Id="rId127" Type="http://schemas.openxmlformats.org/officeDocument/2006/relationships/image" Target="../media/image107.png"/><Relationship Id="rId31" Type="http://schemas.openxmlformats.org/officeDocument/2006/relationships/image" Target="../media/image27.png"/><Relationship Id="rId73" Type="http://schemas.openxmlformats.org/officeDocument/2006/relationships/image" Target="../media/image80.png"/><Relationship Id="rId169" Type="http://schemas.openxmlformats.org/officeDocument/2006/relationships/image" Target="../media/image128.png"/><Relationship Id="rId334" Type="http://schemas.openxmlformats.org/officeDocument/2006/relationships/customXml" Target="../ink/ink200.xml"/><Relationship Id="rId376" Type="http://schemas.openxmlformats.org/officeDocument/2006/relationships/customXml" Target="../ink/ink221.xml"/><Relationship Id="rId541" Type="http://schemas.openxmlformats.org/officeDocument/2006/relationships/image" Target="../media/image314.png"/><Relationship Id="rId4" Type="http://schemas.openxmlformats.org/officeDocument/2006/relationships/customXml" Target="../ink/ink35.xml"/><Relationship Id="rId180" Type="http://schemas.openxmlformats.org/officeDocument/2006/relationships/customXml" Target="../ink/ink123.xml"/><Relationship Id="rId236" Type="http://schemas.openxmlformats.org/officeDocument/2006/relationships/customXml" Target="../ink/ink151.xml"/><Relationship Id="rId278" Type="http://schemas.openxmlformats.org/officeDocument/2006/relationships/customXml" Target="../ink/ink172.xml"/><Relationship Id="rId401" Type="http://schemas.openxmlformats.org/officeDocument/2006/relationships/image" Target="../media/image244.png"/><Relationship Id="rId443" Type="http://schemas.openxmlformats.org/officeDocument/2006/relationships/image" Target="../media/image265.png"/><Relationship Id="rId303" Type="http://schemas.openxmlformats.org/officeDocument/2006/relationships/image" Target="../media/image195.png"/><Relationship Id="rId485" Type="http://schemas.openxmlformats.org/officeDocument/2006/relationships/image" Target="../media/image286.png"/><Relationship Id="rId42" Type="http://schemas.openxmlformats.org/officeDocument/2006/relationships/customXml" Target="../ink/ink54.xml"/><Relationship Id="rId84" Type="http://schemas.openxmlformats.org/officeDocument/2006/relationships/customXml" Target="../ink/ink75.xml"/><Relationship Id="rId138" Type="http://schemas.openxmlformats.org/officeDocument/2006/relationships/customXml" Target="../ink/ink102.xml"/><Relationship Id="rId345" Type="http://schemas.openxmlformats.org/officeDocument/2006/relationships/image" Target="../media/image216.png"/><Relationship Id="rId387" Type="http://schemas.openxmlformats.org/officeDocument/2006/relationships/image" Target="../media/image237.png"/><Relationship Id="rId510" Type="http://schemas.openxmlformats.org/officeDocument/2006/relationships/customXml" Target="../ink/ink288.xml"/><Relationship Id="rId552" Type="http://schemas.openxmlformats.org/officeDocument/2006/relationships/customXml" Target="../ink/ink309.xml"/><Relationship Id="rId191" Type="http://schemas.openxmlformats.org/officeDocument/2006/relationships/image" Target="../media/image139.png"/><Relationship Id="rId205" Type="http://schemas.openxmlformats.org/officeDocument/2006/relationships/image" Target="../media/image146.png"/><Relationship Id="rId247" Type="http://schemas.openxmlformats.org/officeDocument/2006/relationships/image" Target="../media/image167.png"/><Relationship Id="rId412" Type="http://schemas.openxmlformats.org/officeDocument/2006/relationships/customXml" Target="../ink/ink239.xml"/><Relationship Id="rId107" Type="http://schemas.openxmlformats.org/officeDocument/2006/relationships/image" Target="../media/image97.png"/><Relationship Id="rId289" Type="http://schemas.openxmlformats.org/officeDocument/2006/relationships/image" Target="../media/image188.png"/><Relationship Id="rId454" Type="http://schemas.openxmlformats.org/officeDocument/2006/relationships/customXml" Target="../ink/ink260.xml"/><Relationship Id="rId496" Type="http://schemas.openxmlformats.org/officeDocument/2006/relationships/customXml" Target="../ink/ink281.xml"/><Relationship Id="rId11" Type="http://schemas.openxmlformats.org/officeDocument/2006/relationships/image" Target="../media/image17.png"/><Relationship Id="rId53" Type="http://schemas.openxmlformats.org/officeDocument/2006/relationships/image" Target="../media/image38.png"/><Relationship Id="rId149" Type="http://schemas.openxmlformats.org/officeDocument/2006/relationships/image" Target="../media/image118.png"/><Relationship Id="rId314" Type="http://schemas.openxmlformats.org/officeDocument/2006/relationships/customXml" Target="../ink/ink190.xml"/><Relationship Id="rId356" Type="http://schemas.openxmlformats.org/officeDocument/2006/relationships/customXml" Target="../ink/ink211.xml"/><Relationship Id="rId398" Type="http://schemas.openxmlformats.org/officeDocument/2006/relationships/customXml" Target="../ink/ink232.xml"/><Relationship Id="rId521" Type="http://schemas.openxmlformats.org/officeDocument/2006/relationships/image" Target="../media/image304.png"/><Relationship Id="rId563" Type="http://schemas.openxmlformats.org/officeDocument/2006/relationships/image" Target="../media/image325.png"/><Relationship Id="rId95" Type="http://schemas.openxmlformats.org/officeDocument/2006/relationships/image" Target="../media/image91.png"/><Relationship Id="rId160" Type="http://schemas.openxmlformats.org/officeDocument/2006/relationships/customXml" Target="../ink/ink113.xml"/><Relationship Id="rId216" Type="http://schemas.openxmlformats.org/officeDocument/2006/relationships/customXml" Target="../ink/ink141.xml"/><Relationship Id="rId423" Type="http://schemas.openxmlformats.org/officeDocument/2006/relationships/image" Target="../media/image255.png"/><Relationship Id="rId258" Type="http://schemas.openxmlformats.org/officeDocument/2006/relationships/customXml" Target="../ink/ink162.xml"/><Relationship Id="rId465" Type="http://schemas.openxmlformats.org/officeDocument/2006/relationships/image" Target="../media/image276.png"/><Relationship Id="rId22" Type="http://schemas.openxmlformats.org/officeDocument/2006/relationships/customXml" Target="../ink/ink44.xml"/><Relationship Id="rId64" Type="http://schemas.openxmlformats.org/officeDocument/2006/relationships/customXml" Target="../ink/ink65.xml"/><Relationship Id="rId118" Type="http://schemas.openxmlformats.org/officeDocument/2006/relationships/customXml" Target="../ink/ink92.xml"/><Relationship Id="rId325" Type="http://schemas.openxmlformats.org/officeDocument/2006/relationships/image" Target="../media/image206.png"/><Relationship Id="rId367" Type="http://schemas.openxmlformats.org/officeDocument/2006/relationships/image" Target="../media/image227.png"/><Relationship Id="rId532" Type="http://schemas.openxmlformats.org/officeDocument/2006/relationships/customXml" Target="../ink/ink299.xml"/><Relationship Id="rId171" Type="http://schemas.openxmlformats.org/officeDocument/2006/relationships/image" Target="../media/image129.png"/><Relationship Id="rId227" Type="http://schemas.openxmlformats.org/officeDocument/2006/relationships/image" Target="../media/image157.png"/><Relationship Id="rId269" Type="http://schemas.openxmlformats.org/officeDocument/2006/relationships/image" Target="../media/image178.png"/><Relationship Id="rId434" Type="http://schemas.openxmlformats.org/officeDocument/2006/relationships/customXml" Target="../ink/ink250.xml"/><Relationship Id="rId476" Type="http://schemas.openxmlformats.org/officeDocument/2006/relationships/customXml" Target="../ink/ink271.xml"/><Relationship Id="rId33" Type="http://schemas.openxmlformats.org/officeDocument/2006/relationships/image" Target="../media/image28.png"/><Relationship Id="rId129" Type="http://schemas.openxmlformats.org/officeDocument/2006/relationships/image" Target="../media/image108.png"/><Relationship Id="rId280" Type="http://schemas.openxmlformats.org/officeDocument/2006/relationships/customXml" Target="../ink/ink173.xml"/><Relationship Id="rId336" Type="http://schemas.openxmlformats.org/officeDocument/2006/relationships/customXml" Target="../ink/ink201.xml"/><Relationship Id="rId501" Type="http://schemas.openxmlformats.org/officeDocument/2006/relationships/image" Target="../media/image294.png"/><Relationship Id="rId543" Type="http://schemas.openxmlformats.org/officeDocument/2006/relationships/image" Target="../media/image315.png"/><Relationship Id="rId75" Type="http://schemas.openxmlformats.org/officeDocument/2006/relationships/image" Target="../media/image81.png"/><Relationship Id="rId140" Type="http://schemas.openxmlformats.org/officeDocument/2006/relationships/customXml" Target="../ink/ink103.xml"/><Relationship Id="rId182" Type="http://schemas.openxmlformats.org/officeDocument/2006/relationships/customXml" Target="../ink/ink124.xml"/><Relationship Id="rId378" Type="http://schemas.openxmlformats.org/officeDocument/2006/relationships/customXml" Target="../ink/ink222.xml"/><Relationship Id="rId403" Type="http://schemas.openxmlformats.org/officeDocument/2006/relationships/image" Target="../media/image245.png"/><Relationship Id="rId6" Type="http://schemas.openxmlformats.org/officeDocument/2006/relationships/customXml" Target="../ink/ink36.xml"/><Relationship Id="rId238" Type="http://schemas.openxmlformats.org/officeDocument/2006/relationships/customXml" Target="../ink/ink152.xml"/><Relationship Id="rId445" Type="http://schemas.openxmlformats.org/officeDocument/2006/relationships/image" Target="../media/image266.png"/><Relationship Id="rId487" Type="http://schemas.openxmlformats.org/officeDocument/2006/relationships/image" Target="../media/image287.png"/><Relationship Id="rId291" Type="http://schemas.openxmlformats.org/officeDocument/2006/relationships/image" Target="../media/image189.png"/><Relationship Id="rId305" Type="http://schemas.openxmlformats.org/officeDocument/2006/relationships/image" Target="../media/image196.png"/><Relationship Id="rId347" Type="http://schemas.openxmlformats.org/officeDocument/2006/relationships/image" Target="../media/image217.png"/><Relationship Id="rId512" Type="http://schemas.openxmlformats.org/officeDocument/2006/relationships/customXml" Target="../ink/ink289.xml"/><Relationship Id="rId44" Type="http://schemas.openxmlformats.org/officeDocument/2006/relationships/customXml" Target="../ink/ink55.xml"/><Relationship Id="rId86" Type="http://schemas.openxmlformats.org/officeDocument/2006/relationships/customXml" Target="../ink/ink76.xml"/><Relationship Id="rId151" Type="http://schemas.openxmlformats.org/officeDocument/2006/relationships/image" Target="../media/image119.png"/><Relationship Id="rId389" Type="http://schemas.openxmlformats.org/officeDocument/2006/relationships/image" Target="../media/image238.png"/><Relationship Id="rId554" Type="http://schemas.openxmlformats.org/officeDocument/2006/relationships/customXml" Target="../ink/ink310.xml"/><Relationship Id="rId193" Type="http://schemas.openxmlformats.org/officeDocument/2006/relationships/image" Target="../media/image140.png"/><Relationship Id="rId207" Type="http://schemas.openxmlformats.org/officeDocument/2006/relationships/image" Target="../media/image147.png"/><Relationship Id="rId249" Type="http://schemas.openxmlformats.org/officeDocument/2006/relationships/image" Target="../media/image168.png"/><Relationship Id="rId414" Type="http://schemas.openxmlformats.org/officeDocument/2006/relationships/customXml" Target="../ink/ink240.xml"/><Relationship Id="rId456" Type="http://schemas.openxmlformats.org/officeDocument/2006/relationships/customXml" Target="../ink/ink261.xml"/><Relationship Id="rId498" Type="http://schemas.openxmlformats.org/officeDocument/2006/relationships/customXml" Target="../ink/ink282.xml"/><Relationship Id="rId13" Type="http://schemas.openxmlformats.org/officeDocument/2006/relationships/image" Target="../media/image18.png"/><Relationship Id="rId109" Type="http://schemas.openxmlformats.org/officeDocument/2006/relationships/image" Target="../media/image98.png"/><Relationship Id="rId260" Type="http://schemas.openxmlformats.org/officeDocument/2006/relationships/customXml" Target="../ink/ink163.xml"/><Relationship Id="rId316" Type="http://schemas.openxmlformats.org/officeDocument/2006/relationships/customXml" Target="../ink/ink191.xml"/><Relationship Id="rId523" Type="http://schemas.openxmlformats.org/officeDocument/2006/relationships/image" Target="../media/image305.png"/><Relationship Id="rId55" Type="http://schemas.openxmlformats.org/officeDocument/2006/relationships/image" Target="../media/image39.png"/><Relationship Id="rId97" Type="http://schemas.openxmlformats.org/officeDocument/2006/relationships/image" Target="../media/image92.png"/><Relationship Id="rId120" Type="http://schemas.openxmlformats.org/officeDocument/2006/relationships/customXml" Target="../ink/ink93.xml"/><Relationship Id="rId358" Type="http://schemas.openxmlformats.org/officeDocument/2006/relationships/customXml" Target="../ink/ink212.xml"/><Relationship Id="rId565" Type="http://schemas.openxmlformats.org/officeDocument/2006/relationships/image" Target="../media/image326.png"/><Relationship Id="rId162" Type="http://schemas.openxmlformats.org/officeDocument/2006/relationships/customXml" Target="../ink/ink114.xml"/><Relationship Id="rId218" Type="http://schemas.openxmlformats.org/officeDocument/2006/relationships/customXml" Target="../ink/ink142.xml"/><Relationship Id="rId425" Type="http://schemas.openxmlformats.org/officeDocument/2006/relationships/image" Target="../media/image256.png"/><Relationship Id="rId467" Type="http://schemas.openxmlformats.org/officeDocument/2006/relationships/image" Target="../media/image277.png"/><Relationship Id="rId271" Type="http://schemas.openxmlformats.org/officeDocument/2006/relationships/image" Target="../media/image179.png"/><Relationship Id="rId24" Type="http://schemas.openxmlformats.org/officeDocument/2006/relationships/customXml" Target="../ink/ink45.xml"/><Relationship Id="rId66" Type="http://schemas.openxmlformats.org/officeDocument/2006/relationships/customXml" Target="../ink/ink66.xml"/><Relationship Id="rId131" Type="http://schemas.openxmlformats.org/officeDocument/2006/relationships/image" Target="../media/image109.png"/><Relationship Id="rId327" Type="http://schemas.openxmlformats.org/officeDocument/2006/relationships/image" Target="../media/image207.png"/><Relationship Id="rId369" Type="http://schemas.openxmlformats.org/officeDocument/2006/relationships/image" Target="../media/image228.png"/><Relationship Id="rId534" Type="http://schemas.openxmlformats.org/officeDocument/2006/relationships/customXml" Target="../ink/ink300.xml"/><Relationship Id="rId173" Type="http://schemas.openxmlformats.org/officeDocument/2006/relationships/image" Target="../media/image130.png"/><Relationship Id="rId229" Type="http://schemas.openxmlformats.org/officeDocument/2006/relationships/image" Target="../media/image158.png"/><Relationship Id="rId380" Type="http://schemas.openxmlformats.org/officeDocument/2006/relationships/customXml" Target="../ink/ink223.xml"/><Relationship Id="rId436" Type="http://schemas.openxmlformats.org/officeDocument/2006/relationships/customXml" Target="../ink/ink251.xml"/><Relationship Id="rId240" Type="http://schemas.openxmlformats.org/officeDocument/2006/relationships/customXml" Target="../ink/ink153.xml"/><Relationship Id="rId478" Type="http://schemas.openxmlformats.org/officeDocument/2006/relationships/customXml" Target="../ink/ink272.xml"/><Relationship Id="rId35" Type="http://schemas.openxmlformats.org/officeDocument/2006/relationships/image" Target="../media/image29.png"/><Relationship Id="rId77" Type="http://schemas.openxmlformats.org/officeDocument/2006/relationships/image" Target="../media/image82.png"/><Relationship Id="rId100" Type="http://schemas.openxmlformats.org/officeDocument/2006/relationships/customXml" Target="../ink/ink83.xml"/><Relationship Id="rId282" Type="http://schemas.openxmlformats.org/officeDocument/2006/relationships/customXml" Target="../ink/ink174.xml"/><Relationship Id="rId338" Type="http://schemas.openxmlformats.org/officeDocument/2006/relationships/customXml" Target="../ink/ink202.xml"/><Relationship Id="rId503" Type="http://schemas.openxmlformats.org/officeDocument/2006/relationships/image" Target="../media/image295.png"/><Relationship Id="rId545" Type="http://schemas.openxmlformats.org/officeDocument/2006/relationships/image" Target="../media/image316.png"/><Relationship Id="rId8" Type="http://schemas.openxmlformats.org/officeDocument/2006/relationships/customXml" Target="../ink/ink37.xml"/><Relationship Id="rId142" Type="http://schemas.openxmlformats.org/officeDocument/2006/relationships/customXml" Target="../ink/ink104.xml"/><Relationship Id="rId184" Type="http://schemas.openxmlformats.org/officeDocument/2006/relationships/customXml" Target="../ink/ink125.xml"/><Relationship Id="rId391" Type="http://schemas.openxmlformats.org/officeDocument/2006/relationships/image" Target="../media/image239.png"/><Relationship Id="rId405" Type="http://schemas.openxmlformats.org/officeDocument/2006/relationships/image" Target="../media/image246.png"/><Relationship Id="rId447" Type="http://schemas.openxmlformats.org/officeDocument/2006/relationships/image" Target="../media/image267.png"/><Relationship Id="rId251" Type="http://schemas.openxmlformats.org/officeDocument/2006/relationships/image" Target="../media/image169.png"/><Relationship Id="rId489" Type="http://schemas.openxmlformats.org/officeDocument/2006/relationships/image" Target="../media/image288.png"/><Relationship Id="rId46" Type="http://schemas.openxmlformats.org/officeDocument/2006/relationships/customXml" Target="../ink/ink56.xml"/><Relationship Id="rId293" Type="http://schemas.openxmlformats.org/officeDocument/2006/relationships/image" Target="../media/image190.png"/><Relationship Id="rId307" Type="http://schemas.openxmlformats.org/officeDocument/2006/relationships/image" Target="../media/image197.png"/><Relationship Id="rId349" Type="http://schemas.openxmlformats.org/officeDocument/2006/relationships/image" Target="../media/image218.png"/><Relationship Id="rId514" Type="http://schemas.openxmlformats.org/officeDocument/2006/relationships/customXml" Target="../ink/ink290.xml"/><Relationship Id="rId556" Type="http://schemas.openxmlformats.org/officeDocument/2006/relationships/customXml" Target="../ink/ink311.xml"/><Relationship Id="rId88" Type="http://schemas.openxmlformats.org/officeDocument/2006/relationships/customXml" Target="../ink/ink77.xml"/><Relationship Id="rId111" Type="http://schemas.openxmlformats.org/officeDocument/2006/relationships/image" Target="../media/image99.png"/><Relationship Id="rId153" Type="http://schemas.openxmlformats.org/officeDocument/2006/relationships/image" Target="../media/image120.png"/><Relationship Id="rId195" Type="http://schemas.openxmlformats.org/officeDocument/2006/relationships/image" Target="../media/image141.png"/><Relationship Id="rId209" Type="http://schemas.openxmlformats.org/officeDocument/2006/relationships/image" Target="../media/image148.png"/><Relationship Id="rId360" Type="http://schemas.openxmlformats.org/officeDocument/2006/relationships/customXml" Target="../ink/ink213.xml"/><Relationship Id="rId416" Type="http://schemas.openxmlformats.org/officeDocument/2006/relationships/customXml" Target="../ink/ink241.xml"/><Relationship Id="rId220" Type="http://schemas.openxmlformats.org/officeDocument/2006/relationships/customXml" Target="../ink/ink143.xml"/><Relationship Id="rId458" Type="http://schemas.openxmlformats.org/officeDocument/2006/relationships/customXml" Target="../ink/ink262.xml"/><Relationship Id="rId15" Type="http://schemas.openxmlformats.org/officeDocument/2006/relationships/image" Target="../media/image19.png"/><Relationship Id="rId57" Type="http://schemas.openxmlformats.org/officeDocument/2006/relationships/image" Target="../media/image40.png"/><Relationship Id="rId262" Type="http://schemas.openxmlformats.org/officeDocument/2006/relationships/customXml" Target="../ink/ink164.xml"/><Relationship Id="rId318" Type="http://schemas.openxmlformats.org/officeDocument/2006/relationships/customXml" Target="../ink/ink192.xml"/><Relationship Id="rId525" Type="http://schemas.openxmlformats.org/officeDocument/2006/relationships/image" Target="../media/image306.png"/><Relationship Id="rId567" Type="http://schemas.openxmlformats.org/officeDocument/2006/relationships/image" Target="../media/image327.png"/><Relationship Id="rId99" Type="http://schemas.openxmlformats.org/officeDocument/2006/relationships/image" Target="../media/image93.png"/><Relationship Id="rId122" Type="http://schemas.openxmlformats.org/officeDocument/2006/relationships/customXml" Target="../ink/ink94.xml"/><Relationship Id="rId164" Type="http://schemas.openxmlformats.org/officeDocument/2006/relationships/customXml" Target="../ink/ink115.xml"/><Relationship Id="rId371" Type="http://schemas.openxmlformats.org/officeDocument/2006/relationships/image" Target="../media/image229.png"/><Relationship Id="rId427" Type="http://schemas.openxmlformats.org/officeDocument/2006/relationships/image" Target="../media/image257.png"/><Relationship Id="rId469" Type="http://schemas.openxmlformats.org/officeDocument/2006/relationships/image" Target="../media/image278.png"/><Relationship Id="rId26" Type="http://schemas.openxmlformats.org/officeDocument/2006/relationships/customXml" Target="../ink/ink46.xml"/><Relationship Id="rId231" Type="http://schemas.openxmlformats.org/officeDocument/2006/relationships/image" Target="../media/image159.png"/><Relationship Id="rId273" Type="http://schemas.openxmlformats.org/officeDocument/2006/relationships/image" Target="../media/image180.png"/><Relationship Id="rId329" Type="http://schemas.openxmlformats.org/officeDocument/2006/relationships/image" Target="../media/image208.png"/><Relationship Id="rId480" Type="http://schemas.openxmlformats.org/officeDocument/2006/relationships/customXml" Target="../ink/ink273.xml"/><Relationship Id="rId536" Type="http://schemas.openxmlformats.org/officeDocument/2006/relationships/customXml" Target="../ink/ink301.xml"/><Relationship Id="rId68" Type="http://schemas.openxmlformats.org/officeDocument/2006/relationships/customXml" Target="../ink/ink67.xml"/><Relationship Id="rId133" Type="http://schemas.openxmlformats.org/officeDocument/2006/relationships/image" Target="../media/image110.png"/><Relationship Id="rId175" Type="http://schemas.openxmlformats.org/officeDocument/2006/relationships/image" Target="../media/image131.png"/><Relationship Id="rId340" Type="http://schemas.openxmlformats.org/officeDocument/2006/relationships/customXml" Target="../ink/ink203.xml"/><Relationship Id="rId200" Type="http://schemas.openxmlformats.org/officeDocument/2006/relationships/customXml" Target="../ink/ink133.xml"/><Relationship Id="rId382" Type="http://schemas.openxmlformats.org/officeDocument/2006/relationships/customXml" Target="../ink/ink224.xml"/><Relationship Id="rId438" Type="http://schemas.openxmlformats.org/officeDocument/2006/relationships/customXml" Target="../ink/ink252.xml"/><Relationship Id="rId242" Type="http://schemas.openxmlformats.org/officeDocument/2006/relationships/customXml" Target="../ink/ink154.xml"/><Relationship Id="rId284" Type="http://schemas.openxmlformats.org/officeDocument/2006/relationships/customXml" Target="../ink/ink175.xml"/><Relationship Id="rId491" Type="http://schemas.openxmlformats.org/officeDocument/2006/relationships/image" Target="../media/image289.png"/><Relationship Id="rId505" Type="http://schemas.openxmlformats.org/officeDocument/2006/relationships/image" Target="../media/image296.png"/><Relationship Id="rId37" Type="http://schemas.openxmlformats.org/officeDocument/2006/relationships/image" Target="../media/image30.png"/><Relationship Id="rId79" Type="http://schemas.openxmlformats.org/officeDocument/2006/relationships/image" Target="../media/image83.png"/><Relationship Id="rId102" Type="http://schemas.openxmlformats.org/officeDocument/2006/relationships/customXml" Target="../ink/ink84.xml"/><Relationship Id="rId144" Type="http://schemas.openxmlformats.org/officeDocument/2006/relationships/customXml" Target="../ink/ink105.xml"/><Relationship Id="rId547" Type="http://schemas.openxmlformats.org/officeDocument/2006/relationships/image" Target="../media/image317.png"/><Relationship Id="rId90" Type="http://schemas.openxmlformats.org/officeDocument/2006/relationships/customXml" Target="../ink/ink78.xml"/><Relationship Id="rId186" Type="http://schemas.openxmlformats.org/officeDocument/2006/relationships/customXml" Target="../ink/ink126.xml"/><Relationship Id="rId351" Type="http://schemas.openxmlformats.org/officeDocument/2006/relationships/image" Target="../media/image219.png"/><Relationship Id="rId393" Type="http://schemas.openxmlformats.org/officeDocument/2006/relationships/image" Target="../media/image240.png"/><Relationship Id="rId407" Type="http://schemas.openxmlformats.org/officeDocument/2006/relationships/image" Target="../media/image247.png"/><Relationship Id="rId449" Type="http://schemas.openxmlformats.org/officeDocument/2006/relationships/image" Target="../media/image268.png"/><Relationship Id="rId211" Type="http://schemas.openxmlformats.org/officeDocument/2006/relationships/image" Target="../media/image149.png"/><Relationship Id="rId253" Type="http://schemas.openxmlformats.org/officeDocument/2006/relationships/image" Target="../media/image170.png"/><Relationship Id="rId295" Type="http://schemas.openxmlformats.org/officeDocument/2006/relationships/image" Target="../media/image191.png"/><Relationship Id="rId309" Type="http://schemas.openxmlformats.org/officeDocument/2006/relationships/image" Target="../media/image198.png"/><Relationship Id="rId460" Type="http://schemas.openxmlformats.org/officeDocument/2006/relationships/customXml" Target="../ink/ink263.xml"/><Relationship Id="rId516" Type="http://schemas.openxmlformats.org/officeDocument/2006/relationships/customXml" Target="../ink/ink291.xml"/><Relationship Id="rId48" Type="http://schemas.openxmlformats.org/officeDocument/2006/relationships/customXml" Target="../ink/ink57.xml"/><Relationship Id="rId113" Type="http://schemas.openxmlformats.org/officeDocument/2006/relationships/image" Target="../media/image100.png"/><Relationship Id="rId320" Type="http://schemas.openxmlformats.org/officeDocument/2006/relationships/customXml" Target="../ink/ink193.xml"/><Relationship Id="rId558" Type="http://schemas.openxmlformats.org/officeDocument/2006/relationships/customXml" Target="../ink/ink312.xml"/><Relationship Id="rId155" Type="http://schemas.openxmlformats.org/officeDocument/2006/relationships/image" Target="../media/image121.png"/><Relationship Id="rId197" Type="http://schemas.openxmlformats.org/officeDocument/2006/relationships/image" Target="../media/image142.png"/><Relationship Id="rId362" Type="http://schemas.openxmlformats.org/officeDocument/2006/relationships/customXml" Target="../ink/ink214.xml"/><Relationship Id="rId418" Type="http://schemas.openxmlformats.org/officeDocument/2006/relationships/customXml" Target="../ink/ink242.xml"/><Relationship Id="rId222" Type="http://schemas.openxmlformats.org/officeDocument/2006/relationships/customXml" Target="../ink/ink144.xml"/><Relationship Id="rId264" Type="http://schemas.openxmlformats.org/officeDocument/2006/relationships/customXml" Target="../ink/ink165.xml"/><Relationship Id="rId471" Type="http://schemas.openxmlformats.org/officeDocument/2006/relationships/image" Target="../media/image279.png"/><Relationship Id="rId17" Type="http://schemas.openxmlformats.org/officeDocument/2006/relationships/image" Target="../media/image20.png"/><Relationship Id="rId59" Type="http://schemas.openxmlformats.org/officeDocument/2006/relationships/image" Target="../media/image41.png"/><Relationship Id="rId124" Type="http://schemas.openxmlformats.org/officeDocument/2006/relationships/customXml" Target="../ink/ink95.xml"/><Relationship Id="rId527" Type="http://schemas.openxmlformats.org/officeDocument/2006/relationships/image" Target="../media/image307.png"/><Relationship Id="rId70" Type="http://schemas.openxmlformats.org/officeDocument/2006/relationships/customXml" Target="../ink/ink68.xml"/><Relationship Id="rId166" Type="http://schemas.openxmlformats.org/officeDocument/2006/relationships/customXml" Target="../ink/ink116.xml"/><Relationship Id="rId331" Type="http://schemas.openxmlformats.org/officeDocument/2006/relationships/image" Target="../media/image209.png"/><Relationship Id="rId373" Type="http://schemas.openxmlformats.org/officeDocument/2006/relationships/image" Target="../media/image230.png"/><Relationship Id="rId429" Type="http://schemas.openxmlformats.org/officeDocument/2006/relationships/image" Target="../media/image258.png"/><Relationship Id="rId1" Type="http://schemas.openxmlformats.org/officeDocument/2006/relationships/slideLayout" Target="../slideLayouts/slideLayout12.xml"/><Relationship Id="rId233" Type="http://schemas.openxmlformats.org/officeDocument/2006/relationships/image" Target="../media/image160.png"/><Relationship Id="rId440" Type="http://schemas.openxmlformats.org/officeDocument/2006/relationships/customXml" Target="../ink/ink253.xml"/><Relationship Id="rId28" Type="http://schemas.openxmlformats.org/officeDocument/2006/relationships/customXml" Target="../ink/ink47.xml"/><Relationship Id="rId275" Type="http://schemas.openxmlformats.org/officeDocument/2006/relationships/image" Target="../media/image181.png"/><Relationship Id="rId300" Type="http://schemas.openxmlformats.org/officeDocument/2006/relationships/customXml" Target="../ink/ink183.xml"/><Relationship Id="rId482" Type="http://schemas.openxmlformats.org/officeDocument/2006/relationships/customXml" Target="../ink/ink274.xml"/><Relationship Id="rId538" Type="http://schemas.openxmlformats.org/officeDocument/2006/relationships/customXml" Target="../ink/ink302.xml"/><Relationship Id="rId81" Type="http://schemas.openxmlformats.org/officeDocument/2006/relationships/image" Target="../media/image84.png"/><Relationship Id="rId135" Type="http://schemas.openxmlformats.org/officeDocument/2006/relationships/image" Target="../media/image111.png"/><Relationship Id="rId177" Type="http://schemas.openxmlformats.org/officeDocument/2006/relationships/image" Target="../media/image132.png"/><Relationship Id="rId342" Type="http://schemas.openxmlformats.org/officeDocument/2006/relationships/customXml" Target="../ink/ink204.xml"/><Relationship Id="rId384" Type="http://schemas.openxmlformats.org/officeDocument/2006/relationships/customXml" Target="../ink/ink225.xml"/><Relationship Id="rId202" Type="http://schemas.openxmlformats.org/officeDocument/2006/relationships/customXml" Target="../ink/ink134.xml"/><Relationship Id="rId244" Type="http://schemas.openxmlformats.org/officeDocument/2006/relationships/customXml" Target="../ink/ink155.xml"/><Relationship Id="rId39" Type="http://schemas.openxmlformats.org/officeDocument/2006/relationships/image" Target="../media/image31.png"/><Relationship Id="rId286" Type="http://schemas.openxmlformats.org/officeDocument/2006/relationships/customXml" Target="../ink/ink176.xml"/><Relationship Id="rId451" Type="http://schemas.openxmlformats.org/officeDocument/2006/relationships/image" Target="../media/image269.png"/><Relationship Id="rId493" Type="http://schemas.openxmlformats.org/officeDocument/2006/relationships/image" Target="../media/image290.png"/><Relationship Id="rId507" Type="http://schemas.openxmlformats.org/officeDocument/2006/relationships/image" Target="../media/image297.png"/><Relationship Id="rId549" Type="http://schemas.openxmlformats.org/officeDocument/2006/relationships/image" Target="../media/image318.png"/><Relationship Id="rId50" Type="http://schemas.openxmlformats.org/officeDocument/2006/relationships/customXml" Target="../ink/ink58.xml"/><Relationship Id="rId104" Type="http://schemas.openxmlformats.org/officeDocument/2006/relationships/customXml" Target="../ink/ink85.xml"/><Relationship Id="rId146" Type="http://schemas.openxmlformats.org/officeDocument/2006/relationships/customXml" Target="../ink/ink106.xml"/><Relationship Id="rId188" Type="http://schemas.openxmlformats.org/officeDocument/2006/relationships/customXml" Target="../ink/ink127.xml"/><Relationship Id="rId311" Type="http://schemas.openxmlformats.org/officeDocument/2006/relationships/image" Target="../media/image199.png"/><Relationship Id="rId353" Type="http://schemas.openxmlformats.org/officeDocument/2006/relationships/image" Target="../media/image220.png"/><Relationship Id="rId395" Type="http://schemas.openxmlformats.org/officeDocument/2006/relationships/image" Target="../media/image241.png"/><Relationship Id="rId409" Type="http://schemas.openxmlformats.org/officeDocument/2006/relationships/image" Target="../media/image248.png"/><Relationship Id="rId560" Type="http://schemas.openxmlformats.org/officeDocument/2006/relationships/customXml" Target="../ink/ink313.xml"/><Relationship Id="rId92" Type="http://schemas.openxmlformats.org/officeDocument/2006/relationships/customXml" Target="../ink/ink79.xml"/><Relationship Id="rId213" Type="http://schemas.openxmlformats.org/officeDocument/2006/relationships/image" Target="../media/image150.png"/><Relationship Id="rId420" Type="http://schemas.openxmlformats.org/officeDocument/2006/relationships/customXml" Target="../ink/ink243.xml"/><Relationship Id="rId255" Type="http://schemas.openxmlformats.org/officeDocument/2006/relationships/image" Target="../media/image171.png"/><Relationship Id="rId297" Type="http://schemas.openxmlformats.org/officeDocument/2006/relationships/image" Target="../media/image192.png"/><Relationship Id="rId462" Type="http://schemas.openxmlformats.org/officeDocument/2006/relationships/customXml" Target="../ink/ink264.xml"/><Relationship Id="rId518" Type="http://schemas.openxmlformats.org/officeDocument/2006/relationships/customXml" Target="../ink/ink292.xml"/><Relationship Id="rId115" Type="http://schemas.openxmlformats.org/officeDocument/2006/relationships/image" Target="../media/image101.png"/><Relationship Id="rId157" Type="http://schemas.openxmlformats.org/officeDocument/2006/relationships/image" Target="../media/image122.png"/><Relationship Id="rId322" Type="http://schemas.openxmlformats.org/officeDocument/2006/relationships/customXml" Target="../ink/ink194.xml"/><Relationship Id="rId364" Type="http://schemas.openxmlformats.org/officeDocument/2006/relationships/customXml" Target="../ink/ink215.xml"/><Relationship Id="rId61" Type="http://schemas.openxmlformats.org/officeDocument/2006/relationships/image" Target="../media/image42.png"/><Relationship Id="rId199" Type="http://schemas.openxmlformats.org/officeDocument/2006/relationships/image" Target="../media/image143.png"/><Relationship Id="rId19" Type="http://schemas.openxmlformats.org/officeDocument/2006/relationships/image" Target="../media/image21.png"/><Relationship Id="rId224" Type="http://schemas.openxmlformats.org/officeDocument/2006/relationships/customXml" Target="../ink/ink145.xml"/><Relationship Id="rId266" Type="http://schemas.openxmlformats.org/officeDocument/2006/relationships/customXml" Target="../ink/ink166.xml"/><Relationship Id="rId431" Type="http://schemas.openxmlformats.org/officeDocument/2006/relationships/image" Target="../media/image259.png"/><Relationship Id="rId473" Type="http://schemas.openxmlformats.org/officeDocument/2006/relationships/image" Target="../media/image280.png"/><Relationship Id="rId529" Type="http://schemas.openxmlformats.org/officeDocument/2006/relationships/image" Target="../media/image308.png"/><Relationship Id="rId30" Type="http://schemas.openxmlformats.org/officeDocument/2006/relationships/customXml" Target="../ink/ink48.xml"/><Relationship Id="rId126" Type="http://schemas.openxmlformats.org/officeDocument/2006/relationships/customXml" Target="../ink/ink96.xml"/><Relationship Id="rId168" Type="http://schemas.openxmlformats.org/officeDocument/2006/relationships/customXml" Target="../ink/ink117.xml"/><Relationship Id="rId333" Type="http://schemas.openxmlformats.org/officeDocument/2006/relationships/image" Target="../media/image210.png"/><Relationship Id="rId540" Type="http://schemas.openxmlformats.org/officeDocument/2006/relationships/customXml" Target="../ink/ink303.xml"/><Relationship Id="rId72" Type="http://schemas.openxmlformats.org/officeDocument/2006/relationships/customXml" Target="../ink/ink69.xml"/><Relationship Id="rId375" Type="http://schemas.openxmlformats.org/officeDocument/2006/relationships/image" Target="../media/image231.png"/><Relationship Id="rId3" Type="http://schemas.openxmlformats.org/officeDocument/2006/relationships/image" Target="../media/image12.png"/><Relationship Id="rId235" Type="http://schemas.openxmlformats.org/officeDocument/2006/relationships/image" Target="../media/image161.png"/><Relationship Id="rId277" Type="http://schemas.openxmlformats.org/officeDocument/2006/relationships/image" Target="../media/image182.png"/><Relationship Id="rId400" Type="http://schemas.openxmlformats.org/officeDocument/2006/relationships/customXml" Target="../ink/ink233.xml"/><Relationship Id="rId442" Type="http://schemas.openxmlformats.org/officeDocument/2006/relationships/customXml" Target="../ink/ink254.xml"/><Relationship Id="rId484" Type="http://schemas.openxmlformats.org/officeDocument/2006/relationships/customXml" Target="../ink/ink275.xml"/><Relationship Id="rId137" Type="http://schemas.openxmlformats.org/officeDocument/2006/relationships/image" Target="../media/image112.png"/><Relationship Id="rId302" Type="http://schemas.openxmlformats.org/officeDocument/2006/relationships/customXml" Target="../ink/ink184.xml"/><Relationship Id="rId344" Type="http://schemas.openxmlformats.org/officeDocument/2006/relationships/customXml" Target="../ink/ink205.xml"/><Relationship Id="rId41" Type="http://schemas.openxmlformats.org/officeDocument/2006/relationships/image" Target="../media/image32.png"/><Relationship Id="rId83" Type="http://schemas.openxmlformats.org/officeDocument/2006/relationships/image" Target="../media/image85.png"/><Relationship Id="rId179" Type="http://schemas.openxmlformats.org/officeDocument/2006/relationships/image" Target="../media/image133.png"/><Relationship Id="rId386" Type="http://schemas.openxmlformats.org/officeDocument/2006/relationships/customXml" Target="../ink/ink226.xml"/><Relationship Id="rId551" Type="http://schemas.openxmlformats.org/officeDocument/2006/relationships/image" Target="../media/image319.png"/><Relationship Id="rId190" Type="http://schemas.openxmlformats.org/officeDocument/2006/relationships/customXml" Target="../ink/ink128.xml"/><Relationship Id="rId204" Type="http://schemas.openxmlformats.org/officeDocument/2006/relationships/customXml" Target="../ink/ink135.xml"/><Relationship Id="rId246" Type="http://schemas.openxmlformats.org/officeDocument/2006/relationships/customXml" Target="../ink/ink156.xml"/><Relationship Id="rId288" Type="http://schemas.openxmlformats.org/officeDocument/2006/relationships/customXml" Target="../ink/ink177.xml"/><Relationship Id="rId411" Type="http://schemas.openxmlformats.org/officeDocument/2006/relationships/image" Target="../media/image249.png"/><Relationship Id="rId453" Type="http://schemas.openxmlformats.org/officeDocument/2006/relationships/image" Target="../media/image270.png"/><Relationship Id="rId509" Type="http://schemas.openxmlformats.org/officeDocument/2006/relationships/image" Target="../media/image298.png"/><Relationship Id="rId106" Type="http://schemas.openxmlformats.org/officeDocument/2006/relationships/customXml" Target="../ink/ink86.xml"/><Relationship Id="rId313" Type="http://schemas.openxmlformats.org/officeDocument/2006/relationships/image" Target="../media/image200.png"/><Relationship Id="rId495" Type="http://schemas.openxmlformats.org/officeDocument/2006/relationships/image" Target="../media/image291.png"/><Relationship Id="rId10" Type="http://schemas.openxmlformats.org/officeDocument/2006/relationships/customXml" Target="../ink/ink38.xml"/><Relationship Id="rId52" Type="http://schemas.openxmlformats.org/officeDocument/2006/relationships/customXml" Target="../ink/ink59.xml"/><Relationship Id="rId94" Type="http://schemas.openxmlformats.org/officeDocument/2006/relationships/customXml" Target="../ink/ink80.xml"/><Relationship Id="rId148" Type="http://schemas.openxmlformats.org/officeDocument/2006/relationships/customXml" Target="../ink/ink107.xml"/><Relationship Id="rId355" Type="http://schemas.openxmlformats.org/officeDocument/2006/relationships/image" Target="../media/image221.png"/><Relationship Id="rId397" Type="http://schemas.openxmlformats.org/officeDocument/2006/relationships/image" Target="../media/image242.png"/><Relationship Id="rId520" Type="http://schemas.openxmlformats.org/officeDocument/2006/relationships/customXml" Target="../ink/ink293.xml"/><Relationship Id="rId562" Type="http://schemas.openxmlformats.org/officeDocument/2006/relationships/customXml" Target="../ink/ink314.xml"/><Relationship Id="rId215" Type="http://schemas.openxmlformats.org/officeDocument/2006/relationships/image" Target="../media/image151.png"/><Relationship Id="rId257" Type="http://schemas.openxmlformats.org/officeDocument/2006/relationships/image" Target="../media/image172.png"/><Relationship Id="rId422" Type="http://schemas.openxmlformats.org/officeDocument/2006/relationships/customXml" Target="../ink/ink244.xml"/><Relationship Id="rId464" Type="http://schemas.openxmlformats.org/officeDocument/2006/relationships/customXml" Target="../ink/ink265.xml"/><Relationship Id="rId299" Type="http://schemas.openxmlformats.org/officeDocument/2006/relationships/image" Target="../media/image193.png"/><Relationship Id="rId63" Type="http://schemas.openxmlformats.org/officeDocument/2006/relationships/image" Target="../media/image43.png"/><Relationship Id="rId159" Type="http://schemas.openxmlformats.org/officeDocument/2006/relationships/image" Target="../media/image123.png"/><Relationship Id="rId366" Type="http://schemas.openxmlformats.org/officeDocument/2006/relationships/customXml" Target="../ink/ink216.xml"/><Relationship Id="rId226" Type="http://schemas.openxmlformats.org/officeDocument/2006/relationships/customXml" Target="../ink/ink146.xml"/><Relationship Id="rId433" Type="http://schemas.openxmlformats.org/officeDocument/2006/relationships/image" Target="../media/image260.png"/><Relationship Id="rId74" Type="http://schemas.openxmlformats.org/officeDocument/2006/relationships/customXml" Target="../ink/ink70.xml"/><Relationship Id="rId377" Type="http://schemas.openxmlformats.org/officeDocument/2006/relationships/image" Target="../media/image232.png"/><Relationship Id="rId500" Type="http://schemas.openxmlformats.org/officeDocument/2006/relationships/customXml" Target="../ink/ink283.xml"/><Relationship Id="rId5" Type="http://schemas.openxmlformats.org/officeDocument/2006/relationships/image" Target="../media/image14.png"/><Relationship Id="rId237" Type="http://schemas.openxmlformats.org/officeDocument/2006/relationships/image" Target="../media/image162.png"/><Relationship Id="rId444" Type="http://schemas.openxmlformats.org/officeDocument/2006/relationships/customXml" Target="../ink/ink255.xml"/><Relationship Id="rId290" Type="http://schemas.openxmlformats.org/officeDocument/2006/relationships/customXml" Target="../ink/ink178.xml"/><Relationship Id="rId304" Type="http://schemas.openxmlformats.org/officeDocument/2006/relationships/customXml" Target="../ink/ink185.xml"/><Relationship Id="rId388" Type="http://schemas.openxmlformats.org/officeDocument/2006/relationships/customXml" Target="../ink/ink227.xml"/><Relationship Id="rId511" Type="http://schemas.openxmlformats.org/officeDocument/2006/relationships/image" Target="../media/image299.png"/><Relationship Id="rId85" Type="http://schemas.openxmlformats.org/officeDocument/2006/relationships/image" Target="../media/image86.png"/><Relationship Id="rId150" Type="http://schemas.openxmlformats.org/officeDocument/2006/relationships/customXml" Target="../ink/ink108.xml"/><Relationship Id="rId248" Type="http://schemas.openxmlformats.org/officeDocument/2006/relationships/customXml" Target="../ink/ink157.xml"/><Relationship Id="rId455" Type="http://schemas.openxmlformats.org/officeDocument/2006/relationships/image" Target="../media/image271.png"/><Relationship Id="rId12" Type="http://schemas.openxmlformats.org/officeDocument/2006/relationships/customXml" Target="../ink/ink39.xml"/><Relationship Id="rId108" Type="http://schemas.openxmlformats.org/officeDocument/2006/relationships/customXml" Target="../ink/ink87.xml"/><Relationship Id="rId315" Type="http://schemas.openxmlformats.org/officeDocument/2006/relationships/image" Target="../media/image201.png"/><Relationship Id="rId522" Type="http://schemas.openxmlformats.org/officeDocument/2006/relationships/customXml" Target="../ink/ink294.xml"/><Relationship Id="rId96" Type="http://schemas.openxmlformats.org/officeDocument/2006/relationships/customXml" Target="../ink/ink81.xml"/><Relationship Id="rId161" Type="http://schemas.openxmlformats.org/officeDocument/2006/relationships/image" Target="../media/image124.png"/><Relationship Id="rId399" Type="http://schemas.openxmlformats.org/officeDocument/2006/relationships/image" Target="../media/image243.png"/><Relationship Id="rId259" Type="http://schemas.openxmlformats.org/officeDocument/2006/relationships/image" Target="../media/image173.png"/><Relationship Id="rId466" Type="http://schemas.openxmlformats.org/officeDocument/2006/relationships/customXml" Target="../ink/ink266.xml"/><Relationship Id="rId23" Type="http://schemas.openxmlformats.org/officeDocument/2006/relationships/image" Target="../media/image23.png"/><Relationship Id="rId119" Type="http://schemas.openxmlformats.org/officeDocument/2006/relationships/image" Target="../media/image103.png"/><Relationship Id="rId326" Type="http://schemas.openxmlformats.org/officeDocument/2006/relationships/customXml" Target="../ink/ink196.xml"/><Relationship Id="rId533" Type="http://schemas.openxmlformats.org/officeDocument/2006/relationships/image" Target="../media/image3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328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3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0.png"/><Relationship Id="rId2" Type="http://schemas.openxmlformats.org/officeDocument/2006/relationships/customXml" Target="../ink/ink31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bin"/><Relationship Id="rId7" Type="http://schemas.openxmlformats.org/officeDocument/2006/relationships/image" Target="../media/image335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4.bin"/><Relationship Id="rId5" Type="http://schemas.openxmlformats.org/officeDocument/2006/relationships/image" Target="../media/image333.bin"/><Relationship Id="rId4" Type="http://schemas.openxmlformats.org/officeDocument/2006/relationships/image" Target="../media/image33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bin"/><Relationship Id="rId3" Type="http://schemas.openxmlformats.org/officeDocument/2006/relationships/image" Target="../media/image331.bin"/><Relationship Id="rId7" Type="http://schemas.openxmlformats.org/officeDocument/2006/relationships/image" Target="../media/image33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8.bin"/><Relationship Id="rId5" Type="http://schemas.openxmlformats.org/officeDocument/2006/relationships/image" Target="../media/image337.bin"/><Relationship Id="rId4" Type="http://schemas.openxmlformats.org/officeDocument/2006/relationships/image" Target="../media/image33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3.bin"/><Relationship Id="rId4" Type="http://schemas.openxmlformats.org/officeDocument/2006/relationships/image" Target="../media/image342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bin"/><Relationship Id="rId3" Type="http://schemas.openxmlformats.org/officeDocument/2006/relationships/image" Target="../media/image344.bin"/><Relationship Id="rId7" Type="http://schemas.openxmlformats.org/officeDocument/2006/relationships/image" Target="../media/image347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7.bin"/><Relationship Id="rId5" Type="http://schemas.openxmlformats.org/officeDocument/2006/relationships/image" Target="../media/image346.bin"/><Relationship Id="rId4" Type="http://schemas.openxmlformats.org/officeDocument/2006/relationships/image" Target="../media/image345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bin"/><Relationship Id="rId3" Type="http://schemas.openxmlformats.org/officeDocument/2006/relationships/image" Target="../media/image349.bin"/><Relationship Id="rId7" Type="http://schemas.openxmlformats.org/officeDocument/2006/relationships/image" Target="../media/image353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2.bin"/><Relationship Id="rId5" Type="http://schemas.openxmlformats.org/officeDocument/2006/relationships/image" Target="../media/image351.bin"/><Relationship Id="rId4" Type="http://schemas.openxmlformats.org/officeDocument/2006/relationships/image" Target="../media/image350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74E24-6EDF-0D33-5CEE-3B06660C7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robot with a hand on his chin&#10;&#10;AI-generated content may be incorrect.">
            <a:extLst>
              <a:ext uri="{FF2B5EF4-FFF2-40B4-BE49-F238E27FC236}">
                <a16:creationId xmlns:a16="http://schemas.microsoft.com/office/drawing/2014/main" id="{C4536083-B6A7-6DE6-8063-4787BEAC5C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7" t="4235" r="4147" b="15766"/>
          <a:stretch>
            <a:fillRect/>
          </a:stretch>
        </p:blipFill>
        <p:spPr>
          <a:xfrm>
            <a:off x="6464521" y="243840"/>
            <a:ext cx="5603654" cy="661416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16B809A-5048-6A55-063B-6E5E996B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818" y="1377869"/>
            <a:ext cx="5761703" cy="183617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Generative AI Architect Program</a:t>
            </a:r>
            <a:endParaRPr lang="en-IN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700D6-B12E-8155-618E-8BDAC102B7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392A5-6AD4-234D-0E20-1E59F44C1418}"/>
              </a:ext>
            </a:extLst>
          </p:cNvPr>
          <p:cNvSpPr txBox="1"/>
          <p:nvPr/>
        </p:nvSpPr>
        <p:spPr>
          <a:xfrm>
            <a:off x="1132222" y="4585142"/>
            <a:ext cx="490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ea typeface="Aptos" panose="020B0004020202020204" pitchFamily="34" charset="0"/>
                <a:cs typeface="Times New Roman" panose="02020603050405020304" pitchFamily="18" charset="0"/>
              </a:rPr>
              <a:t>RAG</a:t>
            </a:r>
            <a:r>
              <a:rPr lang="en-CA" sz="20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-Based Solutions Using Generative AI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2CFABA8-3D73-82FD-9B07-96BD47DF2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22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9BDD4-80A7-767D-75E8-5BF769A7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EA21A4-C3A7-02A8-53EE-E71A52DCCF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  <a:endParaRPr lang="en-IN" dirty="0">
              <a:latin typeface="Calibri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B386A-26DB-5096-F85C-078CAE1F45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Embeddings</a:t>
            </a:r>
            <a:endParaRPr lang="en-IN" dirty="0">
              <a:latin typeface="Calibri (Headings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1A703-DAFE-CCA9-B0A5-783BA3905827}"/>
              </a:ext>
            </a:extLst>
          </p:cNvPr>
          <p:cNvSpPr txBox="1"/>
          <p:nvPr/>
        </p:nvSpPr>
        <p:spPr>
          <a:xfrm>
            <a:off x="556801" y="2433150"/>
            <a:ext cx="6186900" cy="10222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Embeddings are a way to represent complex data like texts, images, or any kind of information into a list of numbers (a vector) that a computer can work with. </a:t>
            </a:r>
          </a:p>
        </p:txBody>
      </p:sp>
      <p:pic>
        <p:nvPicPr>
          <p:cNvPr id="1028" name="Picture 4" descr="OpenAI Embeddings 101: A Perfect Guide For Data Engineers | Airbyte">
            <a:extLst>
              <a:ext uri="{FF2B5EF4-FFF2-40B4-BE49-F238E27FC236}">
                <a16:creationId xmlns:a16="http://schemas.microsoft.com/office/drawing/2014/main" id="{739E060D-CCBC-B6A7-FEE2-54D666F3B8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6" r="6911"/>
          <a:stretch/>
        </p:blipFill>
        <p:spPr bwMode="auto">
          <a:xfrm>
            <a:off x="6743700" y="1634974"/>
            <a:ext cx="4602481" cy="299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311B6896-9E67-7B7F-2683-C9415D1C7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1378443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B31F2-44EB-0326-E5D7-20B69543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666748-6243-3A4E-CE47-CEFD3F6D39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  <a:endParaRPr lang="en-IN" dirty="0">
              <a:latin typeface="Calibri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F7756-2CC8-2319-3E15-712BEA81B8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Vector Embeddings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012D5-C588-C323-FF48-D203B0DD20AA}"/>
              </a:ext>
            </a:extLst>
          </p:cNvPr>
          <p:cNvSpPr txBox="1"/>
          <p:nvPr/>
        </p:nvSpPr>
        <p:spPr>
          <a:xfrm>
            <a:off x="556800" y="2077550"/>
            <a:ext cx="5346160" cy="32843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Vector embeddings are a way of converting items like words, sentences, or even entire documents into a series of numbers (a vector) so that a computer can understand and work with them.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These numbers represent the meaning of the items and their relationship to each other, allowing the computer to perform tasks such as finding similar words or understanding the topic of a document.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B2459-A60C-6880-2537-D946BC8F9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00" y="2690336"/>
            <a:ext cx="4473020" cy="147732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C67D7-4E7E-0E74-F5E1-38D36C831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3615872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5069-F983-8015-9DBB-CACAEA2F4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5AB88A-30ED-76FC-1D13-1B41186E2C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  <a:endParaRPr lang="en-IN" dirty="0">
              <a:latin typeface="Calibri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675B9-7E6E-E92A-07EC-844523F7AF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Text Embeddings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6C3BF-D476-A7E0-2690-D1CDC2827709}"/>
              </a:ext>
            </a:extLst>
          </p:cNvPr>
          <p:cNvSpPr txBox="1"/>
          <p:nvPr/>
        </p:nvSpPr>
        <p:spPr>
          <a:xfrm>
            <a:off x="556800" y="2077550"/>
            <a:ext cx="5346160" cy="32843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 semantic relationship refers to the way words or phrases relate to each other in terms of meaning.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Example: Word2Vec is a popular model for generating word embeddings. If you take words like "king" and "man" and perform vector arithmetic by subtracting "man" from "king" and then adding "woman," you often get a result close to the vector for "queen."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17BAF-5586-F536-09FC-B27B2EA1B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60" y="2077550"/>
            <a:ext cx="5732240" cy="32063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56E976-3ECD-573B-5B34-1C9CDD426293}"/>
                  </a:ext>
                </a:extLst>
              </p14:cNvPr>
              <p14:cNvContentPartPr/>
              <p14:nvPr/>
            </p14:nvContentPartPr>
            <p14:xfrm>
              <a:off x="6306534" y="3007659"/>
              <a:ext cx="277200" cy="51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56E976-3ECD-573B-5B34-1C9CDD4262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97894" y="2999019"/>
                <a:ext cx="2948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FD32E82-1028-A7B3-FB92-C7143F27CB67}"/>
                  </a:ext>
                </a:extLst>
              </p14:cNvPr>
              <p14:cNvContentPartPr/>
              <p14:nvPr/>
            </p14:nvContentPartPr>
            <p14:xfrm>
              <a:off x="6185574" y="3615699"/>
              <a:ext cx="270000" cy="48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FD32E82-1028-A7B3-FB92-C7143F27CB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76934" y="3606699"/>
                <a:ext cx="2876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DFBA092-F993-0BCF-3234-B5EEF3242AC0}"/>
                  </a:ext>
                </a:extLst>
              </p14:cNvPr>
              <p14:cNvContentPartPr/>
              <p14:nvPr/>
            </p14:nvContentPartPr>
            <p14:xfrm>
              <a:off x="6297534" y="4144539"/>
              <a:ext cx="249120" cy="41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DFBA092-F993-0BCF-3234-B5EEF3242A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88534" y="4135539"/>
                <a:ext cx="2667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C1B67FC-8E6F-72F9-B935-C03E4786F664}"/>
                  </a:ext>
                </a:extLst>
              </p14:cNvPr>
              <p14:cNvContentPartPr/>
              <p14:nvPr/>
            </p14:nvContentPartPr>
            <p14:xfrm>
              <a:off x="6204654" y="4657179"/>
              <a:ext cx="387720" cy="61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C1B67FC-8E6F-72F9-B935-C03E4786F6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96014" y="4648539"/>
                <a:ext cx="4053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0575667-D040-03A8-EC1A-9143513942C4}"/>
                  </a:ext>
                </a:extLst>
              </p14:cNvPr>
              <p14:cNvContentPartPr/>
              <p14:nvPr/>
            </p14:nvContentPartPr>
            <p14:xfrm>
              <a:off x="7534134" y="2045379"/>
              <a:ext cx="23760" cy="37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0575667-D040-03A8-EC1A-9143513942C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25494" y="2036379"/>
                <a:ext cx="414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9A36E02-246B-E6E3-07EB-CB735050C647}"/>
                  </a:ext>
                </a:extLst>
              </p14:cNvPr>
              <p14:cNvContentPartPr/>
              <p14:nvPr/>
            </p14:nvContentPartPr>
            <p14:xfrm>
              <a:off x="7682454" y="2236539"/>
              <a:ext cx="12960" cy="23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9A36E02-246B-E6E3-07EB-CB735050C64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73814" y="2227899"/>
                <a:ext cx="306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C11081C-2F4B-59D8-9989-188803CB83B2}"/>
                  </a:ext>
                </a:extLst>
              </p14:cNvPr>
              <p14:cNvContentPartPr/>
              <p14:nvPr/>
            </p14:nvContentPartPr>
            <p14:xfrm>
              <a:off x="9173214" y="2194419"/>
              <a:ext cx="35280" cy="40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C11081C-2F4B-59D8-9989-188803CB83B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64574" y="2185779"/>
                <a:ext cx="5292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83A964D7-85DA-535D-50B3-FCC175D2E651}"/>
              </a:ext>
            </a:extLst>
          </p:cNvPr>
          <p:cNvGrpSpPr/>
          <p:nvPr/>
        </p:nvGrpSpPr>
        <p:grpSpPr>
          <a:xfrm>
            <a:off x="6965334" y="3023859"/>
            <a:ext cx="208080" cy="54720"/>
            <a:chOff x="6965334" y="3023859"/>
            <a:chExt cx="208080" cy="5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4449E0-6A2D-5FB1-3FE1-FAC2B564DD87}"/>
                    </a:ext>
                  </a:extLst>
                </p14:cNvPr>
                <p14:cNvContentPartPr/>
                <p14:nvPr/>
              </p14:nvContentPartPr>
              <p14:xfrm>
                <a:off x="7117614" y="3023859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4449E0-6A2D-5FB1-3FE1-FAC2B564DD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08974" y="301485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3D8D5ED-6C23-A066-2F7C-9D6E7435E903}"/>
                    </a:ext>
                  </a:extLst>
                </p14:cNvPr>
                <p14:cNvContentPartPr/>
                <p14:nvPr/>
              </p14:nvContentPartPr>
              <p14:xfrm>
                <a:off x="6965334" y="3024579"/>
                <a:ext cx="208080" cy="54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3D8D5ED-6C23-A066-2F7C-9D6E7435E90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56694" y="3015579"/>
                  <a:ext cx="22572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1313EBA-CAA8-B4F7-C6E3-8C654505635D}"/>
                  </a:ext>
                </a:extLst>
              </p14:cNvPr>
              <p14:cNvContentPartPr/>
              <p14:nvPr/>
            </p14:nvContentPartPr>
            <p14:xfrm>
              <a:off x="6981534" y="3556299"/>
              <a:ext cx="188280" cy="59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1313EBA-CAA8-B4F7-C6E3-8C654505635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72894" y="3547659"/>
                <a:ext cx="2059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103AE51-D0BE-1222-E70F-2C31E1E5218B}"/>
                  </a:ext>
                </a:extLst>
              </p14:cNvPr>
              <p14:cNvContentPartPr/>
              <p14:nvPr/>
            </p14:nvContentPartPr>
            <p14:xfrm>
              <a:off x="7006374" y="4094499"/>
              <a:ext cx="148680" cy="28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103AE51-D0BE-1222-E70F-2C31E1E521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97734" y="4085859"/>
                <a:ext cx="166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7328878-7901-9728-D9F4-4020F1DEF1D3}"/>
                  </a:ext>
                </a:extLst>
              </p14:cNvPr>
              <p14:cNvContentPartPr/>
              <p14:nvPr/>
            </p14:nvContentPartPr>
            <p14:xfrm>
              <a:off x="6994494" y="4629099"/>
              <a:ext cx="180720" cy="65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7328878-7901-9728-D9F4-4020F1DEF1D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85494" y="4620099"/>
                <a:ext cx="19836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CE0D3AE-160D-B4D6-0E98-EB42AA715B92}"/>
                  </a:ext>
                </a:extLst>
              </p14:cNvPr>
              <p14:cNvContentPartPr/>
              <p14:nvPr/>
            </p14:nvContentPartPr>
            <p14:xfrm>
              <a:off x="7914654" y="2203419"/>
              <a:ext cx="153000" cy="122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CE0D3AE-160D-B4D6-0E98-EB42AA715B9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06014" y="2194779"/>
                <a:ext cx="17064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D2A4B1E-A3ED-EF19-1D47-6318C4270957}"/>
                  </a:ext>
                </a:extLst>
              </p14:cNvPr>
              <p14:cNvContentPartPr/>
              <p14:nvPr/>
            </p14:nvContentPartPr>
            <p14:xfrm>
              <a:off x="7724934" y="3015939"/>
              <a:ext cx="86040" cy="53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D2A4B1E-A3ED-EF19-1D47-6318C427095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716294" y="3007299"/>
                <a:ext cx="10368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D403205-9E16-1301-2A2C-0EB24C1F118E}"/>
                  </a:ext>
                </a:extLst>
              </p14:cNvPr>
              <p14:cNvContentPartPr/>
              <p14:nvPr/>
            </p14:nvContentPartPr>
            <p14:xfrm>
              <a:off x="7626654" y="3544419"/>
              <a:ext cx="173880" cy="69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D403205-9E16-1301-2A2C-0EB24C1F118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17654" y="3535419"/>
                <a:ext cx="1915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8648A46-0674-DB7C-75B0-3F88CB3C7F89}"/>
                  </a:ext>
                </a:extLst>
              </p14:cNvPr>
              <p14:cNvContentPartPr/>
              <p14:nvPr/>
            </p14:nvContentPartPr>
            <p14:xfrm>
              <a:off x="7666974" y="4112859"/>
              <a:ext cx="150120" cy="29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8648A46-0674-DB7C-75B0-3F88CB3C7F8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58334" y="4104219"/>
                <a:ext cx="1677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602A69A-439C-334E-9AB9-156651BEE480}"/>
                  </a:ext>
                </a:extLst>
              </p14:cNvPr>
              <p14:cNvContentPartPr/>
              <p14:nvPr/>
            </p14:nvContentPartPr>
            <p14:xfrm>
              <a:off x="7663014" y="4633419"/>
              <a:ext cx="108360" cy="27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602A69A-439C-334E-9AB9-156651BEE48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654014" y="4624419"/>
                <a:ext cx="12600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A26639CF-0A48-F486-880E-0D356E6EEC79}"/>
              </a:ext>
            </a:extLst>
          </p:cNvPr>
          <p:cNvGrpSpPr/>
          <p:nvPr/>
        </p:nvGrpSpPr>
        <p:grpSpPr>
          <a:xfrm>
            <a:off x="8051454" y="2006859"/>
            <a:ext cx="819720" cy="335880"/>
            <a:chOff x="8051454" y="2006859"/>
            <a:chExt cx="81972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FC7B32E-FA63-4867-A1BC-A66FD8E758A0}"/>
                    </a:ext>
                  </a:extLst>
                </p14:cNvPr>
                <p14:cNvContentPartPr/>
                <p14:nvPr/>
              </p14:nvContentPartPr>
              <p14:xfrm>
                <a:off x="8051454" y="2194419"/>
                <a:ext cx="59400" cy="64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FC7B32E-FA63-4867-A1BC-A66FD8E758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42814" y="2185779"/>
                  <a:ext cx="77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7C93F45-F75A-A704-BD7B-4CB6D7E5DD8F}"/>
                    </a:ext>
                  </a:extLst>
                </p14:cNvPr>
                <p14:cNvContentPartPr/>
                <p14:nvPr/>
              </p14:nvContentPartPr>
              <p14:xfrm>
                <a:off x="8319294" y="2215659"/>
                <a:ext cx="46440" cy="55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7C93F45-F75A-A704-BD7B-4CB6D7E5DD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10294" y="2206659"/>
                  <a:ext cx="64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49642F-3FAF-8135-FA97-4E5DE21CDAD4}"/>
                    </a:ext>
                  </a:extLst>
                </p14:cNvPr>
                <p14:cNvContentPartPr/>
                <p14:nvPr/>
              </p14:nvContentPartPr>
              <p14:xfrm>
                <a:off x="8609454" y="2253099"/>
                <a:ext cx="72360" cy="3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49642F-3FAF-8135-FA97-4E5DE21CDAD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00814" y="2244459"/>
                  <a:ext cx="900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5B40BA3-AE20-882D-61FB-067DFA84F86E}"/>
                    </a:ext>
                  </a:extLst>
                </p14:cNvPr>
                <p14:cNvContentPartPr/>
                <p14:nvPr/>
              </p14:nvContentPartPr>
              <p14:xfrm>
                <a:off x="8817174" y="2287659"/>
                <a:ext cx="54000" cy="43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5B40BA3-AE20-882D-61FB-067DFA84F86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08174" y="2278659"/>
                  <a:ext cx="71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C102C77-69C5-3FD0-516B-2EA704D741FC}"/>
                    </a:ext>
                  </a:extLst>
                </p14:cNvPr>
                <p14:cNvContentPartPr/>
                <p14:nvPr/>
              </p14:nvContentPartPr>
              <p14:xfrm>
                <a:off x="8279694" y="2006859"/>
                <a:ext cx="248760" cy="312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C102C77-69C5-3FD0-516B-2EA704D741F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71054" y="1997859"/>
                  <a:ext cx="2664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94719CE-9EA8-7881-FD92-F71013396133}"/>
                    </a:ext>
                  </a:extLst>
                </p14:cNvPr>
                <p14:cNvContentPartPr/>
                <p14:nvPr/>
              </p14:nvContentPartPr>
              <p14:xfrm>
                <a:off x="8272134" y="2117019"/>
                <a:ext cx="119880" cy="225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94719CE-9EA8-7881-FD92-F710133961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63134" y="2108019"/>
                  <a:ext cx="137520" cy="24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5B7AF65-B49E-7846-674D-31E0A9B33951}"/>
                  </a:ext>
                </a:extLst>
              </p14:cNvPr>
              <p14:cNvContentPartPr/>
              <p14:nvPr/>
            </p14:nvContentPartPr>
            <p14:xfrm>
              <a:off x="7918254" y="2991099"/>
              <a:ext cx="225000" cy="129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5B7AF65-B49E-7846-674D-31E0A9B3395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909254" y="2982459"/>
                <a:ext cx="242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8278FAC-14F2-D10B-277E-D2E7AF489625}"/>
                  </a:ext>
                </a:extLst>
              </p14:cNvPr>
              <p14:cNvContentPartPr/>
              <p14:nvPr/>
            </p14:nvContentPartPr>
            <p14:xfrm>
              <a:off x="8033814" y="4041939"/>
              <a:ext cx="187200" cy="126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8278FAC-14F2-D10B-277E-D2E7AF48962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24814" y="4033299"/>
                <a:ext cx="2048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CC51AC6-B9F6-9409-F81C-FAC992F363EF}"/>
                  </a:ext>
                </a:extLst>
              </p14:cNvPr>
              <p14:cNvContentPartPr/>
              <p14:nvPr/>
            </p14:nvContentPartPr>
            <p14:xfrm>
              <a:off x="8200854" y="2666379"/>
              <a:ext cx="329400" cy="321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CC51AC6-B9F6-9409-F81C-FAC992F363E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192214" y="2657379"/>
                <a:ext cx="347040" cy="33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4686182C-9D89-B403-1171-368A6C50EBAC}"/>
              </a:ext>
            </a:extLst>
          </p:cNvPr>
          <p:cNvGrpSpPr/>
          <p:nvPr/>
        </p:nvGrpSpPr>
        <p:grpSpPr>
          <a:xfrm>
            <a:off x="8132814" y="3236979"/>
            <a:ext cx="454680" cy="457920"/>
            <a:chOff x="8132814" y="3236979"/>
            <a:chExt cx="45468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3D33409-CEBA-C48D-C8CE-85AFDC87831B}"/>
                    </a:ext>
                  </a:extLst>
                </p14:cNvPr>
                <p14:cNvContentPartPr/>
                <p14:nvPr/>
              </p14:nvContentPartPr>
              <p14:xfrm>
                <a:off x="8132814" y="3319059"/>
                <a:ext cx="142200" cy="375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3D33409-CEBA-C48D-C8CE-85AFDC87831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24174" y="3310419"/>
                  <a:ext cx="1598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D5FFC50-CF31-16B8-B8F2-C303E27574CD}"/>
                    </a:ext>
                  </a:extLst>
                </p14:cNvPr>
                <p14:cNvContentPartPr/>
                <p14:nvPr/>
              </p14:nvContentPartPr>
              <p14:xfrm>
                <a:off x="8231454" y="3393579"/>
                <a:ext cx="9000" cy="217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D5FFC50-CF31-16B8-B8F2-C303E27574C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22814" y="3384579"/>
                  <a:ext cx="266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932C19-6EFC-AA12-CD8C-22025C08401C}"/>
                    </a:ext>
                  </a:extLst>
                </p14:cNvPr>
                <p14:cNvContentPartPr/>
                <p14:nvPr/>
              </p14:nvContentPartPr>
              <p14:xfrm>
                <a:off x="8241534" y="3236979"/>
                <a:ext cx="345960" cy="305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932C19-6EFC-AA12-CD8C-22025C08401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32534" y="3228339"/>
                  <a:ext cx="363600" cy="32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856CD3E-36D9-4429-56F6-4456D7ACFC23}"/>
                  </a:ext>
                </a:extLst>
              </p14:cNvPr>
              <p14:cNvContentPartPr/>
              <p14:nvPr/>
            </p14:nvContentPartPr>
            <p14:xfrm>
              <a:off x="8165934" y="3741699"/>
              <a:ext cx="422280" cy="3841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856CD3E-36D9-4429-56F6-4456D7ACFC2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156934" y="3732699"/>
                <a:ext cx="439920" cy="40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DED8629B-997E-5A1A-FFC4-68450065B50C}"/>
              </a:ext>
            </a:extLst>
          </p:cNvPr>
          <p:cNvGrpSpPr/>
          <p:nvPr/>
        </p:nvGrpSpPr>
        <p:grpSpPr>
          <a:xfrm>
            <a:off x="8118054" y="4273779"/>
            <a:ext cx="454680" cy="580320"/>
            <a:chOff x="8118054" y="4273779"/>
            <a:chExt cx="45468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FA9A22-D714-430F-BA46-232C68827C4D}"/>
                    </a:ext>
                  </a:extLst>
                </p14:cNvPr>
                <p14:cNvContentPartPr/>
                <p14:nvPr/>
              </p14:nvContentPartPr>
              <p14:xfrm>
                <a:off x="8170254" y="4402299"/>
                <a:ext cx="42480" cy="404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FA9A22-D714-430F-BA46-232C68827C4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61614" y="4393299"/>
                  <a:ext cx="6012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6346781-30F1-9FCD-C84A-5AC5078A36D0}"/>
                    </a:ext>
                  </a:extLst>
                </p14:cNvPr>
                <p14:cNvContentPartPr/>
                <p14:nvPr/>
              </p14:nvContentPartPr>
              <p14:xfrm>
                <a:off x="8118054" y="4708659"/>
                <a:ext cx="145080" cy="145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6346781-30F1-9FCD-C84A-5AC5078A36D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109054" y="4700019"/>
                  <a:ext cx="162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B05A67A-AFE6-5BA7-C695-0237CB0C96AB}"/>
                    </a:ext>
                  </a:extLst>
                </p14:cNvPr>
                <p14:cNvContentPartPr/>
                <p14:nvPr/>
              </p14:nvContentPartPr>
              <p14:xfrm>
                <a:off x="8238294" y="4273779"/>
                <a:ext cx="334440" cy="374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B05A67A-AFE6-5BA7-C695-0237CB0C96A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229654" y="4265139"/>
                  <a:ext cx="352080" cy="391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2BAB4CB-06B0-ED4D-4427-980B5C140B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1446362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BC2E-3F24-866B-CB94-EBE85235E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390B94-A07C-6FC8-0A39-513AB5B482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  <a:endParaRPr lang="en-IN" dirty="0">
              <a:latin typeface="Calibri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1A313-D558-DE3C-34E1-10C7B93A5D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Role of Vector Database in AI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B932FDD-FCFF-D7DA-90DE-F6248D4E062C}"/>
              </a:ext>
            </a:extLst>
          </p:cNvPr>
          <p:cNvGrpSpPr/>
          <p:nvPr/>
        </p:nvGrpSpPr>
        <p:grpSpPr>
          <a:xfrm>
            <a:off x="556800" y="1785094"/>
            <a:ext cx="6666960" cy="4382026"/>
            <a:chOff x="613833" y="1328134"/>
            <a:chExt cx="5097419" cy="4341778"/>
          </a:xfrm>
        </p:grpSpPr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96EAB492-43D8-8D03-F71F-6F1ECDBB110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36380709"/>
                </p:ext>
              </p:extLst>
            </p:nvPr>
          </p:nvGraphicFramePr>
          <p:xfrm>
            <a:off x="613833" y="1328134"/>
            <a:ext cx="5097419" cy="107721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D79EF0A8-A511-8979-AB92-1678EB8062C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4271080"/>
                </p:ext>
              </p:extLst>
            </p:nvPr>
          </p:nvGraphicFramePr>
          <p:xfrm>
            <a:off x="613833" y="2580468"/>
            <a:ext cx="5097419" cy="107721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graphicFrame>
          <p:nvGraphicFramePr>
            <p:cNvPr id="9" name="Diagram 8">
              <a:extLst>
                <a:ext uri="{FF2B5EF4-FFF2-40B4-BE49-F238E27FC236}">
                  <a16:creationId xmlns:a16="http://schemas.microsoft.com/office/drawing/2014/main" id="{0C1D3A3E-5C4A-42BC-D466-0F719DE7162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93589654"/>
                </p:ext>
              </p:extLst>
            </p:nvPr>
          </p:nvGraphicFramePr>
          <p:xfrm>
            <a:off x="613833" y="3832802"/>
            <a:ext cx="5097419" cy="8309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3" r:lo="rId14" r:qs="rId15" r:cs="rId16"/>
            </a:graphicData>
          </a:graphic>
        </p:graphicFrame>
        <p:graphicFrame>
          <p:nvGraphicFramePr>
            <p:cNvPr id="10" name="Diagram 9">
              <a:extLst>
                <a:ext uri="{FF2B5EF4-FFF2-40B4-BE49-F238E27FC236}">
                  <a16:creationId xmlns:a16="http://schemas.microsoft.com/office/drawing/2014/main" id="{72BC99DB-C5A3-3B99-6BCF-CCA12ECB3C7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4624101"/>
                </p:ext>
              </p:extLst>
            </p:nvPr>
          </p:nvGraphicFramePr>
          <p:xfrm>
            <a:off x="613833" y="4838915"/>
            <a:ext cx="5097419" cy="8309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8" r:lo="rId19" r:qs="rId20" r:cs="rId21"/>
            </a:graphicData>
          </a:graphic>
        </p:graphicFrame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6DBC23C-AC78-9C68-30CF-CFA37EE84F61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0" r="9225" b="3751"/>
          <a:stretch/>
        </p:blipFill>
        <p:spPr>
          <a:xfrm>
            <a:off x="7802881" y="1790234"/>
            <a:ext cx="3566160" cy="427609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06624-0EDA-9A03-3BB2-C879446AC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1064901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79D3-EF4C-9408-DE22-6E26DAD6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391353-DBC7-3133-AF7B-402FBC2F24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  <a:endParaRPr lang="en-IN" dirty="0">
              <a:latin typeface="Calibri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D1C91-F18D-5BFF-CEEF-EE16324E4D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Vector Databases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519EEE-43E7-ED37-BF92-A7106FD214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4578849"/>
              </p:ext>
            </p:extLst>
          </p:nvPr>
        </p:nvGraphicFramePr>
        <p:xfrm>
          <a:off x="612414" y="1804083"/>
          <a:ext cx="10967172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127">
                  <a:extLst>
                    <a:ext uri="{9D8B030D-6E8A-4147-A177-3AD203B41FA5}">
                      <a16:colId xmlns:a16="http://schemas.microsoft.com/office/drawing/2014/main" val="952191738"/>
                    </a:ext>
                  </a:extLst>
                </a:gridCol>
                <a:gridCol w="4551218">
                  <a:extLst>
                    <a:ext uri="{9D8B030D-6E8A-4147-A177-3AD203B41FA5}">
                      <a16:colId xmlns:a16="http://schemas.microsoft.com/office/drawing/2014/main" val="389842494"/>
                    </a:ext>
                  </a:extLst>
                </a:gridCol>
                <a:gridCol w="4540827">
                  <a:extLst>
                    <a:ext uri="{9D8B030D-6E8A-4147-A177-3AD203B41FA5}">
                      <a16:colId xmlns:a16="http://schemas.microsoft.com/office/drawing/2014/main" val="1211851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Vector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Traditional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925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Data Representation</a:t>
                      </a:r>
                    </a:p>
                    <a:p>
                      <a:pPr algn="l"/>
                      <a:endParaRPr lang="en-US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Stores data as high-dimensional vectors, representing complex relationships and similarities between data points.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Stores data in structured formats such as tables with rows and columns, often relying on relational models.</a:t>
                      </a:r>
                    </a:p>
                    <a:p>
                      <a:pPr algn="l"/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85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Querying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Utilizes similarity-based queries, where vectors closely resembling a query vector are retrieved based on distance or similarity metrics.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Typically uses exact matching queries based on specified criteria, such as SQL queries.</a:t>
                      </a:r>
                    </a:p>
                    <a:p>
                      <a:pPr algn="l"/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4355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Data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Capable of handling diverse data types including text, images, audio, and more, by converting them into numerical representations (vectors).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Suited for structured data types like text, numbers, and dates.</a:t>
                      </a:r>
                    </a:p>
                    <a:p>
                      <a:pPr algn="l"/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2829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Indexing &amp;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Utilizes specialized indexing techniques like k-NN, LSH, or HNSW to efficiently retrieve vectors based on similarity metrics.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Relies on indexing methods optimized for structured data, such as B-tree or hash-based indexing.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047946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53812-1813-0A8A-D199-580DD1432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84883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A1033-926F-8036-6F7D-82EA79CF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5C8094-49B5-59E6-87C2-9F7AA8D4AE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Vector Databases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87843-A2B0-F2DC-69C5-E69F75BA14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Pinecone</a:t>
            </a:r>
          </a:p>
        </p:txBody>
      </p:sp>
      <p:pic>
        <p:nvPicPr>
          <p:cNvPr id="5" name="Picture 4" descr="Pinecone exits stealth with $10 million, launches first serverless ...">
            <a:extLst>
              <a:ext uri="{FF2B5EF4-FFF2-40B4-BE49-F238E27FC236}">
                <a16:creationId xmlns:a16="http://schemas.microsoft.com/office/drawing/2014/main" id="{A8A6E2A9-262D-C876-7996-513A9EE7F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084" y="2918608"/>
            <a:ext cx="5159116" cy="129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4C28E6F-D662-446A-EB6A-F0E54DF405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1384272"/>
              </p:ext>
            </p:extLst>
          </p:nvPr>
        </p:nvGraphicFramePr>
        <p:xfrm>
          <a:off x="640080" y="1773238"/>
          <a:ext cx="5273455" cy="4194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6200C-29C8-36A9-E0F3-BF31D992A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3584907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BEA57-8354-9D1E-7DCA-7AFDEB5B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1E3FED-F13D-AA2C-B225-EBB5C1E609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Vector Databases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DF325-A552-EDEA-8238-CC661EBDA0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>
                <a:latin typeface="Calibri (Headings)"/>
              </a:rPr>
              <a:t>Weaviate</a:t>
            </a:r>
            <a:endParaRPr lang="en-US" dirty="0">
              <a:latin typeface="Calibri (Headings)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FA33959-23A8-87AC-D86E-FB14D7B7EFE3}"/>
              </a:ext>
            </a:extLst>
          </p:cNvPr>
          <p:cNvGraphicFramePr/>
          <p:nvPr/>
        </p:nvGraphicFramePr>
        <p:xfrm>
          <a:off x="556800" y="1758316"/>
          <a:ext cx="6260560" cy="4571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Microsoft Azure Marketplace">
            <a:extLst>
              <a:ext uri="{FF2B5EF4-FFF2-40B4-BE49-F238E27FC236}">
                <a16:creationId xmlns:a16="http://schemas.microsoft.com/office/drawing/2014/main" id="{2BC9A212-CAD1-1CCF-5C29-3306C9699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773238"/>
            <a:ext cx="3449515" cy="344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84FD2-3740-C29E-F040-CFDB1903C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2427981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5AB60-BB06-0D05-7A6D-D98F3C47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F9D8EB-33F8-6ED4-01FA-19F870E096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Vector Databases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50706-F6BB-E86F-F8DE-58FFD16FE1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Chroma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C4032C-FB44-66A5-909B-CBEED1C59E08}"/>
              </a:ext>
            </a:extLst>
          </p:cNvPr>
          <p:cNvGrpSpPr/>
          <p:nvPr/>
        </p:nvGrpSpPr>
        <p:grpSpPr>
          <a:xfrm>
            <a:off x="556800" y="1913696"/>
            <a:ext cx="5498306" cy="3801431"/>
            <a:chOff x="795338" y="1517456"/>
            <a:chExt cx="5498306" cy="380143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A390A68-E4C8-DD8A-FA05-24845ACACE42}"/>
                </a:ext>
              </a:extLst>
            </p:cNvPr>
            <p:cNvSpPr/>
            <p:nvPr/>
          </p:nvSpPr>
          <p:spPr>
            <a:xfrm>
              <a:off x="795338" y="1517456"/>
              <a:ext cx="5498306" cy="1718437"/>
            </a:xfrm>
            <a:custGeom>
              <a:avLst/>
              <a:gdLst>
                <a:gd name="connsiteX0" fmla="*/ 0 w 5498306"/>
                <a:gd name="connsiteY0" fmla="*/ 286412 h 1718437"/>
                <a:gd name="connsiteX1" fmla="*/ 286412 w 5498306"/>
                <a:gd name="connsiteY1" fmla="*/ 0 h 1718437"/>
                <a:gd name="connsiteX2" fmla="*/ 5211894 w 5498306"/>
                <a:gd name="connsiteY2" fmla="*/ 0 h 1718437"/>
                <a:gd name="connsiteX3" fmla="*/ 5498306 w 5498306"/>
                <a:gd name="connsiteY3" fmla="*/ 286412 h 1718437"/>
                <a:gd name="connsiteX4" fmla="*/ 5498306 w 5498306"/>
                <a:gd name="connsiteY4" fmla="*/ 1432025 h 1718437"/>
                <a:gd name="connsiteX5" fmla="*/ 5211894 w 5498306"/>
                <a:gd name="connsiteY5" fmla="*/ 1718437 h 1718437"/>
                <a:gd name="connsiteX6" fmla="*/ 286412 w 5498306"/>
                <a:gd name="connsiteY6" fmla="*/ 1718437 h 1718437"/>
                <a:gd name="connsiteX7" fmla="*/ 0 w 5498306"/>
                <a:gd name="connsiteY7" fmla="*/ 1432025 h 1718437"/>
                <a:gd name="connsiteX8" fmla="*/ 0 w 5498306"/>
                <a:gd name="connsiteY8" fmla="*/ 286412 h 171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98306" h="1718437">
                  <a:moveTo>
                    <a:pt x="0" y="286412"/>
                  </a:moveTo>
                  <a:cubicBezTo>
                    <a:pt x="0" y="128231"/>
                    <a:pt x="128231" y="0"/>
                    <a:pt x="286412" y="0"/>
                  </a:cubicBezTo>
                  <a:lnTo>
                    <a:pt x="5211894" y="0"/>
                  </a:lnTo>
                  <a:cubicBezTo>
                    <a:pt x="5370075" y="0"/>
                    <a:pt x="5498306" y="128231"/>
                    <a:pt x="5498306" y="286412"/>
                  </a:cubicBezTo>
                  <a:lnTo>
                    <a:pt x="5498306" y="1432025"/>
                  </a:lnTo>
                  <a:cubicBezTo>
                    <a:pt x="5498306" y="1590206"/>
                    <a:pt x="5370075" y="1718437"/>
                    <a:pt x="5211894" y="1718437"/>
                  </a:cubicBezTo>
                  <a:lnTo>
                    <a:pt x="286412" y="1718437"/>
                  </a:lnTo>
                  <a:cubicBezTo>
                    <a:pt x="128231" y="1718437"/>
                    <a:pt x="0" y="1590206"/>
                    <a:pt x="0" y="1432025"/>
                  </a:cubicBezTo>
                  <a:lnTo>
                    <a:pt x="0" y="286412"/>
                  </a:lnTo>
                  <a:close/>
                </a:path>
              </a:pathLst>
            </a:custGeom>
          </p:spPr>
          <p:style>
            <a:ln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87" tIns="160087" rIns="160087" bIns="160087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rPr>
                <a:t>Chroma is an open-source vector database designed specifically for storing and retrieving high-dimensional vector data.</a:t>
              </a:r>
              <a:endParaRPr lang="en-IN" sz="1400" kern="12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B8F39A0-36CB-F8BF-5D21-B7F25F159157}"/>
                </a:ext>
              </a:extLst>
            </p:cNvPr>
            <p:cNvSpPr/>
            <p:nvPr/>
          </p:nvSpPr>
          <p:spPr>
            <a:xfrm>
              <a:off x="795338" y="3600450"/>
              <a:ext cx="5498306" cy="1718437"/>
            </a:xfrm>
            <a:custGeom>
              <a:avLst/>
              <a:gdLst>
                <a:gd name="connsiteX0" fmla="*/ 0 w 5498306"/>
                <a:gd name="connsiteY0" fmla="*/ 286412 h 1718437"/>
                <a:gd name="connsiteX1" fmla="*/ 286412 w 5498306"/>
                <a:gd name="connsiteY1" fmla="*/ 0 h 1718437"/>
                <a:gd name="connsiteX2" fmla="*/ 5211894 w 5498306"/>
                <a:gd name="connsiteY2" fmla="*/ 0 h 1718437"/>
                <a:gd name="connsiteX3" fmla="*/ 5498306 w 5498306"/>
                <a:gd name="connsiteY3" fmla="*/ 286412 h 1718437"/>
                <a:gd name="connsiteX4" fmla="*/ 5498306 w 5498306"/>
                <a:gd name="connsiteY4" fmla="*/ 1432025 h 1718437"/>
                <a:gd name="connsiteX5" fmla="*/ 5211894 w 5498306"/>
                <a:gd name="connsiteY5" fmla="*/ 1718437 h 1718437"/>
                <a:gd name="connsiteX6" fmla="*/ 286412 w 5498306"/>
                <a:gd name="connsiteY6" fmla="*/ 1718437 h 1718437"/>
                <a:gd name="connsiteX7" fmla="*/ 0 w 5498306"/>
                <a:gd name="connsiteY7" fmla="*/ 1432025 h 1718437"/>
                <a:gd name="connsiteX8" fmla="*/ 0 w 5498306"/>
                <a:gd name="connsiteY8" fmla="*/ 286412 h 171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98306" h="1718437">
                  <a:moveTo>
                    <a:pt x="0" y="286412"/>
                  </a:moveTo>
                  <a:cubicBezTo>
                    <a:pt x="0" y="128231"/>
                    <a:pt x="128231" y="0"/>
                    <a:pt x="286412" y="0"/>
                  </a:cubicBezTo>
                  <a:lnTo>
                    <a:pt x="5211894" y="0"/>
                  </a:lnTo>
                  <a:cubicBezTo>
                    <a:pt x="5370075" y="0"/>
                    <a:pt x="5498306" y="128231"/>
                    <a:pt x="5498306" y="286412"/>
                  </a:cubicBezTo>
                  <a:lnTo>
                    <a:pt x="5498306" y="1432025"/>
                  </a:lnTo>
                  <a:cubicBezTo>
                    <a:pt x="5498306" y="1590206"/>
                    <a:pt x="5370075" y="1718437"/>
                    <a:pt x="5211894" y="1718437"/>
                  </a:cubicBezTo>
                  <a:lnTo>
                    <a:pt x="286412" y="1718437"/>
                  </a:lnTo>
                  <a:cubicBezTo>
                    <a:pt x="128231" y="1718437"/>
                    <a:pt x="0" y="1590206"/>
                    <a:pt x="0" y="1432025"/>
                  </a:cubicBezTo>
                  <a:lnTo>
                    <a:pt x="0" y="286412"/>
                  </a:lnTo>
                  <a:close/>
                </a:path>
              </a:pathLst>
            </a:custGeom>
          </p:spPr>
          <p:style>
            <a:ln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87" tIns="160087" rIns="160087" bIns="160087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rPr>
                <a:t>Unlike traditional relational databases, which struggle with vector representations, Chroma is optimized for vector operations and supports efficient nearest neighbor search, a critical capability for many AI applications.</a:t>
              </a:r>
              <a:endParaRPr lang="en-IN" sz="1400" kern="12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pic>
        <p:nvPicPr>
          <p:cNvPr id="9" name="Picture 12" descr="GenAI Ops Landscape">
            <a:extLst>
              <a:ext uri="{FF2B5EF4-FFF2-40B4-BE49-F238E27FC236}">
                <a16:creationId xmlns:a16="http://schemas.microsoft.com/office/drawing/2014/main" id="{502BBCE4-62E4-327A-019C-060FA4BE7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37" y="2177256"/>
            <a:ext cx="4119719" cy="275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59E23-8635-54F0-56A7-993223E30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601836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46CD-71A2-422B-2574-7B35DA67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56B243-CAB4-E7EA-B85F-7054D36153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Chroma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06871-5125-1CE3-6CA9-A6A8FCFC81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Key Features</a:t>
            </a:r>
          </a:p>
          <a:p>
            <a:endParaRPr lang="en-US" dirty="0">
              <a:latin typeface="Calibri (Headings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B59D34-B567-0DC0-0D28-22D15FC46F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1" y="2589996"/>
            <a:ext cx="4685760" cy="2527554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F710A5F-0363-BB1D-587B-EE18B8B74C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8698328"/>
              </p:ext>
            </p:extLst>
          </p:nvPr>
        </p:nvGraphicFramePr>
        <p:xfrm>
          <a:off x="556800" y="1758316"/>
          <a:ext cx="6260560" cy="4571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ECF5F-BA62-6032-3AA5-E7B51BB5ED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2431938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9DFE-7246-17EE-1D9A-7BFBD703A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1F60C1-D9A6-A5A1-1AF3-322D090F03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Vector Databases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99D28-988B-0D6F-1BBC-EA2A948176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Vectara</a:t>
            </a:r>
          </a:p>
          <a:p>
            <a:endParaRPr lang="en-US" dirty="0">
              <a:latin typeface="Calibri (Headings)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DFF1F08-BFC6-3D13-4651-28BE1A4AF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9576648"/>
              </p:ext>
            </p:extLst>
          </p:nvPr>
        </p:nvGraphicFramePr>
        <p:xfrm>
          <a:off x="556800" y="1930400"/>
          <a:ext cx="7073360" cy="3200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74" name="Picture 2" descr="Language Models ...">
            <a:extLst>
              <a:ext uri="{FF2B5EF4-FFF2-40B4-BE49-F238E27FC236}">
                <a16:creationId xmlns:a16="http://schemas.microsoft.com/office/drawing/2014/main" id="{EF26006D-3BCE-88F8-2687-23A499747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120" y="1988977"/>
            <a:ext cx="3083243" cy="308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A764A-D5B4-4749-459A-644A0868E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1668988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295611-EDCE-BE76-1D67-65ED5AFCFB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Why RAG?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6AD7D-553F-13D4-AD31-DC59B6D95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LLMs come with certain specific challenges/limitations, when it comes to enterprise use: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C52DB-2AD2-DD08-87DC-FFDE811135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marL="525739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Hallucinations</a:t>
            </a:r>
          </a:p>
          <a:p>
            <a:pPr marL="525739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Knowledge Cutoff</a:t>
            </a:r>
          </a:p>
          <a:p>
            <a:pPr marL="765726" lvl="2" indent="-285750">
              <a:buFont typeface="Arial" panose="020B0604020202020204" pitchFamily="34" charset="0"/>
              <a:buChar char="•"/>
            </a:pPr>
            <a:r>
              <a:rPr lang="en-IN" sz="2000" dirty="0"/>
              <a:t>Domain/organization Specificity</a:t>
            </a:r>
          </a:p>
          <a:p>
            <a:pPr marL="1005715" lvl="3" indent="-285750">
              <a:buFont typeface="Arial" panose="020B0604020202020204" pitchFamily="34" charset="0"/>
              <a:buChar char="•"/>
            </a:pPr>
            <a:r>
              <a:rPr lang="en-IN" sz="2000" dirty="0"/>
              <a:t>Fine Tuning/Re-training</a:t>
            </a:r>
          </a:p>
          <a:p>
            <a:pPr marL="1245702" lvl="4" indent="-285750">
              <a:buFont typeface="Arial" panose="020B0604020202020204" pitchFamily="34" charset="0"/>
              <a:buChar char="•"/>
            </a:pPr>
            <a:r>
              <a:rPr lang="en-IN" sz="2000" dirty="0"/>
              <a:t>Knowledge Access Management</a:t>
            </a:r>
          </a:p>
          <a:p>
            <a:pPr marL="765726" lvl="2" indent="-285750">
              <a:buFont typeface="Arial" panose="020B0604020202020204" pitchFamily="34" charset="0"/>
              <a:buChar char="•"/>
            </a:pPr>
            <a:r>
              <a:rPr lang="en-IN" sz="2000" dirty="0"/>
              <a:t>Time Cutoff</a:t>
            </a:r>
          </a:p>
          <a:p>
            <a:pPr marL="525739" lvl="1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0EB3D-D40B-2855-7C82-ED0959A72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831399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AFCED7-94BD-9875-1251-E7F6E30886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39DD1-07B2-A25C-BFB3-8CF78F1DC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IN" dirty="0"/>
              <a:t>Pipeline 1: Data Ingestion pipeline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7B5BCDA-E91D-BBD4-5CA1-1F937762D963}"/>
              </a:ext>
            </a:extLst>
          </p:cNvPr>
          <p:cNvSpPr txBox="1">
            <a:spLocks/>
          </p:cNvSpPr>
          <p:nvPr/>
        </p:nvSpPr>
        <p:spPr>
          <a:xfrm>
            <a:off x="556800" y="3914960"/>
            <a:ext cx="11078400" cy="4542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Nokia Pure Headline Light" panose="020B03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Pipeline 2: Realtime inference pipeline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4106786-FC7E-1444-377A-69A6589866BF}"/>
              </a:ext>
            </a:extLst>
          </p:cNvPr>
          <p:cNvGrpSpPr/>
          <p:nvPr/>
        </p:nvGrpSpPr>
        <p:grpSpPr>
          <a:xfrm>
            <a:off x="456174" y="1628859"/>
            <a:ext cx="826560" cy="1049760"/>
            <a:chOff x="456174" y="1628859"/>
            <a:chExt cx="826560" cy="10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A414894-56C6-F00E-7F68-87003547FA4C}"/>
                    </a:ext>
                  </a:extLst>
                </p14:cNvPr>
                <p14:cNvContentPartPr/>
                <p14:nvPr/>
              </p14:nvContentPartPr>
              <p14:xfrm>
                <a:off x="520974" y="1717779"/>
                <a:ext cx="16560" cy="426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A414894-56C6-F00E-7F68-87003547FA4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1974" y="1708779"/>
                  <a:ext cx="342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956CDF-2370-EA69-AF19-0FCDA210E8AD}"/>
                    </a:ext>
                  </a:extLst>
                </p14:cNvPr>
                <p14:cNvContentPartPr/>
                <p14:nvPr/>
              </p14:nvContentPartPr>
              <p14:xfrm>
                <a:off x="456174" y="1628859"/>
                <a:ext cx="826560" cy="523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956CDF-2370-EA69-AF19-0FCDA210E8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7174" y="1620219"/>
                  <a:ext cx="84420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0B54C6A-51AE-844B-677B-D1100D2CD0BD}"/>
                    </a:ext>
                  </a:extLst>
                </p14:cNvPr>
                <p14:cNvContentPartPr/>
                <p14:nvPr/>
              </p14:nvContentPartPr>
              <p14:xfrm>
                <a:off x="576774" y="1762419"/>
                <a:ext cx="172440" cy="20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0B54C6A-51AE-844B-677B-D1100D2CD0B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8134" y="1753419"/>
                  <a:ext cx="190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4E1C1A5-35AC-F358-302E-CAF199DD0E40}"/>
                    </a:ext>
                  </a:extLst>
                </p14:cNvPr>
                <p14:cNvContentPartPr/>
                <p14:nvPr/>
              </p14:nvContentPartPr>
              <p14:xfrm>
                <a:off x="792774" y="1797339"/>
                <a:ext cx="164160" cy="165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4E1C1A5-35AC-F358-302E-CAF199DD0E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4134" y="1788699"/>
                  <a:ext cx="1818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3055981-DEDB-B2BD-E0C2-F14776A0C391}"/>
                    </a:ext>
                  </a:extLst>
                </p14:cNvPr>
                <p14:cNvContentPartPr/>
                <p14:nvPr/>
              </p14:nvContentPartPr>
              <p14:xfrm>
                <a:off x="945054" y="1800219"/>
                <a:ext cx="125280" cy="135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3055981-DEDB-B2BD-E0C2-F14776A0C3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6414" y="1791219"/>
                  <a:ext cx="142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7198EAF-D4F6-7B9F-CC96-4B8531BC2117}"/>
                    </a:ext>
                  </a:extLst>
                </p14:cNvPr>
                <p14:cNvContentPartPr/>
                <p14:nvPr/>
              </p14:nvContentPartPr>
              <p14:xfrm>
                <a:off x="972774" y="1883739"/>
                <a:ext cx="98280" cy="19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7198EAF-D4F6-7B9F-CC96-4B8531BC211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3774" y="1874739"/>
                  <a:ext cx="115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A66BA2-30CB-BB34-341B-1EF29C94B76B}"/>
                    </a:ext>
                  </a:extLst>
                </p14:cNvPr>
                <p14:cNvContentPartPr/>
                <p14:nvPr/>
              </p14:nvContentPartPr>
              <p14:xfrm>
                <a:off x="511614" y="2292339"/>
                <a:ext cx="29520" cy="315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A66BA2-30CB-BB34-341B-1EF29C94B7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2974" y="2283699"/>
                  <a:ext cx="471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C3FCD5-E69D-A155-C962-88C774343417}"/>
                    </a:ext>
                  </a:extLst>
                </p14:cNvPr>
                <p14:cNvContentPartPr/>
                <p14:nvPr/>
              </p14:nvContentPartPr>
              <p14:xfrm>
                <a:off x="511974" y="2245539"/>
                <a:ext cx="743040" cy="43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C3FCD5-E69D-A155-C962-88C7743434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2974" y="2236539"/>
                  <a:ext cx="76068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915367-0BFF-34F8-EEBD-8F878AC0C9DE}"/>
                    </a:ext>
                  </a:extLst>
                </p14:cNvPr>
                <p14:cNvContentPartPr/>
                <p14:nvPr/>
              </p14:nvContentPartPr>
              <p14:xfrm>
                <a:off x="634374" y="2365059"/>
                <a:ext cx="143640" cy="190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915367-0BFF-34F8-EEBD-8F878AC0C9D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5374" y="2356059"/>
                  <a:ext cx="1612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C63EFD1-3BCC-2D0F-4024-326B31116F6C}"/>
                    </a:ext>
                  </a:extLst>
                </p14:cNvPr>
                <p14:cNvContentPartPr/>
                <p14:nvPr/>
              </p14:nvContentPartPr>
              <p14:xfrm>
                <a:off x="765054" y="2387739"/>
                <a:ext cx="118440" cy="182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C63EFD1-3BCC-2D0F-4024-326B31116F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6414" y="2379099"/>
                  <a:ext cx="136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E33B26A-3D33-EA75-FC7E-460508B2EBCB}"/>
                    </a:ext>
                  </a:extLst>
                </p14:cNvPr>
                <p14:cNvContentPartPr/>
                <p14:nvPr/>
              </p14:nvContentPartPr>
              <p14:xfrm>
                <a:off x="975654" y="2389179"/>
                <a:ext cx="9720" cy="159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E33B26A-3D33-EA75-FC7E-460508B2EB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6654" y="2380539"/>
                  <a:ext cx="273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0699E93-1B88-AB3B-0EB1-6A509DFE8DE6}"/>
                    </a:ext>
                  </a:extLst>
                </p14:cNvPr>
                <p14:cNvContentPartPr/>
                <p14:nvPr/>
              </p14:nvContentPartPr>
              <p14:xfrm>
                <a:off x="898974" y="2378019"/>
                <a:ext cx="172800" cy="30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0699E93-1B88-AB3B-0EB1-6A509DFE8DE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0334" y="2369019"/>
                  <a:ext cx="1904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1D52D8-8B70-BB4E-7174-8BE1186CA766}"/>
              </a:ext>
            </a:extLst>
          </p:cNvPr>
          <p:cNvGrpSpPr/>
          <p:nvPr/>
        </p:nvGrpSpPr>
        <p:grpSpPr>
          <a:xfrm>
            <a:off x="440694" y="2852139"/>
            <a:ext cx="823680" cy="731880"/>
            <a:chOff x="440694" y="2852139"/>
            <a:chExt cx="823680" cy="73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FB06C2-B8BF-0686-B42A-A1090E1B56A6}"/>
                    </a:ext>
                  </a:extLst>
                </p14:cNvPr>
                <p14:cNvContentPartPr/>
                <p14:nvPr/>
              </p14:nvContentPartPr>
              <p14:xfrm>
                <a:off x="440694" y="2852139"/>
                <a:ext cx="823680" cy="731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FB06C2-B8BF-0686-B42A-A1090E1B56A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2054" y="2843139"/>
                  <a:ext cx="84132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EB8EC5-1EAB-1217-9D4E-1BB440196483}"/>
                    </a:ext>
                  </a:extLst>
                </p14:cNvPr>
                <p14:cNvContentPartPr/>
                <p14:nvPr/>
              </p14:nvContentPartPr>
              <p14:xfrm>
                <a:off x="518454" y="3077859"/>
                <a:ext cx="217080" cy="134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EB8EC5-1EAB-1217-9D4E-1BB4401964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814" y="3069219"/>
                  <a:ext cx="2347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0EBE8B0-70E0-9D01-F0BA-498E46C19042}"/>
                    </a:ext>
                  </a:extLst>
                </p14:cNvPr>
                <p14:cNvContentPartPr/>
                <p14:nvPr/>
              </p14:nvContentPartPr>
              <p14:xfrm>
                <a:off x="742734" y="3103419"/>
                <a:ext cx="71640" cy="112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0EBE8B0-70E0-9D01-F0BA-498E46C190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3734" y="3094779"/>
                  <a:ext cx="892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F3EDA7-FC32-4E61-3C04-2FA6E8F57BA8}"/>
                    </a:ext>
                  </a:extLst>
                </p14:cNvPr>
                <p14:cNvContentPartPr/>
                <p14:nvPr/>
              </p14:nvContentPartPr>
              <p14:xfrm>
                <a:off x="889254" y="3002619"/>
                <a:ext cx="139320" cy="215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F3EDA7-FC32-4E61-3C04-2FA6E8F57BA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0254" y="2993979"/>
                  <a:ext cx="15696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748DD6B6-F5D9-595C-78A2-868A57E5B676}"/>
              </a:ext>
            </a:extLst>
          </p:cNvPr>
          <p:cNvGrpSpPr/>
          <p:nvPr/>
        </p:nvGrpSpPr>
        <p:grpSpPr>
          <a:xfrm>
            <a:off x="3578814" y="1674219"/>
            <a:ext cx="997200" cy="583920"/>
            <a:chOff x="3578814" y="1674219"/>
            <a:chExt cx="997200" cy="58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12D671A-790A-222F-8C94-A12536E75F75}"/>
                    </a:ext>
                  </a:extLst>
                </p14:cNvPr>
                <p14:cNvContentPartPr/>
                <p14:nvPr/>
              </p14:nvContentPartPr>
              <p14:xfrm>
                <a:off x="3601134" y="1701579"/>
                <a:ext cx="28440" cy="522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12D671A-790A-222F-8C94-A12536E75F7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83494" y="1683579"/>
                  <a:ext cx="6408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FBE06F0-3A74-EFEE-1C8D-317654B0878C}"/>
                    </a:ext>
                  </a:extLst>
                </p14:cNvPr>
                <p14:cNvContentPartPr/>
                <p14:nvPr/>
              </p14:nvContentPartPr>
              <p14:xfrm>
                <a:off x="3578814" y="1674219"/>
                <a:ext cx="524880" cy="583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FBE06F0-3A74-EFEE-1C8D-317654B0878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61174" y="1656579"/>
                  <a:ext cx="56052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619908E-C03B-5064-F8AE-35A8A1C12437}"/>
                    </a:ext>
                  </a:extLst>
                </p14:cNvPr>
                <p14:cNvContentPartPr/>
                <p14:nvPr/>
              </p14:nvContentPartPr>
              <p14:xfrm>
                <a:off x="3713454" y="1799859"/>
                <a:ext cx="203760" cy="26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619908E-C03B-5064-F8AE-35A8A1C1243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95814" y="1782219"/>
                  <a:ext cx="239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093258D-332D-21CA-D2D1-CD7A0E489D4D}"/>
                    </a:ext>
                  </a:extLst>
                </p14:cNvPr>
                <p14:cNvContentPartPr/>
                <p14:nvPr/>
              </p14:nvContentPartPr>
              <p14:xfrm>
                <a:off x="3737934" y="1886979"/>
                <a:ext cx="218880" cy="18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093258D-332D-21CA-D2D1-CD7A0E489D4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20294" y="1868979"/>
                  <a:ext cx="254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BE24A11-9C8E-2EC7-C55E-9572877A2F12}"/>
                    </a:ext>
                  </a:extLst>
                </p14:cNvPr>
                <p14:cNvContentPartPr/>
                <p14:nvPr/>
              </p14:nvContentPartPr>
              <p14:xfrm>
                <a:off x="3735774" y="1989579"/>
                <a:ext cx="141840" cy="11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BE24A11-9C8E-2EC7-C55E-9572877A2F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18134" y="1971939"/>
                  <a:ext cx="1774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3FCD68-8F14-69C1-337F-BD709D283BD3}"/>
                    </a:ext>
                  </a:extLst>
                </p14:cNvPr>
                <p14:cNvContentPartPr/>
                <p14:nvPr/>
              </p14:nvContentPartPr>
              <p14:xfrm>
                <a:off x="3678894" y="2110899"/>
                <a:ext cx="212040" cy="14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3FCD68-8F14-69C1-337F-BD709D283BD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60894" y="2093259"/>
                  <a:ext cx="247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2A1CB0-0D2D-0923-DFC5-B201B3735DD5}"/>
                    </a:ext>
                  </a:extLst>
                </p14:cNvPr>
                <p14:cNvContentPartPr/>
                <p14:nvPr/>
              </p14:nvContentPartPr>
              <p14:xfrm>
                <a:off x="4211694" y="1802379"/>
                <a:ext cx="87840" cy="401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2A1CB0-0D2D-0923-DFC5-B201B3735D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93694" y="1784739"/>
                  <a:ext cx="1234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9458409-674B-9862-8071-F9391A0D0B75}"/>
                    </a:ext>
                  </a:extLst>
                </p14:cNvPr>
                <p14:cNvContentPartPr/>
                <p14:nvPr/>
              </p14:nvContentPartPr>
              <p14:xfrm>
                <a:off x="4209894" y="1735419"/>
                <a:ext cx="366120" cy="482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9458409-674B-9862-8071-F9391A0D0B7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92254" y="1717419"/>
                  <a:ext cx="40176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27742F6-065D-95BE-5106-EF5B8CA0C52F}"/>
                    </a:ext>
                  </a:extLst>
                </p14:cNvPr>
                <p14:cNvContentPartPr/>
                <p14:nvPr/>
              </p14:nvContentPartPr>
              <p14:xfrm>
                <a:off x="4343454" y="1899219"/>
                <a:ext cx="178920" cy="24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27742F6-065D-95BE-5106-EF5B8CA0C52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25454" y="1881579"/>
                  <a:ext cx="214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444DB08-7510-576F-9850-CB8A8CAF4216}"/>
                    </a:ext>
                  </a:extLst>
                </p14:cNvPr>
                <p14:cNvContentPartPr/>
                <p14:nvPr/>
              </p14:nvContentPartPr>
              <p14:xfrm>
                <a:off x="4359654" y="1974459"/>
                <a:ext cx="164160" cy="4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444DB08-7510-576F-9850-CB8A8CAF421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42014" y="1956459"/>
                  <a:ext cx="199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4DC34E-3A82-050C-8141-F9177F7289ED}"/>
                    </a:ext>
                  </a:extLst>
                </p14:cNvPr>
                <p14:cNvContentPartPr/>
                <p14:nvPr/>
              </p14:nvContentPartPr>
              <p14:xfrm>
                <a:off x="4343094" y="2066619"/>
                <a:ext cx="151920" cy="10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4DC34E-3A82-050C-8141-F9177F7289E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25454" y="2048619"/>
                  <a:ext cx="187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F26174A-96C5-8C29-DCED-16BAC7132BD7}"/>
                    </a:ext>
                  </a:extLst>
                </p14:cNvPr>
                <p14:cNvContentPartPr/>
                <p14:nvPr/>
              </p14:nvContentPartPr>
              <p14:xfrm>
                <a:off x="4356774" y="2136459"/>
                <a:ext cx="84600" cy="11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F26174A-96C5-8C29-DCED-16BAC7132BD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39134" y="2118819"/>
                  <a:ext cx="12024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E16EEEE2-BE5D-86F4-CC02-7DD98EAA62D5}"/>
              </a:ext>
            </a:extLst>
          </p:cNvPr>
          <p:cNvGrpSpPr/>
          <p:nvPr/>
        </p:nvGrpSpPr>
        <p:grpSpPr>
          <a:xfrm>
            <a:off x="3523014" y="2425539"/>
            <a:ext cx="795960" cy="450000"/>
            <a:chOff x="3523014" y="2425539"/>
            <a:chExt cx="79596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BD6322B-B42E-BB4D-F444-4267972565DE}"/>
                    </a:ext>
                  </a:extLst>
                </p14:cNvPr>
                <p14:cNvContentPartPr/>
                <p14:nvPr/>
              </p14:nvContentPartPr>
              <p14:xfrm>
                <a:off x="3523014" y="2450019"/>
                <a:ext cx="316440" cy="423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BD6322B-B42E-BB4D-F444-4267972565D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05014" y="2432019"/>
                  <a:ext cx="3520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51863CA-5E22-0773-63E7-32128B100775}"/>
                    </a:ext>
                  </a:extLst>
                </p14:cNvPr>
                <p14:cNvContentPartPr/>
                <p14:nvPr/>
              </p14:nvContentPartPr>
              <p14:xfrm>
                <a:off x="3601494" y="2560899"/>
                <a:ext cx="156600" cy="3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51863CA-5E22-0773-63E7-32128B10077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83494" y="2543259"/>
                  <a:ext cx="192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3F74BF3-0006-4B99-3220-CD6B5C2692AE}"/>
                    </a:ext>
                  </a:extLst>
                </p14:cNvPr>
                <p14:cNvContentPartPr/>
                <p14:nvPr/>
              </p14:nvContentPartPr>
              <p14:xfrm>
                <a:off x="3650094" y="2631459"/>
                <a:ext cx="108360" cy="11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3F74BF3-0006-4B99-3220-CD6B5C2692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32094" y="2613819"/>
                  <a:ext cx="144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FCBCC2D-7D52-54B7-47E9-89608EFA7C7E}"/>
                    </a:ext>
                  </a:extLst>
                </p14:cNvPr>
                <p14:cNvContentPartPr/>
                <p14:nvPr/>
              </p14:nvContentPartPr>
              <p14:xfrm>
                <a:off x="3638934" y="2734059"/>
                <a:ext cx="79920" cy="20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FCBCC2D-7D52-54B7-47E9-89608EFA7C7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20934" y="2716059"/>
                  <a:ext cx="115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7A665C8-8012-98FE-FA03-AA70141CB1F4}"/>
                    </a:ext>
                  </a:extLst>
                </p14:cNvPr>
                <p14:cNvContentPartPr/>
                <p14:nvPr/>
              </p14:nvContentPartPr>
              <p14:xfrm>
                <a:off x="3661614" y="2800659"/>
                <a:ext cx="89280" cy="9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7A665C8-8012-98FE-FA03-AA70141CB1F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43614" y="2783019"/>
                  <a:ext cx="124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26B72E-E548-C93B-D427-8006325FC4CA}"/>
                    </a:ext>
                  </a:extLst>
                </p14:cNvPr>
                <p14:cNvContentPartPr/>
                <p14:nvPr/>
              </p14:nvContentPartPr>
              <p14:xfrm>
                <a:off x="3995334" y="2519859"/>
                <a:ext cx="50400" cy="318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26B72E-E548-C93B-D427-8006325FC4C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77694" y="2501859"/>
                  <a:ext cx="860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BE3F827E-5B8B-B095-C004-3B9A7C66B22D}"/>
                    </a:ext>
                  </a:extLst>
                </p14:cNvPr>
                <p14:cNvContentPartPr/>
                <p14:nvPr/>
              </p14:nvContentPartPr>
              <p14:xfrm>
                <a:off x="4059414" y="2425539"/>
                <a:ext cx="259560" cy="4500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BE3F827E-5B8B-B095-C004-3B9A7C66B22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41414" y="2407539"/>
                  <a:ext cx="2952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972742D2-AA41-A163-43DF-252D1E52A5AE}"/>
                    </a:ext>
                  </a:extLst>
                </p14:cNvPr>
                <p14:cNvContentPartPr/>
                <p14:nvPr/>
              </p14:nvContentPartPr>
              <p14:xfrm>
                <a:off x="4131414" y="2549379"/>
                <a:ext cx="135000" cy="1620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972742D2-AA41-A163-43DF-252D1E52A5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13414" y="2531739"/>
                  <a:ext cx="170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A7763421-FC9E-9EDA-1524-37536DD225C9}"/>
                    </a:ext>
                  </a:extLst>
                </p14:cNvPr>
                <p14:cNvContentPartPr/>
                <p14:nvPr/>
              </p14:nvContentPartPr>
              <p14:xfrm>
                <a:off x="4122414" y="2627139"/>
                <a:ext cx="155160" cy="972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A7763421-FC9E-9EDA-1524-37536DD225C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04774" y="2609139"/>
                  <a:ext cx="190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C8EC2EAE-38CB-2955-DA76-68C40DC5EF45}"/>
                    </a:ext>
                  </a:extLst>
                </p14:cNvPr>
                <p14:cNvContentPartPr/>
                <p14:nvPr/>
              </p14:nvContentPartPr>
              <p14:xfrm>
                <a:off x="4119534" y="2708499"/>
                <a:ext cx="112680" cy="201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C8EC2EAE-38CB-2955-DA76-68C40DC5EF4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01894" y="2690499"/>
                  <a:ext cx="148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710E97B5-B298-FBBF-8950-E8EF03DBB9F5}"/>
                    </a:ext>
                  </a:extLst>
                </p14:cNvPr>
                <p14:cNvContentPartPr/>
                <p14:nvPr/>
              </p14:nvContentPartPr>
              <p14:xfrm>
                <a:off x="4101534" y="2788779"/>
                <a:ext cx="116640" cy="1512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710E97B5-B298-FBBF-8950-E8EF03DBB9F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83534" y="2770779"/>
                  <a:ext cx="1522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3" name="Group 482">
            <a:extLst>
              <a:ext uri="{FF2B5EF4-FFF2-40B4-BE49-F238E27FC236}">
                <a16:creationId xmlns:a16="http://schemas.microsoft.com/office/drawing/2014/main" id="{2740E4DB-44BB-8070-1E89-506B2B8FBB4E}"/>
              </a:ext>
            </a:extLst>
          </p:cNvPr>
          <p:cNvGrpSpPr/>
          <p:nvPr/>
        </p:nvGrpSpPr>
        <p:grpSpPr>
          <a:xfrm>
            <a:off x="3463254" y="3014499"/>
            <a:ext cx="820080" cy="519120"/>
            <a:chOff x="3463254" y="3014499"/>
            <a:chExt cx="820080" cy="51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30C80575-4772-4109-EB20-A439153BF3BC}"/>
                    </a:ext>
                  </a:extLst>
                </p14:cNvPr>
                <p14:cNvContentPartPr/>
                <p14:nvPr/>
              </p14:nvContentPartPr>
              <p14:xfrm>
                <a:off x="3463254" y="3014499"/>
                <a:ext cx="293040" cy="5068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30C80575-4772-4109-EB20-A439153BF3B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45254" y="2996499"/>
                  <a:ext cx="32868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98537FAF-0ACA-C846-4606-B006F092CE85}"/>
                    </a:ext>
                  </a:extLst>
                </p14:cNvPr>
                <p14:cNvContentPartPr/>
                <p14:nvPr/>
              </p14:nvContentPartPr>
              <p14:xfrm>
                <a:off x="3510774" y="3127899"/>
                <a:ext cx="154800" cy="486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98537FAF-0ACA-C846-4606-B006F092CE8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92774" y="3109899"/>
                  <a:ext cx="1904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7CE12FBB-F20F-ABBB-85F6-4992E9606B04}"/>
                    </a:ext>
                  </a:extLst>
                </p14:cNvPr>
                <p14:cNvContentPartPr/>
                <p14:nvPr/>
              </p14:nvContentPartPr>
              <p14:xfrm>
                <a:off x="3551454" y="3216819"/>
                <a:ext cx="132480" cy="1764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7CE12FBB-F20F-ABBB-85F6-4992E9606B0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33814" y="3198819"/>
                  <a:ext cx="168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5CB97B70-8390-0063-FD32-1DE2FF3F4955}"/>
                    </a:ext>
                  </a:extLst>
                </p14:cNvPr>
                <p14:cNvContentPartPr/>
                <p14:nvPr/>
              </p14:nvContentPartPr>
              <p14:xfrm>
                <a:off x="3541734" y="3304659"/>
                <a:ext cx="92160" cy="1368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5CB97B70-8390-0063-FD32-1DE2FF3F495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23734" y="3287019"/>
                  <a:ext cx="127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B459FFF-8FD3-172B-03BE-985C5B66CA5C}"/>
                    </a:ext>
                  </a:extLst>
                </p14:cNvPr>
                <p14:cNvContentPartPr/>
                <p14:nvPr/>
              </p14:nvContentPartPr>
              <p14:xfrm>
                <a:off x="3538134" y="3360099"/>
                <a:ext cx="139320" cy="342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B459FFF-8FD3-172B-03BE-985C5B66CA5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20494" y="3342099"/>
                  <a:ext cx="174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CCFDB5FA-F368-D9A4-1EA2-FECA080C1843}"/>
                    </a:ext>
                  </a:extLst>
                </p14:cNvPr>
                <p14:cNvContentPartPr/>
                <p14:nvPr/>
              </p14:nvContentPartPr>
              <p14:xfrm>
                <a:off x="3956094" y="3186219"/>
                <a:ext cx="19440" cy="29520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CCFDB5FA-F368-D9A4-1EA2-FECA080C18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38454" y="3168579"/>
                  <a:ext cx="550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98C2D1C3-9AFE-9423-5018-D4D6C1AE73B7}"/>
                    </a:ext>
                  </a:extLst>
                </p14:cNvPr>
                <p14:cNvContentPartPr/>
                <p14:nvPr/>
              </p14:nvContentPartPr>
              <p14:xfrm>
                <a:off x="4000734" y="3064179"/>
                <a:ext cx="282600" cy="46944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98C2D1C3-9AFE-9423-5018-D4D6C1AE73B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82734" y="3046179"/>
                  <a:ext cx="31824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78E8EA9C-42DD-FB03-FE95-D62C5B851C8B}"/>
                    </a:ext>
                  </a:extLst>
                </p14:cNvPr>
                <p14:cNvContentPartPr/>
                <p14:nvPr/>
              </p14:nvContentPartPr>
              <p14:xfrm>
                <a:off x="4071654" y="3186939"/>
                <a:ext cx="137520" cy="1404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78E8EA9C-42DD-FB03-FE95-D62C5B851C8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53654" y="3168939"/>
                  <a:ext cx="173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B8DDB088-D8E4-C144-0D82-42A959F372EA}"/>
                    </a:ext>
                  </a:extLst>
                </p14:cNvPr>
                <p14:cNvContentPartPr/>
                <p14:nvPr/>
              </p14:nvContentPartPr>
              <p14:xfrm>
                <a:off x="4065534" y="3281619"/>
                <a:ext cx="118800" cy="97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B8DDB088-D8E4-C144-0D82-42A959F372E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47534" y="3263619"/>
                  <a:ext cx="1544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BA87690C-D7ED-0325-C829-88E36EE1650D}"/>
                    </a:ext>
                  </a:extLst>
                </p14:cNvPr>
                <p14:cNvContentPartPr/>
                <p14:nvPr/>
              </p14:nvContentPartPr>
              <p14:xfrm>
                <a:off x="4086414" y="3355779"/>
                <a:ext cx="52200" cy="64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BA87690C-D7ED-0325-C829-88E36EE1650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68774" y="3337779"/>
                  <a:ext cx="87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3B9590C0-384F-4AA7-427D-EF12FED9E42B}"/>
                    </a:ext>
                  </a:extLst>
                </p14:cNvPr>
                <p14:cNvContentPartPr/>
                <p14:nvPr/>
              </p14:nvContentPartPr>
              <p14:xfrm>
                <a:off x="4113414" y="3431379"/>
                <a:ext cx="61920" cy="864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3B9590C0-384F-4AA7-427D-EF12FED9E42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95774" y="3413739"/>
                  <a:ext cx="9756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4BFA3B8-DC1C-0B6B-39F0-2DFE3792B4AF}"/>
              </a:ext>
            </a:extLst>
          </p:cNvPr>
          <p:cNvGrpSpPr/>
          <p:nvPr/>
        </p:nvGrpSpPr>
        <p:grpSpPr>
          <a:xfrm>
            <a:off x="4520214" y="2488899"/>
            <a:ext cx="1031400" cy="671040"/>
            <a:chOff x="4520214" y="2488899"/>
            <a:chExt cx="103140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E34CF2E9-9526-5762-B9FB-65E6000172B9}"/>
                    </a:ext>
                  </a:extLst>
                </p14:cNvPr>
                <p14:cNvContentPartPr/>
                <p14:nvPr/>
              </p14:nvContentPartPr>
              <p14:xfrm>
                <a:off x="4520214" y="2488899"/>
                <a:ext cx="332280" cy="12492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E34CF2E9-9526-5762-B9FB-65E6000172B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14094" y="2482779"/>
                  <a:ext cx="3445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62429BAB-1E78-BE6B-24F8-EB04AD21E5F8}"/>
                    </a:ext>
                  </a:extLst>
                </p14:cNvPr>
                <p14:cNvContentPartPr/>
                <p14:nvPr/>
              </p14:nvContentPartPr>
              <p14:xfrm>
                <a:off x="4733694" y="2690859"/>
                <a:ext cx="93600" cy="18072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62429BAB-1E78-BE6B-24F8-EB04AD21E5F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27574" y="2684739"/>
                  <a:ext cx="105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6B338A-9797-F324-74E5-B3F7F20525DA}"/>
                    </a:ext>
                  </a:extLst>
                </p14:cNvPr>
                <p14:cNvContentPartPr/>
                <p14:nvPr/>
              </p14:nvContentPartPr>
              <p14:xfrm>
                <a:off x="4840254" y="2702739"/>
                <a:ext cx="101520" cy="168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6B338A-9797-F324-74E5-B3F7F20525D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34134" y="2696619"/>
                  <a:ext cx="113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36E8D2C-FA7B-9BF5-0835-D0073832EA94}"/>
                    </a:ext>
                  </a:extLst>
                </p14:cNvPr>
                <p14:cNvContentPartPr/>
                <p14:nvPr/>
              </p14:nvContentPartPr>
              <p14:xfrm>
                <a:off x="4950414" y="2817219"/>
                <a:ext cx="72360" cy="72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36E8D2C-FA7B-9BF5-0835-D0073832EA9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44294" y="2811099"/>
                  <a:ext cx="84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FF7D6BC-E905-DEA7-706A-AE4129A8452C}"/>
                    </a:ext>
                  </a:extLst>
                </p14:cNvPr>
                <p14:cNvContentPartPr/>
                <p14:nvPr/>
              </p14:nvContentPartPr>
              <p14:xfrm>
                <a:off x="5077134" y="2835939"/>
                <a:ext cx="81000" cy="58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FF7D6BC-E905-DEA7-706A-AE4129A8452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71014" y="2829819"/>
                  <a:ext cx="93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EAC9689-D07B-8A7E-CC87-922000551BDF}"/>
                    </a:ext>
                  </a:extLst>
                </p14:cNvPr>
                <p14:cNvContentPartPr/>
                <p14:nvPr/>
              </p14:nvContentPartPr>
              <p14:xfrm>
                <a:off x="5198094" y="2610579"/>
                <a:ext cx="20160" cy="258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EAC9689-D07B-8A7E-CC87-922000551BD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91974" y="2604459"/>
                  <a:ext cx="324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E4158A2-2571-791D-5DB8-36E95AB0A212}"/>
                    </a:ext>
                  </a:extLst>
                </p14:cNvPr>
                <p14:cNvContentPartPr/>
                <p14:nvPr/>
              </p14:nvContentPartPr>
              <p14:xfrm>
                <a:off x="5232654" y="2813979"/>
                <a:ext cx="55440" cy="69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E4158A2-2571-791D-5DB8-36E95AB0A21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26534" y="2807859"/>
                  <a:ext cx="67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2C49D5F-B912-1E4A-D70D-1ECE3E700BD9}"/>
                    </a:ext>
                  </a:extLst>
                </p14:cNvPr>
                <p14:cNvContentPartPr/>
                <p14:nvPr/>
              </p14:nvContentPartPr>
              <p14:xfrm>
                <a:off x="5329854" y="2853219"/>
                <a:ext cx="7560" cy="52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2C49D5F-B912-1E4A-D70D-1ECE3E700BD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23734" y="2847099"/>
                  <a:ext cx="19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25876F3-0CBB-EDDE-89B3-67742635BB0F}"/>
                    </a:ext>
                  </a:extLst>
                </p14:cNvPr>
                <p14:cNvContentPartPr/>
                <p14:nvPr/>
              </p14:nvContentPartPr>
              <p14:xfrm>
                <a:off x="5342094" y="2788059"/>
                <a:ext cx="9360" cy="6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25876F3-0CBB-EDDE-89B3-67742635BB0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35974" y="2781939"/>
                  <a:ext cx="216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FD98AAE-0920-1206-485B-0BFA9AD5E2AE}"/>
                    </a:ext>
                  </a:extLst>
                </p14:cNvPr>
                <p14:cNvContentPartPr/>
                <p14:nvPr/>
              </p14:nvContentPartPr>
              <p14:xfrm>
                <a:off x="5392494" y="2849259"/>
                <a:ext cx="88200" cy="48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FD98AAE-0920-1206-485B-0BFA9AD5E2A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86374" y="2843139"/>
                  <a:ext cx="1004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E591DD1-14F4-233D-0735-A46E907CEBF2}"/>
                    </a:ext>
                  </a:extLst>
                </p14:cNvPr>
                <p14:cNvContentPartPr/>
                <p14:nvPr/>
              </p14:nvContentPartPr>
              <p14:xfrm>
                <a:off x="5441094" y="2837739"/>
                <a:ext cx="110520" cy="322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E591DD1-14F4-233D-0735-A46E907CEBF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34974" y="2831619"/>
                  <a:ext cx="122760" cy="33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4BF64E8-9BFA-5E6F-0C4C-22AAC633143C}"/>
              </a:ext>
            </a:extLst>
          </p:cNvPr>
          <p:cNvGrpSpPr/>
          <p:nvPr/>
        </p:nvGrpSpPr>
        <p:grpSpPr>
          <a:xfrm>
            <a:off x="5688414" y="1743699"/>
            <a:ext cx="856800" cy="427320"/>
            <a:chOff x="5688414" y="1743699"/>
            <a:chExt cx="85680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1DEDF20-AE3C-C175-7886-984555B8AB83}"/>
                    </a:ext>
                  </a:extLst>
                </p14:cNvPr>
                <p14:cNvContentPartPr/>
                <p14:nvPr/>
              </p14:nvContentPartPr>
              <p14:xfrm>
                <a:off x="5688414" y="1743699"/>
                <a:ext cx="378720" cy="427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1DEDF20-AE3C-C175-7886-984555B8AB8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70414" y="1725699"/>
                  <a:ext cx="4143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9BB2565-E836-645F-5E98-7924D1E872C1}"/>
                    </a:ext>
                  </a:extLst>
                </p14:cNvPr>
                <p14:cNvContentPartPr/>
                <p14:nvPr/>
              </p14:nvContentPartPr>
              <p14:xfrm>
                <a:off x="5857614" y="1893099"/>
                <a:ext cx="101160" cy="20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9BB2565-E836-645F-5E98-7924D1E872C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39974" y="1875459"/>
                  <a:ext cx="1368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299CD0E-55D7-2EE0-E19A-208EEDE57396}"/>
                    </a:ext>
                  </a:extLst>
                </p14:cNvPr>
                <p14:cNvContentPartPr/>
                <p14:nvPr/>
              </p14:nvContentPartPr>
              <p14:xfrm>
                <a:off x="5841054" y="2000019"/>
                <a:ext cx="120960" cy="21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299CD0E-55D7-2EE0-E19A-208EEDE5739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23054" y="1982019"/>
                  <a:ext cx="1566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8EC9154-6533-29C6-FFB9-B6CB326BA891}"/>
                    </a:ext>
                  </a:extLst>
                </p14:cNvPr>
                <p14:cNvContentPartPr/>
                <p14:nvPr/>
              </p14:nvContentPartPr>
              <p14:xfrm>
                <a:off x="6214014" y="1841259"/>
                <a:ext cx="24480" cy="229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8EC9154-6533-29C6-FFB9-B6CB326BA89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196374" y="1823619"/>
                  <a:ext cx="601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20A8152-8D2B-F2A4-96E3-0079C2E85C0A}"/>
                    </a:ext>
                  </a:extLst>
                </p14:cNvPr>
                <p14:cNvContentPartPr/>
                <p14:nvPr/>
              </p14:nvContentPartPr>
              <p14:xfrm>
                <a:off x="6227694" y="1792299"/>
                <a:ext cx="317520" cy="296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20A8152-8D2B-F2A4-96E3-0079C2E85C0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10054" y="1774299"/>
                  <a:ext cx="3531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0924EA9-29FE-A3C6-CC8A-255846CF45A5}"/>
                    </a:ext>
                  </a:extLst>
                </p14:cNvPr>
                <p14:cNvContentPartPr/>
                <p14:nvPr/>
              </p14:nvContentPartPr>
              <p14:xfrm>
                <a:off x="6332814" y="1900299"/>
                <a:ext cx="146880" cy="23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0924EA9-29FE-A3C6-CC8A-255846CF45A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14814" y="1882299"/>
                  <a:ext cx="182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1A948D-CF79-43B6-94CB-CD02531B2574}"/>
                    </a:ext>
                  </a:extLst>
                </p14:cNvPr>
                <p14:cNvContentPartPr/>
                <p14:nvPr/>
              </p14:nvContentPartPr>
              <p14:xfrm>
                <a:off x="6319134" y="1969779"/>
                <a:ext cx="111600" cy="7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1A948D-CF79-43B6-94CB-CD02531B257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01134" y="1952139"/>
                  <a:ext cx="1472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41514B3-6EEF-C542-5E24-CC2233A0DC94}"/>
              </a:ext>
            </a:extLst>
          </p:cNvPr>
          <p:cNvGrpSpPr/>
          <p:nvPr/>
        </p:nvGrpSpPr>
        <p:grpSpPr>
          <a:xfrm>
            <a:off x="5851494" y="2420859"/>
            <a:ext cx="216360" cy="345240"/>
            <a:chOff x="5851494" y="2420859"/>
            <a:chExt cx="21636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09223FB-70C5-6AE6-5635-13387FA08CB2}"/>
                    </a:ext>
                  </a:extLst>
                </p14:cNvPr>
                <p14:cNvContentPartPr/>
                <p14:nvPr/>
              </p14:nvContentPartPr>
              <p14:xfrm>
                <a:off x="5851494" y="2420859"/>
                <a:ext cx="216360" cy="345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09223FB-70C5-6AE6-5635-13387FA08CB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33494" y="2402859"/>
                  <a:ext cx="2520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6CCB237-0049-88E0-857E-135DBABF40A8}"/>
                    </a:ext>
                  </a:extLst>
                </p14:cNvPr>
                <p14:cNvContentPartPr/>
                <p14:nvPr/>
              </p14:nvContentPartPr>
              <p14:xfrm>
                <a:off x="5908014" y="2561979"/>
                <a:ext cx="104400" cy="14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6CCB237-0049-88E0-857E-135DBABF40A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90014" y="2543979"/>
                  <a:ext cx="140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EA7C3CF-8281-384B-2A4F-CA2B83426E48}"/>
                    </a:ext>
                  </a:extLst>
                </p14:cNvPr>
                <p14:cNvContentPartPr/>
                <p14:nvPr/>
              </p14:nvContentPartPr>
              <p14:xfrm>
                <a:off x="5900094" y="2622819"/>
                <a:ext cx="86040" cy="15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EA7C3CF-8281-384B-2A4F-CA2B83426E4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882454" y="2604819"/>
                  <a:ext cx="1216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424C5EE-7BD3-7DF9-EDF0-9E4E35A54A83}"/>
              </a:ext>
            </a:extLst>
          </p:cNvPr>
          <p:cNvGrpSpPr/>
          <p:nvPr/>
        </p:nvGrpSpPr>
        <p:grpSpPr>
          <a:xfrm>
            <a:off x="6282774" y="2447859"/>
            <a:ext cx="268920" cy="303120"/>
            <a:chOff x="6282774" y="2447859"/>
            <a:chExt cx="26892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826BFB1-E192-6429-788A-CD7CA5F27DBC}"/>
                    </a:ext>
                  </a:extLst>
                </p14:cNvPr>
                <p14:cNvContentPartPr/>
                <p14:nvPr/>
              </p14:nvContentPartPr>
              <p14:xfrm>
                <a:off x="6282774" y="2492859"/>
                <a:ext cx="27360" cy="202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826BFB1-E192-6429-788A-CD7CA5F27DB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64774" y="2474859"/>
                  <a:ext cx="63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C58E430-300A-F9BE-36B6-484A191F207A}"/>
                    </a:ext>
                  </a:extLst>
                </p14:cNvPr>
                <p14:cNvContentPartPr/>
                <p14:nvPr/>
              </p14:nvContentPartPr>
              <p14:xfrm>
                <a:off x="6311214" y="2447859"/>
                <a:ext cx="240480" cy="303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C58E430-300A-F9BE-36B6-484A191F207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93574" y="2429859"/>
                  <a:ext cx="2761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4170AEB-C348-6ADD-9556-F78F8C19734B}"/>
                    </a:ext>
                  </a:extLst>
                </p14:cNvPr>
                <p14:cNvContentPartPr/>
                <p14:nvPr/>
              </p14:nvContentPartPr>
              <p14:xfrm>
                <a:off x="6355494" y="2568459"/>
                <a:ext cx="155160" cy="14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4170AEB-C348-6ADD-9556-F78F8C19734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37494" y="2550459"/>
                  <a:ext cx="190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AB2FFDA-73F2-F911-0D41-DC247CD5265C}"/>
                    </a:ext>
                  </a:extLst>
                </p14:cNvPr>
                <p14:cNvContentPartPr/>
                <p14:nvPr/>
              </p14:nvContentPartPr>
              <p14:xfrm>
                <a:off x="6358734" y="2621739"/>
                <a:ext cx="151920" cy="6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AB2FFDA-73F2-F911-0D41-DC247CD5265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341094" y="2604099"/>
                  <a:ext cx="18756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9896897-405C-5717-BCFE-544E3B86D43E}"/>
              </a:ext>
            </a:extLst>
          </p:cNvPr>
          <p:cNvGrpSpPr/>
          <p:nvPr/>
        </p:nvGrpSpPr>
        <p:grpSpPr>
          <a:xfrm>
            <a:off x="5845374" y="2900379"/>
            <a:ext cx="664200" cy="423000"/>
            <a:chOff x="5845374" y="2900379"/>
            <a:chExt cx="66420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3108FBC-6982-E65F-9592-D5C7DE25BDAC}"/>
                    </a:ext>
                  </a:extLst>
                </p14:cNvPr>
                <p14:cNvContentPartPr/>
                <p14:nvPr/>
              </p14:nvContentPartPr>
              <p14:xfrm>
                <a:off x="5845374" y="2900379"/>
                <a:ext cx="259920" cy="350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3108FBC-6982-E65F-9592-D5C7DE25BDA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827734" y="2882739"/>
                  <a:ext cx="2955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3BE6E75-27B6-D003-7C63-D616DFBDD95F}"/>
                    </a:ext>
                  </a:extLst>
                </p14:cNvPr>
                <p14:cNvContentPartPr/>
                <p14:nvPr/>
              </p14:nvContentPartPr>
              <p14:xfrm>
                <a:off x="5902614" y="2995059"/>
                <a:ext cx="153000" cy="3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3BE6E75-27B6-D003-7C63-D616DFBDD95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884614" y="2977419"/>
                  <a:ext cx="188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70872E4-0F36-0A03-BBC9-5610DC1F5237}"/>
                    </a:ext>
                  </a:extLst>
                </p14:cNvPr>
                <p14:cNvContentPartPr/>
                <p14:nvPr/>
              </p14:nvContentPartPr>
              <p14:xfrm>
                <a:off x="5951214" y="3055179"/>
                <a:ext cx="42840" cy="9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70872E4-0F36-0A03-BBC9-5610DC1F523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33214" y="3037539"/>
                  <a:ext cx="78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6810096-97FF-5B00-A9D2-1EC0BA89A961}"/>
                    </a:ext>
                  </a:extLst>
                </p14:cNvPr>
                <p14:cNvContentPartPr/>
                <p14:nvPr/>
              </p14:nvContentPartPr>
              <p14:xfrm>
                <a:off x="6226254" y="2995059"/>
                <a:ext cx="33840" cy="258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6810096-97FF-5B00-A9D2-1EC0BA89A96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08254" y="2977059"/>
                  <a:ext cx="694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49986B3-9795-61F9-098C-004BCA09AFFC}"/>
                    </a:ext>
                  </a:extLst>
                </p14:cNvPr>
                <p14:cNvContentPartPr/>
                <p14:nvPr/>
              </p14:nvContentPartPr>
              <p14:xfrm>
                <a:off x="6253254" y="2981739"/>
                <a:ext cx="256320" cy="341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49986B3-9795-61F9-098C-004BCA09AFF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35254" y="2963739"/>
                  <a:ext cx="2919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BFFEB12-BEA2-40E9-EFD3-F7578B2462F2}"/>
                    </a:ext>
                  </a:extLst>
                </p14:cNvPr>
                <p14:cNvContentPartPr/>
                <p14:nvPr/>
              </p14:nvContentPartPr>
              <p14:xfrm>
                <a:off x="6290334" y="3103419"/>
                <a:ext cx="132120" cy="11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BFFEB12-BEA2-40E9-EFD3-F7578B2462F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272334" y="3085779"/>
                  <a:ext cx="1677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FF67C4B-5378-FC9C-2011-AF125B289766}"/>
                    </a:ext>
                  </a:extLst>
                </p14:cNvPr>
                <p14:cNvContentPartPr/>
                <p14:nvPr/>
              </p14:nvContentPartPr>
              <p14:xfrm>
                <a:off x="6301854" y="3197379"/>
                <a:ext cx="114840" cy="10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FF67C4B-5378-FC9C-2011-AF125B28976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83854" y="3179739"/>
                  <a:ext cx="1504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F0C133A-F708-D96C-0898-68966B868245}"/>
              </a:ext>
            </a:extLst>
          </p:cNvPr>
          <p:cNvGrpSpPr/>
          <p:nvPr/>
        </p:nvGrpSpPr>
        <p:grpSpPr>
          <a:xfrm>
            <a:off x="5691294" y="3380619"/>
            <a:ext cx="262440" cy="298800"/>
            <a:chOff x="5691294" y="3380619"/>
            <a:chExt cx="26244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65A5839-CB94-EC9C-FAB9-5B612DB4BC08}"/>
                    </a:ext>
                  </a:extLst>
                </p14:cNvPr>
                <p14:cNvContentPartPr/>
                <p14:nvPr/>
              </p14:nvContentPartPr>
              <p14:xfrm>
                <a:off x="5691294" y="3380619"/>
                <a:ext cx="262440" cy="298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65A5839-CB94-EC9C-FAB9-5B612DB4BC0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673654" y="3362979"/>
                  <a:ext cx="2980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5F03F35-D2C7-61F5-688F-97B5BED32E78}"/>
                    </a:ext>
                  </a:extLst>
                </p14:cNvPr>
                <p14:cNvContentPartPr/>
                <p14:nvPr/>
              </p14:nvContentPartPr>
              <p14:xfrm>
                <a:off x="5767614" y="3491859"/>
                <a:ext cx="122760" cy="23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5F03F35-D2C7-61F5-688F-97B5BED32E7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49614" y="3473859"/>
                  <a:ext cx="1584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2B56D4C-289C-D1C9-433E-0BC0326EF862}"/>
                    </a:ext>
                  </a:extLst>
                </p14:cNvPr>
                <p14:cNvContentPartPr/>
                <p14:nvPr/>
              </p14:nvContentPartPr>
              <p14:xfrm>
                <a:off x="5767614" y="3544419"/>
                <a:ext cx="117000" cy="20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2B56D4C-289C-D1C9-433E-0BC0326EF86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49974" y="3526419"/>
                  <a:ext cx="15264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CA3F9D5-DA53-73E6-DFA3-0655281F362B}"/>
              </a:ext>
            </a:extLst>
          </p:cNvPr>
          <p:cNvGrpSpPr/>
          <p:nvPr/>
        </p:nvGrpSpPr>
        <p:grpSpPr>
          <a:xfrm>
            <a:off x="6202854" y="3439299"/>
            <a:ext cx="219600" cy="266040"/>
            <a:chOff x="6202854" y="3439299"/>
            <a:chExt cx="21960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C10C4A5-F28A-4CB3-E110-FE42A0986881}"/>
                    </a:ext>
                  </a:extLst>
                </p14:cNvPr>
                <p14:cNvContentPartPr/>
                <p14:nvPr/>
              </p14:nvContentPartPr>
              <p14:xfrm>
                <a:off x="6202854" y="3499419"/>
                <a:ext cx="8280" cy="138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C10C4A5-F28A-4CB3-E110-FE42A098688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184854" y="3481779"/>
                  <a:ext cx="439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E7DDC5D-D3F8-7612-0A5F-1906C0AA470C}"/>
                    </a:ext>
                  </a:extLst>
                </p14:cNvPr>
                <p14:cNvContentPartPr/>
                <p14:nvPr/>
              </p14:nvContentPartPr>
              <p14:xfrm>
                <a:off x="6221214" y="3439299"/>
                <a:ext cx="201240" cy="266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E7DDC5D-D3F8-7612-0A5F-1906C0AA470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203214" y="3421299"/>
                  <a:ext cx="2368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F404643-C0D4-62C7-AD29-1ABD7FA69251}"/>
                    </a:ext>
                  </a:extLst>
                </p14:cNvPr>
                <p14:cNvContentPartPr/>
                <p14:nvPr/>
              </p14:nvContentPartPr>
              <p14:xfrm>
                <a:off x="6296454" y="3503739"/>
                <a:ext cx="86040" cy="6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F404643-C0D4-62C7-AD29-1ABD7FA6925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278454" y="3486099"/>
                  <a:ext cx="121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3120BA8-8121-D37C-F2F9-D79D34890739}"/>
                    </a:ext>
                  </a:extLst>
                </p14:cNvPr>
                <p14:cNvContentPartPr/>
                <p14:nvPr/>
              </p14:nvContentPartPr>
              <p14:xfrm>
                <a:off x="6296454" y="3565659"/>
                <a:ext cx="47520" cy="10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3120BA8-8121-D37C-F2F9-D79D3489073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278454" y="3548019"/>
                  <a:ext cx="8316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4AB6E58-E634-F3F8-DDCA-5E0BDA678DDF}"/>
                  </a:ext>
                </a:extLst>
              </p14:cNvPr>
              <p14:cNvContentPartPr/>
              <p14:nvPr/>
            </p14:nvContentPartPr>
            <p14:xfrm>
              <a:off x="10389294" y="1767459"/>
              <a:ext cx="53280" cy="17125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4AB6E58-E634-F3F8-DDCA-5E0BDA678DDF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380294" y="1758819"/>
                <a:ext cx="70920" cy="173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48EE5CF-C287-4B3B-02E2-A6A33E9719DC}"/>
              </a:ext>
            </a:extLst>
          </p:cNvPr>
          <p:cNvGrpSpPr/>
          <p:nvPr/>
        </p:nvGrpSpPr>
        <p:grpSpPr>
          <a:xfrm>
            <a:off x="8834094" y="1666659"/>
            <a:ext cx="1281240" cy="233640"/>
            <a:chOff x="8834094" y="1666659"/>
            <a:chExt cx="128124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0F62FAE-3D90-A97F-3531-A46211963F70}"/>
                    </a:ext>
                  </a:extLst>
                </p14:cNvPr>
                <p14:cNvContentPartPr/>
                <p14:nvPr/>
              </p14:nvContentPartPr>
              <p14:xfrm>
                <a:off x="8834094" y="1725339"/>
                <a:ext cx="128160" cy="118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0F62FAE-3D90-A97F-3531-A46211963F7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825454" y="1716699"/>
                  <a:ext cx="145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F513955-1076-86C9-CE0C-B64C3E4F4BCA}"/>
                    </a:ext>
                  </a:extLst>
                </p14:cNvPr>
                <p14:cNvContentPartPr/>
                <p14:nvPr/>
              </p14:nvContentPartPr>
              <p14:xfrm>
                <a:off x="9029574" y="1731459"/>
                <a:ext cx="82440" cy="651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F513955-1076-86C9-CE0C-B64C3E4F4BC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020934" y="1722819"/>
                  <a:ext cx="100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50320AE-8D47-5E16-C978-AA78B84AB051}"/>
                    </a:ext>
                  </a:extLst>
                </p14:cNvPr>
                <p14:cNvContentPartPr/>
                <p14:nvPr/>
              </p14:nvContentPartPr>
              <p14:xfrm>
                <a:off x="9156294" y="1666659"/>
                <a:ext cx="23400" cy="1400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50320AE-8D47-5E16-C978-AA78B84AB05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147654" y="1657659"/>
                  <a:ext cx="41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4EBFDBC-2C3A-AFB9-C27B-96312ECAFB5B}"/>
                    </a:ext>
                  </a:extLst>
                </p14:cNvPr>
                <p14:cNvContentPartPr/>
                <p14:nvPr/>
              </p14:nvContentPartPr>
              <p14:xfrm>
                <a:off x="9252054" y="1677819"/>
                <a:ext cx="17640" cy="1958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4EBFDBC-2C3A-AFB9-C27B-96312ECAFB5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243054" y="1668819"/>
                  <a:ext cx="35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8ECE038-88AA-7128-B480-E8F4FC2CBC86}"/>
                    </a:ext>
                  </a:extLst>
                </p14:cNvPr>
                <p14:cNvContentPartPr/>
                <p14:nvPr/>
              </p14:nvContentPartPr>
              <p14:xfrm>
                <a:off x="9299934" y="1813179"/>
                <a:ext cx="111240" cy="70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8ECE038-88AA-7128-B480-E8F4FC2CBC8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91294" y="1804179"/>
                  <a:ext cx="1288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8DF61AC-C5F6-AEB1-6E3D-D0CC9F858EEB}"/>
                    </a:ext>
                  </a:extLst>
                </p14:cNvPr>
                <p14:cNvContentPartPr/>
                <p14:nvPr/>
              </p14:nvContentPartPr>
              <p14:xfrm>
                <a:off x="9429534" y="1792659"/>
                <a:ext cx="71280" cy="93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8DF61AC-C5F6-AEB1-6E3D-D0CC9F858EE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20534" y="1784019"/>
                  <a:ext cx="88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2D35F52-221F-5E4F-A57F-E6028E3B161D}"/>
                    </a:ext>
                  </a:extLst>
                </p14:cNvPr>
                <p14:cNvContentPartPr/>
                <p14:nvPr/>
              </p14:nvContentPartPr>
              <p14:xfrm>
                <a:off x="9608454" y="1670979"/>
                <a:ext cx="18720" cy="221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2D35F52-221F-5E4F-A57F-E6028E3B161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599814" y="1662339"/>
                  <a:ext cx="363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B049B67-9198-1C50-FCD2-225D308F7179}"/>
                    </a:ext>
                  </a:extLst>
                </p14:cNvPr>
                <p14:cNvContentPartPr/>
                <p14:nvPr/>
              </p14:nvContentPartPr>
              <p14:xfrm>
                <a:off x="9592974" y="1803459"/>
                <a:ext cx="110520" cy="69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B049B67-9198-1C50-FCD2-225D308F717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84334" y="1794819"/>
                  <a:ext cx="1281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DD0ABCA-4023-801C-A2E1-CB5B0EED11C1}"/>
                    </a:ext>
                  </a:extLst>
                </p14:cNvPr>
                <p14:cNvContentPartPr/>
                <p14:nvPr/>
              </p14:nvContentPartPr>
              <p14:xfrm>
                <a:off x="9709254" y="1750899"/>
                <a:ext cx="2160" cy="5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DD0ABCA-4023-801C-A2E1-CB5B0EED11C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00614" y="1742259"/>
                  <a:ext cx="1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CAAEE88-2240-114A-9E56-5BBEB05253F9}"/>
                    </a:ext>
                  </a:extLst>
                </p14:cNvPr>
                <p14:cNvContentPartPr/>
                <p14:nvPr/>
              </p14:nvContentPartPr>
              <p14:xfrm>
                <a:off x="9756054" y="1791939"/>
                <a:ext cx="273240" cy="87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CAAEE88-2240-114A-9E56-5BBEB05253F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747414" y="1782939"/>
                  <a:ext cx="2908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3591A0C-4A7B-4A4C-AB25-CC5303E1C18A}"/>
                    </a:ext>
                  </a:extLst>
                </p14:cNvPr>
                <p14:cNvContentPartPr/>
                <p14:nvPr/>
              </p14:nvContentPartPr>
              <p14:xfrm>
                <a:off x="10096614" y="1758819"/>
                <a:ext cx="18720" cy="141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3591A0C-4A7B-4A4C-AB25-CC5303E1C18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087974" y="1749819"/>
                  <a:ext cx="3636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D8A0554-6CE4-5BEE-649C-B549AAED2373}"/>
              </a:ext>
            </a:extLst>
          </p:cNvPr>
          <p:cNvGrpSpPr/>
          <p:nvPr/>
        </p:nvGrpSpPr>
        <p:grpSpPr>
          <a:xfrm>
            <a:off x="10593774" y="1824339"/>
            <a:ext cx="1107000" cy="278280"/>
            <a:chOff x="10593774" y="1824339"/>
            <a:chExt cx="110700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532E1CF-40F9-666A-8A68-EC9126774981}"/>
                    </a:ext>
                  </a:extLst>
                </p14:cNvPr>
                <p14:cNvContentPartPr/>
                <p14:nvPr/>
              </p14:nvContentPartPr>
              <p14:xfrm>
                <a:off x="10593774" y="1895259"/>
                <a:ext cx="122040" cy="1299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532E1CF-40F9-666A-8A68-EC912677498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84774" y="1886619"/>
                  <a:ext cx="139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B677B38-D8E9-7E40-1BE7-E83F4ED0F293}"/>
                    </a:ext>
                  </a:extLst>
                </p14:cNvPr>
                <p14:cNvContentPartPr/>
                <p14:nvPr/>
              </p14:nvContentPartPr>
              <p14:xfrm>
                <a:off x="10750374" y="1982739"/>
                <a:ext cx="46080" cy="41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B677B38-D8E9-7E40-1BE7-E83F4ED0F29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41374" y="1973739"/>
                  <a:ext cx="63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AB71CC8-2DCC-6EBB-0B96-7F29EDE4A9C9}"/>
                    </a:ext>
                  </a:extLst>
                </p14:cNvPr>
                <p14:cNvContentPartPr/>
                <p14:nvPr/>
              </p14:nvContentPartPr>
              <p14:xfrm>
                <a:off x="10845414" y="1827219"/>
                <a:ext cx="8280" cy="231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AB71CC8-2DCC-6EBB-0B96-7F29EDE4A9C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36774" y="1818579"/>
                  <a:ext cx="259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3EA4747-B458-1394-2CC9-C5A088426233}"/>
                    </a:ext>
                  </a:extLst>
                </p14:cNvPr>
                <p14:cNvContentPartPr/>
                <p14:nvPr/>
              </p14:nvContentPartPr>
              <p14:xfrm>
                <a:off x="10950894" y="1867179"/>
                <a:ext cx="10440" cy="181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3EA4747-B458-1394-2CC9-C5A08842623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42254" y="1858539"/>
                  <a:ext cx="28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DEA4799-24D1-E974-3750-46011309DE61}"/>
                    </a:ext>
                  </a:extLst>
                </p14:cNvPr>
                <p14:cNvContentPartPr/>
                <p14:nvPr/>
              </p14:nvContentPartPr>
              <p14:xfrm>
                <a:off x="10987254" y="1991019"/>
                <a:ext cx="75960" cy="76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DEA4799-24D1-E974-3750-46011309DE6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78254" y="1982019"/>
                  <a:ext cx="936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31560BD-DBF0-ED29-459C-BB5A578D6654}"/>
                    </a:ext>
                  </a:extLst>
                </p14:cNvPr>
                <p14:cNvContentPartPr/>
                <p14:nvPr/>
              </p14:nvContentPartPr>
              <p14:xfrm>
                <a:off x="11080854" y="1993899"/>
                <a:ext cx="88560" cy="78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31560BD-DBF0-ED29-459C-BB5A578D665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072214" y="1984899"/>
                  <a:ext cx="1062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56FB21F-FF2C-EF34-16B9-B400DBEFA513}"/>
                    </a:ext>
                  </a:extLst>
                </p14:cNvPr>
                <p14:cNvContentPartPr/>
                <p14:nvPr/>
              </p14:nvContentPartPr>
              <p14:xfrm>
                <a:off x="11236014" y="1824339"/>
                <a:ext cx="13320" cy="245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56FB21F-FF2C-EF34-16B9-B400DBEFA51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27014" y="1815699"/>
                  <a:ext cx="309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FB8BD91-F5C2-AF97-1E9D-A7BF25AACB80}"/>
                    </a:ext>
                  </a:extLst>
                </p14:cNvPr>
                <p14:cNvContentPartPr/>
                <p14:nvPr/>
              </p14:nvContentPartPr>
              <p14:xfrm>
                <a:off x="11230614" y="2011179"/>
                <a:ext cx="50400" cy="70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FB8BD91-F5C2-AF97-1E9D-A7BF25AACB8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221614" y="2002179"/>
                  <a:ext cx="68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8E53A3E-27D8-1A28-D186-5AAFC40E8CEF}"/>
                    </a:ext>
                  </a:extLst>
                </p14:cNvPr>
                <p14:cNvContentPartPr/>
                <p14:nvPr/>
              </p14:nvContentPartPr>
              <p14:xfrm>
                <a:off x="11304414" y="1977339"/>
                <a:ext cx="4320" cy="57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8E53A3E-27D8-1A28-D186-5AAFC40E8CE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295774" y="1968339"/>
                  <a:ext cx="21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9BFF440-CBD4-3C6C-1836-E75ABC46CB2B}"/>
                    </a:ext>
                  </a:extLst>
                </p14:cNvPr>
                <p14:cNvContentPartPr/>
                <p14:nvPr/>
              </p14:nvContentPartPr>
              <p14:xfrm>
                <a:off x="11304414" y="2024139"/>
                <a:ext cx="194400" cy="784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9BFF440-CBD4-3C6C-1836-E75ABC46CB2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295774" y="2015499"/>
                  <a:ext cx="212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D4A1AA9-6B63-01B3-FFD6-40E43F24AE9C}"/>
                    </a:ext>
                  </a:extLst>
                </p14:cNvPr>
                <p14:cNvContentPartPr/>
                <p14:nvPr/>
              </p14:nvContentPartPr>
              <p14:xfrm>
                <a:off x="11585574" y="1978779"/>
                <a:ext cx="115200" cy="107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D4A1AA9-6B63-01B3-FFD6-40E43F24AE9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576934" y="1970139"/>
                  <a:ext cx="13284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A72076A-6103-9588-F804-10147AB6DEBD}"/>
              </a:ext>
            </a:extLst>
          </p:cNvPr>
          <p:cNvGrpSpPr/>
          <p:nvPr/>
        </p:nvGrpSpPr>
        <p:grpSpPr>
          <a:xfrm>
            <a:off x="6783534" y="1650819"/>
            <a:ext cx="4991760" cy="2105640"/>
            <a:chOff x="6783534" y="1650819"/>
            <a:chExt cx="4991760" cy="21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914BA75-79A5-8B60-0375-2DEDC8055EEC}"/>
                    </a:ext>
                  </a:extLst>
                </p14:cNvPr>
                <p14:cNvContentPartPr/>
                <p14:nvPr/>
              </p14:nvContentPartPr>
              <p14:xfrm>
                <a:off x="6783534" y="2592219"/>
                <a:ext cx="1041840" cy="109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914BA75-79A5-8B60-0375-2DEDC8055EE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777414" y="2586099"/>
                  <a:ext cx="1054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73AF6B8-0E7E-4F8C-7966-573DFFB03E4C}"/>
                    </a:ext>
                  </a:extLst>
                </p14:cNvPr>
                <p14:cNvContentPartPr/>
                <p14:nvPr/>
              </p14:nvContentPartPr>
              <p14:xfrm>
                <a:off x="6859854" y="2343459"/>
                <a:ext cx="135000" cy="148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73AF6B8-0E7E-4F8C-7966-573DFFB03E4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853734" y="2337339"/>
                  <a:ext cx="147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D2A0053-1CED-D84E-B421-E59CD33106FC}"/>
                    </a:ext>
                  </a:extLst>
                </p14:cNvPr>
                <p14:cNvContentPartPr/>
                <p14:nvPr/>
              </p14:nvContentPartPr>
              <p14:xfrm>
                <a:off x="6995214" y="2411499"/>
                <a:ext cx="132480" cy="83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D2A0053-1CED-D84E-B421-E59CD33106F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989094" y="2405379"/>
                  <a:ext cx="144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AE01218-40CD-B6C8-213C-32C679622803}"/>
                    </a:ext>
                  </a:extLst>
                </p14:cNvPr>
                <p14:cNvContentPartPr/>
                <p14:nvPr/>
              </p14:nvContentPartPr>
              <p14:xfrm>
                <a:off x="7164054" y="2325099"/>
                <a:ext cx="98640" cy="190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AE01218-40CD-B6C8-213C-32C67962280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157934" y="2318979"/>
                  <a:ext cx="1108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11C4429-7138-26AE-18BE-C03300FAE174}"/>
                    </a:ext>
                  </a:extLst>
                </p14:cNvPr>
                <p14:cNvContentPartPr/>
                <p14:nvPr/>
              </p14:nvContentPartPr>
              <p14:xfrm>
                <a:off x="7269534" y="2438139"/>
                <a:ext cx="62640" cy="81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11C4429-7138-26AE-18BE-C03300FAE17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263414" y="2432019"/>
                  <a:ext cx="74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2C8CEAC-C050-515B-0732-220D9DF9F649}"/>
                    </a:ext>
                  </a:extLst>
                </p14:cNvPr>
                <p14:cNvContentPartPr/>
                <p14:nvPr/>
              </p14:nvContentPartPr>
              <p14:xfrm>
                <a:off x="7326774" y="2276859"/>
                <a:ext cx="93960" cy="232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2C8CEAC-C050-515B-0732-220D9DF9F64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320654" y="2270739"/>
                  <a:ext cx="106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1DA12D9-E286-4497-ECEB-5DB06AB77009}"/>
                    </a:ext>
                  </a:extLst>
                </p14:cNvPr>
                <p14:cNvContentPartPr/>
                <p14:nvPr/>
              </p14:nvContentPartPr>
              <p14:xfrm>
                <a:off x="7430814" y="2275419"/>
                <a:ext cx="88560" cy="217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1DA12D9-E286-4497-ECEB-5DB06AB7700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424694" y="2269299"/>
                  <a:ext cx="100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4CA3743-47E2-75DE-865E-3B6DD50BC59F}"/>
                    </a:ext>
                  </a:extLst>
                </p14:cNvPr>
                <p14:cNvContentPartPr/>
                <p14:nvPr/>
              </p14:nvContentPartPr>
              <p14:xfrm>
                <a:off x="7548534" y="2421939"/>
                <a:ext cx="19800" cy="83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4CA3743-47E2-75DE-865E-3B6DD50BC59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542414" y="2415819"/>
                  <a:ext cx="32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882D015-4A09-0B23-8D0F-D29E4B4A0547}"/>
                    </a:ext>
                  </a:extLst>
                </p14:cNvPr>
                <p14:cNvContentPartPr/>
                <p14:nvPr/>
              </p14:nvContentPartPr>
              <p14:xfrm>
                <a:off x="7605054" y="2358219"/>
                <a:ext cx="7560" cy="11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882D015-4A09-0B23-8D0F-D29E4B4A054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98934" y="2352099"/>
                  <a:ext cx="19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49D6845-F73D-B419-D969-312373CFAD93}"/>
                    </a:ext>
                  </a:extLst>
                </p14:cNvPr>
                <p14:cNvContentPartPr/>
                <p14:nvPr/>
              </p14:nvContentPartPr>
              <p14:xfrm>
                <a:off x="7630974" y="2412939"/>
                <a:ext cx="90360" cy="55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49D6845-F73D-B419-D969-312373CFAD9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624854" y="2406819"/>
                  <a:ext cx="102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2C6E4D3-E502-C732-3EB4-78D099FB311F}"/>
                    </a:ext>
                  </a:extLst>
                </p14:cNvPr>
                <p14:cNvContentPartPr/>
                <p14:nvPr/>
              </p14:nvContentPartPr>
              <p14:xfrm>
                <a:off x="7652574" y="2414019"/>
                <a:ext cx="128520" cy="285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2C6E4D3-E502-C732-3EB4-78D099FB311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646454" y="2407899"/>
                  <a:ext cx="1407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F25941F-AA8D-CE2F-FBD2-85534CCE6AD4}"/>
                    </a:ext>
                  </a:extLst>
                </p14:cNvPr>
                <p14:cNvContentPartPr/>
                <p14:nvPr/>
              </p14:nvContentPartPr>
              <p14:xfrm>
                <a:off x="7124814" y="2829099"/>
                <a:ext cx="163080" cy="741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F25941F-AA8D-CE2F-FBD2-85534CCE6AD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118694" y="2822979"/>
                  <a:ext cx="1753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8B1DF15-39AC-4F3A-2C75-9DFD94637AC8}"/>
                    </a:ext>
                  </a:extLst>
                </p14:cNvPr>
                <p14:cNvContentPartPr/>
                <p14:nvPr/>
              </p14:nvContentPartPr>
              <p14:xfrm>
                <a:off x="7343334" y="2857899"/>
                <a:ext cx="54000" cy="55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8B1DF15-39AC-4F3A-2C75-9DFD94637AC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337214" y="2851779"/>
                  <a:ext cx="66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13D33F-3AF3-08C9-B2EC-D78761EFC8F8}"/>
                    </a:ext>
                  </a:extLst>
                </p14:cNvPr>
                <p14:cNvContentPartPr/>
                <p14:nvPr/>
              </p14:nvContentPartPr>
              <p14:xfrm>
                <a:off x="7429374" y="2773659"/>
                <a:ext cx="68760" cy="145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13D33F-3AF3-08C9-B2EC-D78761EFC8F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423254" y="2767539"/>
                  <a:ext cx="81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BE71747-47D7-0BC9-F92D-6ABF43757701}"/>
                    </a:ext>
                  </a:extLst>
                </p14:cNvPr>
                <p14:cNvContentPartPr/>
                <p14:nvPr/>
              </p14:nvContentPartPr>
              <p14:xfrm>
                <a:off x="7521174" y="2785899"/>
                <a:ext cx="119160" cy="131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BE71747-47D7-0BC9-F92D-6ABF4375770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515054" y="2779779"/>
                  <a:ext cx="131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0AF71185-168C-AB35-50C7-34590AABD747}"/>
                    </a:ext>
                  </a:extLst>
                </p14:cNvPr>
                <p14:cNvContentPartPr/>
                <p14:nvPr/>
              </p14:nvContentPartPr>
              <p14:xfrm>
                <a:off x="8264574" y="1741899"/>
                <a:ext cx="32400" cy="143892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0AF71185-168C-AB35-50C7-34590AABD74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58454" y="1735779"/>
                  <a:ext cx="44640" cy="14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CB252FB2-4507-C00C-ACA7-77E90BD205F4}"/>
                    </a:ext>
                  </a:extLst>
                </p14:cNvPr>
                <p14:cNvContentPartPr/>
                <p14:nvPr/>
              </p14:nvContentPartPr>
              <p14:xfrm>
                <a:off x="7854894" y="1650819"/>
                <a:ext cx="3920400" cy="207936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CB252FB2-4507-C00C-ACA7-77E90BD205F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848774" y="1644699"/>
                  <a:ext cx="3932640" cy="20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0BEA5C91-3EC7-F6A8-8DC9-D74C60B5AC78}"/>
                    </a:ext>
                  </a:extLst>
                </p14:cNvPr>
                <p14:cNvContentPartPr/>
                <p14:nvPr/>
              </p14:nvContentPartPr>
              <p14:xfrm>
                <a:off x="8247654" y="3078579"/>
                <a:ext cx="15120" cy="33768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0BEA5C91-3EC7-F6A8-8DC9-D74C60B5AC7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241534" y="3072459"/>
                  <a:ext cx="273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9B9AE7A-B2D6-C419-E1CB-329F77CB7AAF}"/>
                    </a:ext>
                  </a:extLst>
                </p14:cNvPr>
                <p14:cNvContentPartPr/>
                <p14:nvPr/>
              </p14:nvContentPartPr>
              <p14:xfrm>
                <a:off x="9057654" y="3506259"/>
                <a:ext cx="165960" cy="226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9B9AE7A-B2D6-C419-E1CB-329F77CB7AA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051534" y="3500139"/>
                  <a:ext cx="178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5DA3351-8E3D-9B51-6C25-28FE7D8C7318}"/>
                    </a:ext>
                  </a:extLst>
                </p14:cNvPr>
                <p14:cNvContentPartPr/>
                <p14:nvPr/>
              </p14:nvContentPartPr>
              <p14:xfrm>
                <a:off x="9215694" y="3648099"/>
                <a:ext cx="150480" cy="89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5DA3351-8E3D-9B51-6C25-28FE7D8C731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209574" y="3641979"/>
                  <a:ext cx="162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6CD5ABB-0C8E-FE06-B1B6-6B0E8A1024F3}"/>
                    </a:ext>
                  </a:extLst>
                </p14:cNvPr>
                <p14:cNvContentPartPr/>
                <p14:nvPr/>
              </p14:nvContentPartPr>
              <p14:xfrm>
                <a:off x="9378054" y="3661419"/>
                <a:ext cx="67320" cy="802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6CD5ABB-0C8E-FE06-B1B6-6B0E8A1024F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371934" y="3655299"/>
                  <a:ext cx="795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242656C-92B0-A21F-6AB8-C996108D5CBF}"/>
                    </a:ext>
                  </a:extLst>
                </p14:cNvPr>
                <p14:cNvContentPartPr/>
                <p14:nvPr/>
              </p14:nvContentPartPr>
              <p14:xfrm>
                <a:off x="9510534" y="3532179"/>
                <a:ext cx="25560" cy="176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242656C-92B0-A21F-6AB8-C996108D5CB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504414" y="3526059"/>
                  <a:ext cx="37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517F85A-4D82-B949-2A82-FA7A785EB309}"/>
                    </a:ext>
                  </a:extLst>
                </p14:cNvPr>
                <p14:cNvContentPartPr/>
                <p14:nvPr/>
              </p14:nvContentPartPr>
              <p14:xfrm>
                <a:off x="9475974" y="3642339"/>
                <a:ext cx="292680" cy="1141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517F85A-4D82-B949-2A82-FA7A785EB30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69854" y="3636219"/>
                  <a:ext cx="3049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54B3549-D167-3485-46F1-EB96249B93CB}"/>
                    </a:ext>
                  </a:extLst>
                </p14:cNvPr>
                <p14:cNvContentPartPr/>
                <p14:nvPr/>
              </p14:nvContentPartPr>
              <p14:xfrm>
                <a:off x="9883134" y="3595179"/>
                <a:ext cx="78840" cy="139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54B3549-D167-3485-46F1-EB96249B93C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77014" y="3589059"/>
                  <a:ext cx="91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B170BFF-580E-4BAB-C770-94929FEFCF80}"/>
                    </a:ext>
                  </a:extLst>
                </p14:cNvPr>
                <p14:cNvContentPartPr/>
                <p14:nvPr/>
              </p14:nvContentPartPr>
              <p14:xfrm>
                <a:off x="10045494" y="3649899"/>
                <a:ext cx="360" cy="57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B170BFF-580E-4BAB-C770-94929FEFCF8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039374" y="3643779"/>
                  <a:ext cx="12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3001714-56CC-BC34-72E8-41B1504469C3}"/>
                    </a:ext>
                  </a:extLst>
                </p14:cNvPr>
                <p14:cNvContentPartPr/>
                <p14:nvPr/>
              </p14:nvContentPartPr>
              <p14:xfrm>
                <a:off x="10043334" y="3579699"/>
                <a:ext cx="23400" cy="165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3001714-56CC-BC34-72E8-41B1504469C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037214" y="3573579"/>
                  <a:ext cx="35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CEDFE6C-B0D9-F090-97DC-203BEA93E76C}"/>
                    </a:ext>
                  </a:extLst>
                </p14:cNvPr>
                <p14:cNvContentPartPr/>
                <p14:nvPr/>
              </p14:nvContentPartPr>
              <p14:xfrm>
                <a:off x="10012374" y="3642699"/>
                <a:ext cx="459360" cy="112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CEDFE6C-B0D9-F090-97DC-203BEA93E76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006254" y="3636579"/>
                  <a:ext cx="4716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A84514D-3A3E-73AD-09B0-5B271C622339}"/>
                    </a:ext>
                  </a:extLst>
                </p14:cNvPr>
                <p14:cNvContentPartPr/>
                <p14:nvPr/>
              </p14:nvContentPartPr>
              <p14:xfrm>
                <a:off x="8408574" y="2070219"/>
                <a:ext cx="105840" cy="187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A84514D-3A3E-73AD-09B0-5B271C62233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402454" y="2064099"/>
                  <a:ext cx="118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2F28B70-64A4-EA42-12A1-045B15353A63}"/>
                    </a:ext>
                  </a:extLst>
                </p14:cNvPr>
                <p14:cNvContentPartPr/>
                <p14:nvPr/>
              </p14:nvContentPartPr>
              <p14:xfrm>
                <a:off x="8530254" y="2180739"/>
                <a:ext cx="111600" cy="67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2F28B70-64A4-EA42-12A1-045B15353A6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524134" y="2174619"/>
                  <a:ext cx="123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0D33479-AA03-1974-5A2D-04ECDEB3397A}"/>
                    </a:ext>
                  </a:extLst>
                </p14:cNvPr>
                <p14:cNvContentPartPr/>
                <p14:nvPr/>
              </p14:nvContentPartPr>
              <p14:xfrm>
                <a:off x="8691534" y="2143299"/>
                <a:ext cx="126360" cy="119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0D33479-AA03-1974-5A2D-04ECDEB3397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85414" y="2137179"/>
                  <a:ext cx="138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349D45C-976D-B19B-F245-DE09B28F3467}"/>
                    </a:ext>
                  </a:extLst>
                </p14:cNvPr>
                <p14:cNvContentPartPr/>
                <p14:nvPr/>
              </p14:nvContentPartPr>
              <p14:xfrm>
                <a:off x="8358894" y="2408259"/>
                <a:ext cx="120240" cy="1490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349D45C-976D-B19B-F245-DE09B28F346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52774" y="2402139"/>
                  <a:ext cx="1324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C732A4D-D8A5-FB8A-C668-2787D8649AFF}"/>
                    </a:ext>
                  </a:extLst>
                </p14:cNvPr>
                <p14:cNvContentPartPr/>
                <p14:nvPr/>
              </p14:nvContentPartPr>
              <p14:xfrm>
                <a:off x="8502894" y="2474499"/>
                <a:ext cx="60840" cy="78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C732A4D-D8A5-FB8A-C668-2787D8649AF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496774" y="2468379"/>
                  <a:ext cx="73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B890A7C-DA42-AAAD-50F5-5EDEAA05F50F}"/>
                    </a:ext>
                  </a:extLst>
                </p14:cNvPr>
                <p14:cNvContentPartPr/>
                <p14:nvPr/>
              </p14:nvContentPartPr>
              <p14:xfrm>
                <a:off x="8603334" y="2456499"/>
                <a:ext cx="98640" cy="1004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B890A7C-DA42-AAAD-50F5-5EDEAA05F50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597214" y="2450379"/>
                  <a:ext cx="110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F3C6707-4797-7B11-A37A-9C2600D5C270}"/>
                    </a:ext>
                  </a:extLst>
                </p14:cNvPr>
                <p14:cNvContentPartPr/>
                <p14:nvPr/>
              </p14:nvContentPartPr>
              <p14:xfrm>
                <a:off x="8738334" y="2366859"/>
                <a:ext cx="10080" cy="172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F3C6707-4797-7B11-A37A-9C2600D5C27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732214" y="2360739"/>
                  <a:ext cx="22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F7748F8-3F24-0F6F-C682-BEDBB7357129}"/>
                    </a:ext>
                  </a:extLst>
                </p14:cNvPr>
                <p14:cNvContentPartPr/>
                <p14:nvPr/>
              </p14:nvContentPartPr>
              <p14:xfrm>
                <a:off x="8691894" y="2469819"/>
                <a:ext cx="164160" cy="79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F7748F8-3F24-0F6F-C682-BEDBB735712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685774" y="2463699"/>
                  <a:ext cx="176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8C207D6-86C7-9B55-5B8B-1FFB37753462}"/>
                    </a:ext>
                  </a:extLst>
                </p14:cNvPr>
                <p14:cNvContentPartPr/>
                <p14:nvPr/>
              </p14:nvContentPartPr>
              <p14:xfrm>
                <a:off x="8867214" y="2426979"/>
                <a:ext cx="154080" cy="138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8C207D6-86C7-9B55-5B8B-1FFB3775346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861094" y="2420859"/>
                  <a:ext cx="166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226D40D-91B5-31B2-E620-81F8B03FE3E8}"/>
                    </a:ext>
                  </a:extLst>
                </p14:cNvPr>
                <p14:cNvContentPartPr/>
                <p14:nvPr/>
              </p14:nvContentPartPr>
              <p14:xfrm>
                <a:off x="8347014" y="2769339"/>
                <a:ext cx="191160" cy="95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226D40D-91B5-31B2-E620-81F8B03FE3E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340894" y="2763219"/>
                  <a:ext cx="2034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C4E77EF-9F6F-2066-654C-206FAD159622}"/>
                    </a:ext>
                  </a:extLst>
                </p14:cNvPr>
                <p14:cNvContentPartPr/>
                <p14:nvPr/>
              </p14:nvContentPartPr>
              <p14:xfrm>
                <a:off x="8559054" y="2812539"/>
                <a:ext cx="84240" cy="69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C4E77EF-9F6F-2066-654C-206FAD15962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552934" y="2806419"/>
                  <a:ext cx="96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BE785FF-10B0-A71B-AF01-9CA702A61D1A}"/>
                    </a:ext>
                  </a:extLst>
                </p14:cNvPr>
                <p14:cNvContentPartPr/>
                <p14:nvPr/>
              </p14:nvContentPartPr>
              <p14:xfrm>
                <a:off x="8705934" y="2707419"/>
                <a:ext cx="15840" cy="154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BE785FF-10B0-A71B-AF01-9CA702A61D1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699814" y="2701299"/>
                  <a:ext cx="28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E36A07E-E34E-47C8-1BAF-74878912831B}"/>
                    </a:ext>
                  </a:extLst>
                </p14:cNvPr>
                <p14:cNvContentPartPr/>
                <p14:nvPr/>
              </p14:nvContentPartPr>
              <p14:xfrm>
                <a:off x="8676414" y="2796339"/>
                <a:ext cx="159840" cy="83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E36A07E-E34E-47C8-1BAF-74878912831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670294" y="2790219"/>
                  <a:ext cx="172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E2FF269-0631-2D71-EE0E-D4D462755E88}"/>
                    </a:ext>
                  </a:extLst>
                </p14:cNvPr>
                <p14:cNvContentPartPr/>
                <p14:nvPr/>
              </p14:nvContentPartPr>
              <p14:xfrm>
                <a:off x="8878734" y="2676819"/>
                <a:ext cx="113760" cy="185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E2FF269-0631-2D71-EE0E-D4D462755E8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872614" y="2670699"/>
                  <a:ext cx="126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654BC87-E823-D5DE-8EAF-4A61D18A40AC}"/>
                    </a:ext>
                  </a:extLst>
                </p14:cNvPr>
                <p14:cNvContentPartPr/>
                <p14:nvPr/>
              </p14:nvContentPartPr>
              <p14:xfrm>
                <a:off x="9011214" y="2687619"/>
                <a:ext cx="158040" cy="1792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654BC87-E823-D5DE-8EAF-4A61D18A40A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005094" y="2681499"/>
                  <a:ext cx="170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3C39314-38E5-720E-C6D4-9BD02731070A}"/>
                    </a:ext>
                  </a:extLst>
                </p14:cNvPr>
                <p14:cNvContentPartPr/>
                <p14:nvPr/>
              </p14:nvContentPartPr>
              <p14:xfrm>
                <a:off x="9192294" y="2797779"/>
                <a:ext cx="82080" cy="96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3C39314-38E5-720E-C6D4-9BD02731070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186174" y="2791659"/>
                  <a:ext cx="943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AE09BC1-67E9-664C-B034-0A856E849F70}"/>
                    </a:ext>
                  </a:extLst>
                </p14:cNvPr>
                <p14:cNvContentPartPr/>
                <p14:nvPr/>
              </p14:nvContentPartPr>
              <p14:xfrm>
                <a:off x="9080334" y="2768619"/>
                <a:ext cx="156960" cy="280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AE09BC1-67E9-664C-B034-0A856E849F7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074214" y="2762499"/>
                  <a:ext cx="16920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4" name="Group 583">
            <a:extLst>
              <a:ext uri="{FF2B5EF4-FFF2-40B4-BE49-F238E27FC236}">
                <a16:creationId xmlns:a16="http://schemas.microsoft.com/office/drawing/2014/main" id="{34FAC4A3-EFEF-DE8A-4E0F-3E70110A8719}"/>
              </a:ext>
            </a:extLst>
          </p:cNvPr>
          <p:cNvGrpSpPr/>
          <p:nvPr/>
        </p:nvGrpSpPr>
        <p:grpSpPr>
          <a:xfrm>
            <a:off x="1557414" y="1958979"/>
            <a:ext cx="1656000" cy="645840"/>
            <a:chOff x="1557414" y="1958979"/>
            <a:chExt cx="1656000" cy="64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9819626-774C-AD1A-9717-9FB00F45DE97}"/>
                    </a:ext>
                  </a:extLst>
                </p14:cNvPr>
                <p14:cNvContentPartPr/>
                <p14:nvPr/>
              </p14:nvContentPartPr>
              <p14:xfrm>
                <a:off x="1557414" y="2395659"/>
                <a:ext cx="1656000" cy="209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9819626-774C-AD1A-9717-9FB00F45DE9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551294" y="2389539"/>
                  <a:ext cx="1668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9B1E71-C938-BA67-7274-201636935E2F}"/>
                    </a:ext>
                  </a:extLst>
                </p14:cNvPr>
                <p14:cNvContentPartPr/>
                <p14:nvPr/>
              </p14:nvContentPartPr>
              <p14:xfrm>
                <a:off x="1792134" y="1995339"/>
                <a:ext cx="117360" cy="273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9B1E71-C938-BA67-7274-201636935E2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786014" y="1989219"/>
                  <a:ext cx="129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247D926-F41A-CB81-9C09-F2339917F463}"/>
                    </a:ext>
                  </a:extLst>
                </p14:cNvPr>
                <p14:cNvContentPartPr/>
                <p14:nvPr/>
              </p14:nvContentPartPr>
              <p14:xfrm>
                <a:off x="1931094" y="2165979"/>
                <a:ext cx="86400" cy="75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247D926-F41A-CB81-9C09-F2339917F46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924974" y="2159859"/>
                  <a:ext cx="98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ACA9675-7F7E-2EE9-5881-53277D7E54A3}"/>
                    </a:ext>
                  </a:extLst>
                </p14:cNvPr>
                <p14:cNvContentPartPr/>
                <p14:nvPr/>
              </p14:nvContentPartPr>
              <p14:xfrm>
                <a:off x="2090214" y="1958979"/>
                <a:ext cx="20520" cy="235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ACA9675-7F7E-2EE9-5881-53277D7E54A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084094" y="1952859"/>
                  <a:ext cx="327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DB6976-2C66-4458-F1AA-5C87C135B97A}"/>
                    </a:ext>
                  </a:extLst>
                </p14:cNvPr>
                <p14:cNvContentPartPr/>
                <p14:nvPr/>
              </p14:nvContentPartPr>
              <p14:xfrm>
                <a:off x="2048094" y="2129259"/>
                <a:ext cx="225000" cy="64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DB6976-2C66-4458-F1AA-5C87C135B97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041974" y="2123139"/>
                  <a:ext cx="2372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77D225B-FD15-1A08-AB0A-A985A9A1F3F6}"/>
                    </a:ext>
                  </a:extLst>
                </p14:cNvPr>
                <p14:cNvContentPartPr/>
                <p14:nvPr/>
              </p14:nvContentPartPr>
              <p14:xfrm>
                <a:off x="1689174" y="2308899"/>
                <a:ext cx="21240" cy="1868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77D225B-FD15-1A08-AB0A-A985A9A1F3F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683054" y="2302779"/>
                  <a:ext cx="33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678E332-5977-148D-3730-4EA01927EE71}"/>
                    </a:ext>
                  </a:extLst>
                </p14:cNvPr>
                <p14:cNvContentPartPr/>
                <p14:nvPr/>
              </p14:nvContentPartPr>
              <p14:xfrm>
                <a:off x="1805454" y="2429139"/>
                <a:ext cx="66600" cy="74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678E332-5977-148D-3730-4EA01927EE7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799334" y="2423019"/>
                  <a:ext cx="78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B1120A8-2822-A42D-83F4-814979E4D0E4}"/>
                    </a:ext>
                  </a:extLst>
                </p14:cNvPr>
                <p14:cNvContentPartPr/>
                <p14:nvPr/>
              </p14:nvContentPartPr>
              <p14:xfrm>
                <a:off x="1926774" y="2426259"/>
                <a:ext cx="82080" cy="831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B1120A8-2822-A42D-83F4-814979E4D0E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920654" y="2420139"/>
                  <a:ext cx="94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AE847C4-F483-99FA-E118-1A89C0E5F964}"/>
                    </a:ext>
                  </a:extLst>
                </p14:cNvPr>
                <p14:cNvContentPartPr/>
                <p14:nvPr/>
              </p14:nvContentPartPr>
              <p14:xfrm>
                <a:off x="2056374" y="2330859"/>
                <a:ext cx="91080" cy="1713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AE847C4-F483-99FA-E118-1A89C0E5F96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050254" y="2324739"/>
                  <a:ext cx="1033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20757CA-7B8E-4231-B57F-CAF0B4F61B8C}"/>
                    </a:ext>
                  </a:extLst>
                </p14:cNvPr>
                <p14:cNvContentPartPr/>
                <p14:nvPr/>
              </p14:nvContentPartPr>
              <p14:xfrm>
                <a:off x="2190294" y="2424819"/>
                <a:ext cx="54720" cy="58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20757CA-7B8E-4231-B57F-CAF0B4F61B8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184174" y="2418699"/>
                  <a:ext cx="66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0026FFFA-507D-B113-511A-045944096321}"/>
                    </a:ext>
                  </a:extLst>
                </p14:cNvPr>
                <p14:cNvContentPartPr/>
                <p14:nvPr/>
              </p14:nvContentPartPr>
              <p14:xfrm>
                <a:off x="2277054" y="2399619"/>
                <a:ext cx="98280" cy="7488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0026FFFA-507D-B113-511A-04594409632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270934" y="2393499"/>
                  <a:ext cx="110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42C44715-AE4E-7604-214F-6D728EB225B5}"/>
                    </a:ext>
                  </a:extLst>
                </p14:cNvPr>
                <p14:cNvContentPartPr/>
                <p14:nvPr/>
              </p14:nvContentPartPr>
              <p14:xfrm>
                <a:off x="2430774" y="2364699"/>
                <a:ext cx="92520" cy="10620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42C44715-AE4E-7604-214F-6D728EB225B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424654" y="2358579"/>
                  <a:ext cx="10476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3" name="Group 612">
            <a:extLst>
              <a:ext uri="{FF2B5EF4-FFF2-40B4-BE49-F238E27FC236}">
                <a16:creationId xmlns:a16="http://schemas.microsoft.com/office/drawing/2014/main" id="{E38C7351-9772-DA69-6819-0A7F47698EE1}"/>
              </a:ext>
            </a:extLst>
          </p:cNvPr>
          <p:cNvGrpSpPr/>
          <p:nvPr/>
        </p:nvGrpSpPr>
        <p:grpSpPr>
          <a:xfrm>
            <a:off x="1128294" y="4615419"/>
            <a:ext cx="5504400" cy="309240"/>
            <a:chOff x="1128294" y="4615419"/>
            <a:chExt cx="550440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23229FEA-7273-3AD1-F8F7-18E6DCDDB08B}"/>
                    </a:ext>
                  </a:extLst>
                </p14:cNvPr>
                <p14:cNvContentPartPr/>
                <p14:nvPr/>
              </p14:nvContentPartPr>
              <p14:xfrm>
                <a:off x="1128294" y="4628019"/>
                <a:ext cx="128880" cy="25020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23229FEA-7273-3AD1-F8F7-18E6DCDDB08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19294" y="4619019"/>
                  <a:ext cx="14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D5A545D2-CF8F-DF5C-14B4-9E2AFF0F2292}"/>
                    </a:ext>
                  </a:extLst>
                </p14:cNvPr>
                <p14:cNvContentPartPr/>
                <p14:nvPr/>
              </p14:nvContentPartPr>
              <p14:xfrm>
                <a:off x="1291734" y="4669419"/>
                <a:ext cx="128520" cy="10332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D5A545D2-CF8F-DF5C-14B4-9E2AFF0F229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283094" y="4660419"/>
                  <a:ext cx="146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497AC915-FDCD-CF97-861B-08D461B7E7BD}"/>
                    </a:ext>
                  </a:extLst>
                </p14:cNvPr>
                <p14:cNvContentPartPr/>
                <p14:nvPr/>
              </p14:nvContentPartPr>
              <p14:xfrm>
                <a:off x="1455174" y="4653939"/>
                <a:ext cx="189360" cy="10944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497AC915-FDCD-CF97-861B-08D461B7E7B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446174" y="4645299"/>
                  <a:ext cx="207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CF26A53F-5B02-135A-8CA1-DE9337C050E2}"/>
                    </a:ext>
                  </a:extLst>
                </p14:cNvPr>
                <p14:cNvContentPartPr/>
                <p14:nvPr/>
              </p14:nvContentPartPr>
              <p14:xfrm>
                <a:off x="1586574" y="4626219"/>
                <a:ext cx="149040" cy="10224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CF26A53F-5B02-135A-8CA1-DE9337C050E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577574" y="4617219"/>
                  <a:ext cx="166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BEC1A24A-E344-1103-0087-794CB15B75FD}"/>
                    </a:ext>
                  </a:extLst>
                </p14:cNvPr>
                <p14:cNvContentPartPr/>
                <p14:nvPr/>
              </p14:nvContentPartPr>
              <p14:xfrm>
                <a:off x="1742454" y="4615419"/>
                <a:ext cx="164160" cy="26496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BEC1A24A-E344-1103-0087-794CB15B75F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733454" y="4606779"/>
                  <a:ext cx="1818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E0BEAD55-C212-FC46-9A4B-A287FC7A5549}"/>
                    </a:ext>
                  </a:extLst>
                </p14:cNvPr>
                <p14:cNvContentPartPr/>
                <p14:nvPr/>
              </p14:nvContentPartPr>
              <p14:xfrm>
                <a:off x="2048094" y="4669419"/>
                <a:ext cx="4584600" cy="25524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E0BEAD55-C212-FC46-9A4B-A287FC7A554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039094" y="4660779"/>
                  <a:ext cx="460224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6D57D9EC-EC33-6A54-FD6B-D6AF215A2F83}"/>
              </a:ext>
            </a:extLst>
          </p:cNvPr>
          <p:cNvGrpSpPr/>
          <p:nvPr/>
        </p:nvGrpSpPr>
        <p:grpSpPr>
          <a:xfrm>
            <a:off x="6690654" y="3757539"/>
            <a:ext cx="4957200" cy="1986480"/>
            <a:chOff x="6690654" y="3757539"/>
            <a:chExt cx="4957200" cy="19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015616EF-F360-6651-E53C-AAF163139EEA}"/>
                    </a:ext>
                  </a:extLst>
                </p14:cNvPr>
                <p14:cNvContentPartPr/>
                <p14:nvPr/>
              </p14:nvContentPartPr>
              <p14:xfrm>
                <a:off x="6740334" y="4514619"/>
                <a:ext cx="2488680" cy="66060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015616EF-F360-6651-E53C-AAF163139EE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731334" y="4505619"/>
                  <a:ext cx="250632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E1A26C3F-58C7-2735-2DD0-74D8EC699CAF}"/>
                    </a:ext>
                  </a:extLst>
                </p14:cNvPr>
                <p14:cNvContentPartPr/>
                <p14:nvPr/>
              </p14:nvContentPartPr>
              <p14:xfrm>
                <a:off x="6690654" y="4849059"/>
                <a:ext cx="45720" cy="26712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E1A26C3F-58C7-2735-2DD0-74D8EC699CA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682014" y="4840419"/>
                  <a:ext cx="63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6793F893-77B4-BAD5-1706-FC118560DC67}"/>
                    </a:ext>
                  </a:extLst>
                </p14:cNvPr>
                <p14:cNvContentPartPr/>
                <p14:nvPr/>
              </p14:nvContentPartPr>
              <p14:xfrm>
                <a:off x="9272214" y="3793179"/>
                <a:ext cx="1147320" cy="109548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6793F893-77B4-BAD5-1706-FC118560DC6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263214" y="3784179"/>
                  <a:ext cx="1164960" cy="11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EA8AE3D3-BFFA-132A-F765-6AA6B6ACFF6C}"/>
                    </a:ext>
                  </a:extLst>
                </p14:cNvPr>
                <p14:cNvContentPartPr/>
                <p14:nvPr/>
              </p14:nvContentPartPr>
              <p14:xfrm>
                <a:off x="10290654" y="3757539"/>
                <a:ext cx="225000" cy="8712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EA8AE3D3-BFFA-132A-F765-6AA6B6ACFF6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282014" y="3748539"/>
                  <a:ext cx="2426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6E80B97-305D-3742-6C1A-963EE850F2A2}"/>
                    </a:ext>
                  </a:extLst>
                </p14:cNvPr>
                <p14:cNvContentPartPr/>
                <p14:nvPr/>
              </p14:nvContentPartPr>
              <p14:xfrm>
                <a:off x="10612134" y="3930339"/>
                <a:ext cx="180000" cy="13752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6E80B97-305D-3742-6C1A-963EE850F2A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603134" y="3921699"/>
                  <a:ext cx="197640" cy="13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17F9E5A-450A-3F46-8F9B-2348C5A705F2}"/>
                    </a:ext>
                  </a:extLst>
                </p14:cNvPr>
                <p14:cNvContentPartPr/>
                <p14:nvPr/>
              </p14:nvContentPartPr>
              <p14:xfrm>
                <a:off x="10455534" y="5224899"/>
                <a:ext cx="294120" cy="125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17F9E5A-450A-3F46-8F9B-2348C5A705F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446534" y="5215899"/>
                  <a:ext cx="311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4F23A75-6772-1FC2-AA16-E58BC89D79E9}"/>
                    </a:ext>
                  </a:extLst>
                </p14:cNvPr>
                <p14:cNvContentPartPr/>
                <p14:nvPr/>
              </p14:nvContentPartPr>
              <p14:xfrm>
                <a:off x="10957014" y="5194299"/>
                <a:ext cx="8640" cy="234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4F23A75-6772-1FC2-AA16-E58BC89D79E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948374" y="5185299"/>
                  <a:ext cx="26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70D7E15-0D3B-300B-F4D9-CE44D508D7D4}"/>
                    </a:ext>
                  </a:extLst>
                </p14:cNvPr>
                <p14:cNvContentPartPr/>
                <p14:nvPr/>
              </p14:nvContentPartPr>
              <p14:xfrm>
                <a:off x="10871334" y="5318139"/>
                <a:ext cx="236880" cy="102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70D7E15-0D3B-300B-F4D9-CE44D508D7D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862334" y="5309499"/>
                  <a:ext cx="254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8618438-FC43-670A-C00E-5DFEBA0144CB}"/>
                    </a:ext>
                  </a:extLst>
                </p14:cNvPr>
                <p14:cNvContentPartPr/>
                <p14:nvPr/>
              </p14:nvContentPartPr>
              <p14:xfrm>
                <a:off x="11122614" y="5279979"/>
                <a:ext cx="123120" cy="162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8618438-FC43-670A-C00E-5DFEBA0144C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113974" y="5270979"/>
                  <a:ext cx="1407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C04B545-A4C8-1320-925F-530DFAF94CB0}"/>
                    </a:ext>
                  </a:extLst>
                </p14:cNvPr>
                <p14:cNvContentPartPr/>
                <p14:nvPr/>
              </p14:nvContentPartPr>
              <p14:xfrm>
                <a:off x="11401254" y="5154699"/>
                <a:ext cx="34200" cy="2268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C04B545-A4C8-1320-925F-530DFAF94CB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392614" y="5146059"/>
                  <a:ext cx="518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B58CF2E-4F17-5AB5-85ED-5D6AF62505D0}"/>
                    </a:ext>
                  </a:extLst>
                </p14:cNvPr>
                <p14:cNvContentPartPr/>
                <p14:nvPr/>
              </p14:nvContentPartPr>
              <p14:xfrm>
                <a:off x="11415294" y="5233539"/>
                <a:ext cx="140760" cy="1238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B58CF2E-4F17-5AB5-85ED-5D6AF62505D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406294" y="5224899"/>
                  <a:ext cx="158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2D2E6E2-C2A7-880C-4895-76DCFE002DFF}"/>
                    </a:ext>
                  </a:extLst>
                </p14:cNvPr>
                <p14:cNvContentPartPr/>
                <p14:nvPr/>
              </p14:nvContentPartPr>
              <p14:xfrm>
                <a:off x="11048814" y="5617659"/>
                <a:ext cx="271080" cy="126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2D2E6E2-C2A7-880C-4895-76DCFE002DF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040174" y="5609019"/>
                  <a:ext cx="288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EAC37D5-5B30-A15B-D896-8C92FE15D443}"/>
                    </a:ext>
                  </a:extLst>
                </p14:cNvPr>
                <p14:cNvContentPartPr/>
                <p14:nvPr/>
              </p14:nvContentPartPr>
              <p14:xfrm>
                <a:off x="11373894" y="5652939"/>
                <a:ext cx="47520" cy="64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EAC37D5-5B30-A15B-D896-8C92FE15D44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364894" y="5643939"/>
                  <a:ext cx="65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E77A0C1-8E90-0BB8-D463-D95A606524F2}"/>
                    </a:ext>
                  </a:extLst>
                </p14:cNvPr>
                <p14:cNvContentPartPr/>
                <p14:nvPr/>
              </p14:nvContentPartPr>
              <p14:xfrm>
                <a:off x="11480094" y="5531259"/>
                <a:ext cx="10080" cy="198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E77A0C1-8E90-0BB8-D463-D95A606524F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471094" y="5522619"/>
                  <a:ext cx="277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B395C49-6D42-FDB0-2B31-5C66BFD2BB97}"/>
                    </a:ext>
                  </a:extLst>
                </p14:cNvPr>
                <p14:cNvContentPartPr/>
                <p14:nvPr/>
              </p14:nvContentPartPr>
              <p14:xfrm>
                <a:off x="11562894" y="5535579"/>
                <a:ext cx="16560" cy="176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B395C49-6D42-FDB0-2B31-5C66BFD2BB9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554254" y="5526579"/>
                  <a:ext cx="342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C6F87CF-C5F2-C476-9D40-F11726B50F48}"/>
                    </a:ext>
                  </a:extLst>
                </p14:cNvPr>
                <p14:cNvContentPartPr/>
                <p14:nvPr/>
              </p14:nvContentPartPr>
              <p14:xfrm>
                <a:off x="11501334" y="5594979"/>
                <a:ext cx="146520" cy="135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C6F87CF-C5F2-C476-9D40-F11726B50F4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492694" y="5586339"/>
                  <a:ext cx="16416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F1BF3172-561A-1077-B612-33B6F962A4E5}"/>
              </a:ext>
            </a:extLst>
          </p:cNvPr>
          <p:cNvGrpSpPr/>
          <p:nvPr/>
        </p:nvGrpSpPr>
        <p:grpSpPr>
          <a:xfrm>
            <a:off x="10108494" y="5444859"/>
            <a:ext cx="392040" cy="267120"/>
            <a:chOff x="10108494" y="5444859"/>
            <a:chExt cx="39204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9A2D3F6-1A48-32CB-B332-3814DAC6FBF2}"/>
                    </a:ext>
                  </a:extLst>
                </p14:cNvPr>
                <p14:cNvContentPartPr/>
                <p14:nvPr/>
              </p14:nvContentPartPr>
              <p14:xfrm>
                <a:off x="10108494" y="5444859"/>
                <a:ext cx="149400" cy="267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9A2D3F6-1A48-32CB-B332-3814DAC6FBF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099494" y="5435859"/>
                  <a:ext cx="1670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D85747B-CCCA-A733-BC62-305846C330AE}"/>
                    </a:ext>
                  </a:extLst>
                </p14:cNvPr>
                <p14:cNvContentPartPr/>
                <p14:nvPr/>
              </p14:nvContentPartPr>
              <p14:xfrm>
                <a:off x="10283814" y="5611899"/>
                <a:ext cx="54000" cy="921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D85747B-CCCA-A733-BC62-305846C330A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274814" y="5603259"/>
                  <a:ext cx="716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2B85A49-3889-58CF-61B4-0BDF3A8A300A}"/>
                    </a:ext>
                  </a:extLst>
                </p14:cNvPr>
                <p14:cNvContentPartPr/>
                <p14:nvPr/>
              </p14:nvContentPartPr>
              <p14:xfrm>
                <a:off x="10400454" y="5615859"/>
                <a:ext cx="100080" cy="65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2B85A49-3889-58CF-61B4-0BDF3A8A300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391814" y="5607219"/>
                  <a:ext cx="11772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791FD5AB-9EBA-508F-1573-DCE622180052}"/>
              </a:ext>
            </a:extLst>
          </p:cNvPr>
          <p:cNvGrpSpPr/>
          <p:nvPr/>
        </p:nvGrpSpPr>
        <p:grpSpPr>
          <a:xfrm>
            <a:off x="10077894" y="5813859"/>
            <a:ext cx="776880" cy="279720"/>
            <a:chOff x="10077894" y="5813859"/>
            <a:chExt cx="77688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AC2C499-C166-2103-C0AF-31BC7EE69D0D}"/>
                    </a:ext>
                  </a:extLst>
                </p14:cNvPr>
                <p14:cNvContentPartPr/>
                <p14:nvPr/>
              </p14:nvContentPartPr>
              <p14:xfrm>
                <a:off x="10077894" y="5932299"/>
                <a:ext cx="176400" cy="1612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AC2C499-C166-2103-C0AF-31BC7EE69D0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068894" y="5923299"/>
                  <a:ext cx="194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F7BE3B6-5CED-3424-BF43-0648102E086B}"/>
                    </a:ext>
                  </a:extLst>
                </p14:cNvPr>
                <p14:cNvContentPartPr/>
                <p14:nvPr/>
              </p14:nvContentPartPr>
              <p14:xfrm>
                <a:off x="10258974" y="5990979"/>
                <a:ext cx="73800" cy="96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F7BE3B6-5CED-3424-BF43-0648102E086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250334" y="5981979"/>
                  <a:ext cx="91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F9F8944-7E43-ECE4-EEBA-7C4A7DA85AA2}"/>
                    </a:ext>
                  </a:extLst>
                </p14:cNvPr>
                <p14:cNvContentPartPr/>
                <p14:nvPr/>
              </p14:nvContentPartPr>
              <p14:xfrm>
                <a:off x="10353654" y="5859219"/>
                <a:ext cx="26280" cy="196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F9F8944-7E43-ECE4-EEBA-7C4A7DA85AA2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345014" y="5850219"/>
                  <a:ext cx="439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7C007EF-5D3C-280A-265A-B9329559719E}"/>
                    </a:ext>
                  </a:extLst>
                </p14:cNvPr>
                <p14:cNvContentPartPr/>
                <p14:nvPr/>
              </p14:nvContentPartPr>
              <p14:xfrm>
                <a:off x="10312254" y="5976579"/>
                <a:ext cx="218880" cy="61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7C007EF-5D3C-280A-265A-B9329559719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303254" y="5967579"/>
                  <a:ext cx="2365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63A5001-39DB-80CE-E90C-2EB10B26B570}"/>
                    </a:ext>
                  </a:extLst>
                </p14:cNvPr>
                <p14:cNvContentPartPr/>
                <p14:nvPr/>
              </p14:nvContentPartPr>
              <p14:xfrm>
                <a:off x="10523214" y="5844819"/>
                <a:ext cx="74880" cy="1962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63A5001-39DB-80CE-E90C-2EB10B26B57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514574" y="5835819"/>
                  <a:ext cx="925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1717F40-7DB6-4F41-B3F5-F203A396DCF5}"/>
                    </a:ext>
                  </a:extLst>
                </p14:cNvPr>
                <p14:cNvContentPartPr/>
                <p14:nvPr/>
              </p14:nvContentPartPr>
              <p14:xfrm>
                <a:off x="10584054" y="5813859"/>
                <a:ext cx="164880" cy="2257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1717F40-7DB6-4F41-B3F5-F203A396DCF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575414" y="5804859"/>
                  <a:ext cx="182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967AABA-4FA1-9A08-1DCE-8E35B29D51BC}"/>
                    </a:ext>
                  </a:extLst>
                </p14:cNvPr>
                <p14:cNvContentPartPr/>
                <p14:nvPr/>
              </p14:nvContentPartPr>
              <p14:xfrm>
                <a:off x="10748934" y="5972979"/>
                <a:ext cx="61560" cy="59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967AABA-4FA1-9A08-1DCE-8E35B29D51B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739934" y="5964339"/>
                  <a:ext cx="79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25E395F-390A-3B45-A914-147C60BE9D17}"/>
                    </a:ext>
                  </a:extLst>
                </p14:cNvPr>
                <p14:cNvContentPartPr/>
                <p14:nvPr/>
              </p14:nvContentPartPr>
              <p14:xfrm>
                <a:off x="10712214" y="5871819"/>
                <a:ext cx="142560" cy="273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25E395F-390A-3B45-A914-147C60BE9D1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703214" y="5863179"/>
                  <a:ext cx="1602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17E67489-9717-2794-83B9-AE1079C39507}"/>
              </a:ext>
            </a:extLst>
          </p:cNvPr>
          <p:cNvGrpSpPr/>
          <p:nvPr/>
        </p:nvGrpSpPr>
        <p:grpSpPr>
          <a:xfrm>
            <a:off x="4439214" y="4616859"/>
            <a:ext cx="5376960" cy="1970640"/>
            <a:chOff x="4439214" y="4616859"/>
            <a:chExt cx="5376960" cy="19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0E30988E-B338-9669-BEF4-B67C06E82F75}"/>
                    </a:ext>
                  </a:extLst>
                </p14:cNvPr>
                <p14:cNvContentPartPr/>
                <p14:nvPr/>
              </p14:nvContentPartPr>
              <p14:xfrm>
                <a:off x="7418214" y="4649259"/>
                <a:ext cx="90000" cy="18108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0E30988E-B338-9669-BEF4-B67C06E82F7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412094" y="4643139"/>
                  <a:ext cx="1022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3CE379F2-B007-B261-0C84-AE9264097711}"/>
                    </a:ext>
                  </a:extLst>
                </p14:cNvPr>
                <p14:cNvContentPartPr/>
                <p14:nvPr/>
              </p14:nvContentPartPr>
              <p14:xfrm>
                <a:off x="7571214" y="4716219"/>
                <a:ext cx="64800" cy="8496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3CE379F2-B007-B261-0C84-AE926409771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565094" y="4710099"/>
                  <a:ext cx="77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D40B88F6-276D-E4D6-F6E1-816E1335EB99}"/>
                    </a:ext>
                  </a:extLst>
                </p14:cNvPr>
                <p14:cNvContentPartPr/>
                <p14:nvPr/>
              </p14:nvContentPartPr>
              <p14:xfrm>
                <a:off x="7731054" y="4616859"/>
                <a:ext cx="6840" cy="16308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D40B88F6-276D-E4D6-F6E1-816E1335EB9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724934" y="4610739"/>
                  <a:ext cx="190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C143A286-6380-683B-9AE6-797C745491BB}"/>
                    </a:ext>
                  </a:extLst>
                </p14:cNvPr>
                <p14:cNvContentPartPr/>
                <p14:nvPr/>
              </p14:nvContentPartPr>
              <p14:xfrm>
                <a:off x="7685694" y="4734219"/>
                <a:ext cx="2160" cy="216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C143A286-6380-683B-9AE6-797C745491B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679574" y="4728099"/>
                  <a:ext cx="144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59684E20-F659-D24D-3C55-D9D55E86816C}"/>
                    </a:ext>
                  </a:extLst>
                </p14:cNvPr>
                <p14:cNvContentPartPr/>
                <p14:nvPr/>
              </p14:nvContentPartPr>
              <p14:xfrm>
                <a:off x="7664814" y="4711899"/>
                <a:ext cx="145440" cy="1548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59684E20-F659-D24D-3C55-D9D55E86816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658694" y="4705779"/>
                  <a:ext cx="157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5710A89E-5D4B-E0CD-E4C4-E01A4246C150}"/>
                    </a:ext>
                  </a:extLst>
                </p14:cNvPr>
                <p14:cNvContentPartPr/>
                <p14:nvPr/>
              </p14:nvContentPartPr>
              <p14:xfrm>
                <a:off x="7837254" y="4705059"/>
                <a:ext cx="61200" cy="10152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5710A89E-5D4B-E0CD-E4C4-E01A4246C15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831134" y="4698939"/>
                  <a:ext cx="734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58759CE0-CCA1-96AE-3F0B-F94B01021810}"/>
                    </a:ext>
                  </a:extLst>
                </p14:cNvPr>
                <p14:cNvContentPartPr/>
                <p14:nvPr/>
              </p14:nvContentPartPr>
              <p14:xfrm>
                <a:off x="7965054" y="4735659"/>
                <a:ext cx="5040" cy="5292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58759CE0-CCA1-96AE-3F0B-F94B0102181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958934" y="4729539"/>
                  <a:ext cx="172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D810C675-3FAE-075D-9AAA-2E0A3CD9C76F}"/>
                    </a:ext>
                  </a:extLst>
                </p14:cNvPr>
                <p14:cNvContentPartPr/>
                <p14:nvPr/>
              </p14:nvContentPartPr>
              <p14:xfrm>
                <a:off x="7962534" y="4691019"/>
                <a:ext cx="6480" cy="324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D810C675-3FAE-075D-9AAA-2E0A3CD9C76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956414" y="4684899"/>
                  <a:ext cx="187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90CADDBC-24C4-0EDB-F401-343779373B9D}"/>
                    </a:ext>
                  </a:extLst>
                </p14:cNvPr>
                <p14:cNvContentPartPr/>
                <p14:nvPr/>
              </p14:nvContentPartPr>
              <p14:xfrm>
                <a:off x="8056494" y="4698579"/>
                <a:ext cx="92880" cy="82080"/>
              </p14:xfrm>
            </p:contentPart>
          </mc:Choice>
          <mc:Fallback xmlns=""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90CADDBC-24C4-0EDB-F401-343779373B9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050374" y="4692459"/>
                  <a:ext cx="105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079D44A9-D825-A7A8-C46A-004C3E628E6C}"/>
                    </a:ext>
                  </a:extLst>
                </p14:cNvPr>
                <p14:cNvContentPartPr/>
                <p14:nvPr/>
              </p14:nvContentPartPr>
              <p14:xfrm>
                <a:off x="8167014" y="4692099"/>
                <a:ext cx="101160" cy="10404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079D44A9-D825-A7A8-C46A-004C3E628E6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160894" y="4685979"/>
                  <a:ext cx="113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FDB2847A-FC6D-E023-5BD0-61D8EB2D3983}"/>
                    </a:ext>
                  </a:extLst>
                </p14:cNvPr>
                <p14:cNvContentPartPr/>
                <p14:nvPr/>
              </p14:nvContentPartPr>
              <p14:xfrm>
                <a:off x="8308854" y="4671939"/>
                <a:ext cx="140760" cy="13644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FDB2847A-FC6D-E023-5BD0-61D8EB2D3983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302734" y="4665819"/>
                  <a:ext cx="153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E1E578EC-BC54-08DC-3AB5-003AB6909EE7}"/>
                    </a:ext>
                  </a:extLst>
                </p14:cNvPr>
                <p14:cNvContentPartPr/>
                <p14:nvPr/>
              </p14:nvContentPartPr>
              <p14:xfrm>
                <a:off x="8062974" y="4707219"/>
                <a:ext cx="9360" cy="5940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E1E578EC-BC54-08DC-3AB5-003AB6909EE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056854" y="4701099"/>
                  <a:ext cx="21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61DC9D1C-2468-A28F-C118-90F8033927A3}"/>
                    </a:ext>
                  </a:extLst>
                </p14:cNvPr>
                <p14:cNvContentPartPr/>
                <p14:nvPr/>
              </p14:nvContentPartPr>
              <p14:xfrm>
                <a:off x="6986574" y="4986219"/>
                <a:ext cx="71640" cy="15912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61DC9D1C-2468-A28F-C118-90F8033927A3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980454" y="4980099"/>
                  <a:ext cx="83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5913BBC8-F6D5-7006-D262-B255BE5D6210}"/>
                    </a:ext>
                  </a:extLst>
                </p14:cNvPr>
                <p14:cNvContentPartPr/>
                <p14:nvPr/>
              </p14:nvContentPartPr>
              <p14:xfrm>
                <a:off x="7130934" y="5002059"/>
                <a:ext cx="262440" cy="11232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5913BBC8-F6D5-7006-D262-B255BE5D6210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124814" y="4995939"/>
                  <a:ext cx="274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B5BB1A2B-3A50-5FF6-1DEC-7D2C435034F5}"/>
                    </a:ext>
                  </a:extLst>
                </p14:cNvPr>
                <p14:cNvContentPartPr/>
                <p14:nvPr/>
              </p14:nvContentPartPr>
              <p14:xfrm>
                <a:off x="7479414" y="5004579"/>
                <a:ext cx="133920" cy="7992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B5BB1A2B-3A50-5FF6-1DEC-7D2C435034F5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473294" y="4998459"/>
                  <a:ext cx="1461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45FBA3CB-D535-9FD5-CE35-094B160ECB4C}"/>
                    </a:ext>
                  </a:extLst>
                </p14:cNvPr>
                <p14:cNvContentPartPr/>
                <p14:nvPr/>
              </p14:nvContentPartPr>
              <p14:xfrm>
                <a:off x="7648614" y="5012139"/>
                <a:ext cx="82080" cy="8964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45FBA3CB-D535-9FD5-CE35-094B160ECB4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642494" y="5006019"/>
                  <a:ext cx="943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2F6E22F4-B23F-5742-E157-54B9F36FF479}"/>
                    </a:ext>
                  </a:extLst>
                </p14:cNvPr>
                <p14:cNvContentPartPr/>
                <p14:nvPr/>
              </p14:nvContentPartPr>
              <p14:xfrm>
                <a:off x="7757694" y="5004219"/>
                <a:ext cx="111600" cy="7308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2F6E22F4-B23F-5742-E157-54B9F36FF47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751574" y="4998099"/>
                  <a:ext cx="123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821CAB3B-10E5-7D25-DF5A-EA07AC25E157}"/>
                    </a:ext>
                  </a:extLst>
                </p14:cNvPr>
                <p14:cNvContentPartPr/>
                <p14:nvPr/>
              </p14:nvContentPartPr>
              <p14:xfrm>
                <a:off x="7895574" y="4930419"/>
                <a:ext cx="12960" cy="16632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821CAB3B-10E5-7D25-DF5A-EA07AC25E15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889454" y="4924299"/>
                  <a:ext cx="25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32EA9A56-E59E-9BA7-2D74-BD8E70CAF29E}"/>
                    </a:ext>
                  </a:extLst>
                </p14:cNvPr>
                <p14:cNvContentPartPr/>
                <p14:nvPr/>
              </p14:nvContentPartPr>
              <p14:xfrm>
                <a:off x="7875414" y="4998459"/>
                <a:ext cx="280800" cy="9648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32EA9A56-E59E-9BA7-2D74-BD8E70CAF29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869294" y="4992339"/>
                  <a:ext cx="293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B6892FD-225B-AED0-A8B9-CFF52D9BFCD3}"/>
                    </a:ext>
                  </a:extLst>
                </p14:cNvPr>
                <p14:cNvContentPartPr/>
                <p14:nvPr/>
              </p14:nvContentPartPr>
              <p14:xfrm>
                <a:off x="8289054" y="5043099"/>
                <a:ext cx="142200" cy="62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B6892FD-225B-AED0-A8B9-CFF52D9BFCD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282934" y="5036979"/>
                  <a:ext cx="154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809DAA4-C65D-962B-A724-B4F04FF6E04F}"/>
                    </a:ext>
                  </a:extLst>
                </p14:cNvPr>
                <p14:cNvContentPartPr/>
                <p14:nvPr/>
              </p14:nvContentPartPr>
              <p14:xfrm>
                <a:off x="8558334" y="4991979"/>
                <a:ext cx="67680" cy="112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809DAA4-C65D-962B-A724-B4F04FF6E04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552214" y="4985859"/>
                  <a:ext cx="79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98E79B5-1CD4-7068-9246-561414BFF9B6}"/>
                    </a:ext>
                  </a:extLst>
                </p14:cNvPr>
                <p14:cNvContentPartPr/>
                <p14:nvPr/>
              </p14:nvContentPartPr>
              <p14:xfrm>
                <a:off x="8637534" y="5002779"/>
                <a:ext cx="91440" cy="86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98E79B5-1CD4-7068-9246-561414BFF9B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631414" y="4996659"/>
                  <a:ext cx="1036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25A79FD-7E26-E1E5-E5FE-8E0A0382F295}"/>
                    </a:ext>
                  </a:extLst>
                </p14:cNvPr>
                <p14:cNvContentPartPr/>
                <p14:nvPr/>
              </p14:nvContentPartPr>
              <p14:xfrm>
                <a:off x="8748414" y="4991979"/>
                <a:ext cx="58680" cy="77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25A79FD-7E26-E1E5-E5FE-8E0A0382F29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8742294" y="4985859"/>
                  <a:ext cx="70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ADDFDE5-7B57-7E23-C9F6-44B9CB11E499}"/>
                    </a:ext>
                  </a:extLst>
                </p14:cNvPr>
                <p14:cNvContentPartPr/>
                <p14:nvPr/>
              </p14:nvContentPartPr>
              <p14:xfrm>
                <a:off x="8843454" y="4992339"/>
                <a:ext cx="124200" cy="766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ADDFDE5-7B57-7E23-C9F6-44B9CB11E49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837334" y="4986219"/>
                  <a:ext cx="136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3C169C1-08BF-2576-354B-D476D39CCE72}"/>
                    </a:ext>
                  </a:extLst>
                </p14:cNvPr>
                <p14:cNvContentPartPr/>
                <p14:nvPr/>
              </p14:nvContentPartPr>
              <p14:xfrm>
                <a:off x="8962254" y="4979019"/>
                <a:ext cx="59760" cy="79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3C169C1-08BF-2576-354B-D476D39CCE7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956134" y="4972899"/>
                  <a:ext cx="72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0DDF907-D394-8A8B-62AD-AE3C155B11A5}"/>
                    </a:ext>
                  </a:extLst>
                </p14:cNvPr>
                <p14:cNvContentPartPr/>
                <p14:nvPr/>
              </p14:nvContentPartPr>
              <p14:xfrm>
                <a:off x="9016254" y="4879659"/>
                <a:ext cx="109080" cy="185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0DDF907-D394-8A8B-62AD-AE3C155B11A5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010134" y="4873539"/>
                  <a:ext cx="121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4AE71F9-08B7-79D8-CE37-6FD2C2664F97}"/>
                    </a:ext>
                  </a:extLst>
                </p14:cNvPr>
                <p14:cNvContentPartPr/>
                <p14:nvPr/>
              </p14:nvContentPartPr>
              <p14:xfrm>
                <a:off x="8602254" y="4767339"/>
                <a:ext cx="103680" cy="119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4AE71F9-08B7-79D8-CE37-6FD2C2664F97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596134" y="4761219"/>
                  <a:ext cx="115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6398366-363D-026B-74C7-C1F59DA5B0FB}"/>
                    </a:ext>
                  </a:extLst>
                </p14:cNvPr>
                <p14:cNvContentPartPr/>
                <p14:nvPr/>
              </p14:nvContentPartPr>
              <p14:xfrm>
                <a:off x="8713494" y="4817739"/>
                <a:ext cx="16560" cy="500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6398366-363D-026B-74C7-C1F59DA5B0FB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707374" y="4811619"/>
                  <a:ext cx="288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30CC569-AB50-C5B5-848F-6A561DC9B3BE}"/>
                    </a:ext>
                  </a:extLst>
                </p14:cNvPr>
                <p14:cNvContentPartPr/>
                <p14:nvPr/>
              </p14:nvContentPartPr>
              <p14:xfrm>
                <a:off x="8714574" y="4797579"/>
                <a:ext cx="6480" cy="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30CC569-AB50-C5B5-848F-6A561DC9B3B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708454" y="4791459"/>
                  <a:ext cx="18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AC554C9-43A7-0252-B05E-5ECDAA299871}"/>
                    </a:ext>
                  </a:extLst>
                </p14:cNvPr>
                <p14:cNvContentPartPr/>
                <p14:nvPr/>
              </p14:nvContentPartPr>
              <p14:xfrm>
                <a:off x="8761014" y="4830699"/>
                <a:ext cx="122040" cy="370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AC554C9-43A7-0252-B05E-5ECDAA299871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754894" y="4824579"/>
                  <a:ext cx="134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25B233D-49AF-5C53-9A9D-D3E11850538F}"/>
                    </a:ext>
                  </a:extLst>
                </p14:cNvPr>
                <p14:cNvContentPartPr/>
                <p14:nvPr/>
              </p14:nvContentPartPr>
              <p14:xfrm>
                <a:off x="8939934" y="4825299"/>
                <a:ext cx="5760" cy="406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25B233D-49AF-5C53-9A9D-D3E11850538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933814" y="4819179"/>
                  <a:ext cx="180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5B7C110-4C8F-0EAA-0C0A-F45EC0D35BFF}"/>
                    </a:ext>
                  </a:extLst>
                </p14:cNvPr>
                <p14:cNvContentPartPr/>
                <p14:nvPr/>
              </p14:nvContentPartPr>
              <p14:xfrm>
                <a:off x="8893854" y="4794339"/>
                <a:ext cx="11880" cy="25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5B7C110-4C8F-0EAA-0C0A-F45EC0D35BF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887734" y="4788219"/>
                  <a:ext cx="241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4C58689-76A6-3BCB-228D-173B244380C1}"/>
                    </a:ext>
                  </a:extLst>
                </p14:cNvPr>
                <p14:cNvContentPartPr/>
                <p14:nvPr/>
              </p14:nvContentPartPr>
              <p14:xfrm>
                <a:off x="8973054" y="4733139"/>
                <a:ext cx="13320" cy="1450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4C58689-76A6-3BCB-228D-173B244380C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966934" y="4727019"/>
                  <a:ext cx="25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8E5780F-F791-6B09-E6F6-33D0C43623BB}"/>
                    </a:ext>
                  </a:extLst>
                </p14:cNvPr>
                <p14:cNvContentPartPr/>
                <p14:nvPr/>
              </p14:nvContentPartPr>
              <p14:xfrm>
                <a:off x="9002214" y="4818819"/>
                <a:ext cx="188280" cy="52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8E5780F-F791-6B09-E6F6-33D0C43623B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996094" y="4812699"/>
                  <a:ext cx="200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E5198CA-AA91-BA07-DBCB-DC09ED38113B}"/>
                    </a:ext>
                  </a:extLst>
                </p14:cNvPr>
                <p14:cNvContentPartPr/>
                <p14:nvPr/>
              </p14:nvContentPartPr>
              <p14:xfrm>
                <a:off x="9189054" y="4721619"/>
                <a:ext cx="158760" cy="244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E5198CA-AA91-BA07-DBCB-DC09ED38113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182934" y="4715499"/>
                  <a:ext cx="1710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46E9D61-0F9A-C064-A3A6-BE8E561C53F5}"/>
                    </a:ext>
                  </a:extLst>
                </p14:cNvPr>
                <p14:cNvContentPartPr/>
                <p14:nvPr/>
              </p14:nvContentPartPr>
              <p14:xfrm>
                <a:off x="6139134" y="5874699"/>
                <a:ext cx="105480" cy="7128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46E9D61-0F9A-C064-A3A6-BE8E561C53F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133014" y="5868579"/>
                  <a:ext cx="11772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76A0F95-DF0D-A1C0-EA0A-D506326EB729}"/>
                    </a:ext>
                  </a:extLst>
                </p14:cNvPr>
                <p14:cNvContentPartPr/>
                <p14:nvPr/>
              </p14:nvContentPartPr>
              <p14:xfrm>
                <a:off x="5964894" y="5848419"/>
                <a:ext cx="2337120" cy="6840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76A0F95-DF0D-A1C0-EA0A-D506326EB72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958774" y="5842299"/>
                  <a:ext cx="234936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4ACFC7C-BC91-4994-C4D9-F780023A18C0}"/>
                    </a:ext>
                  </a:extLst>
                </p14:cNvPr>
                <p14:cNvContentPartPr/>
                <p14:nvPr/>
              </p14:nvContentPartPr>
              <p14:xfrm>
                <a:off x="6309414" y="5933379"/>
                <a:ext cx="148320" cy="2754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4ACFC7C-BC91-4994-C4D9-F780023A18C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303294" y="5927259"/>
                  <a:ext cx="160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6426988-DE1C-50BE-3DE9-B6C5297BC73B}"/>
                    </a:ext>
                  </a:extLst>
                </p14:cNvPr>
                <p14:cNvContentPartPr/>
                <p14:nvPr/>
              </p14:nvContentPartPr>
              <p14:xfrm>
                <a:off x="6401934" y="6101859"/>
                <a:ext cx="136800" cy="928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6426988-DE1C-50BE-3DE9-B6C5297BC73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6395814" y="6095739"/>
                  <a:ext cx="1490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C8DF07A-234C-192E-C3B8-F32B0F136E90}"/>
                    </a:ext>
                  </a:extLst>
                </p14:cNvPr>
                <p14:cNvContentPartPr/>
                <p14:nvPr/>
              </p14:nvContentPartPr>
              <p14:xfrm>
                <a:off x="6562494" y="6115539"/>
                <a:ext cx="230400" cy="180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C8DF07A-234C-192E-C3B8-F32B0F136E9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556374" y="6109419"/>
                  <a:ext cx="242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380B37F-88E7-BA2A-CF09-15EDEA957277}"/>
                    </a:ext>
                  </a:extLst>
                </p14:cNvPr>
                <p14:cNvContentPartPr/>
                <p14:nvPr/>
              </p14:nvContentPartPr>
              <p14:xfrm>
                <a:off x="6916374" y="5952819"/>
                <a:ext cx="21240" cy="2448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380B37F-88E7-BA2A-CF09-15EDEA95727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910254" y="5946699"/>
                  <a:ext cx="33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142A451-42D1-E58E-9BE6-82D91ADA4155}"/>
                    </a:ext>
                  </a:extLst>
                </p14:cNvPr>
                <p14:cNvContentPartPr/>
                <p14:nvPr/>
              </p14:nvContentPartPr>
              <p14:xfrm>
                <a:off x="6864534" y="6090339"/>
                <a:ext cx="127080" cy="468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142A451-42D1-E58E-9BE6-82D91ADA4155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858414" y="6084219"/>
                  <a:ext cx="139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54419ED-8726-558A-6872-AB0F11D53E10}"/>
                    </a:ext>
                  </a:extLst>
                </p14:cNvPr>
                <p14:cNvContentPartPr/>
                <p14:nvPr/>
              </p14:nvContentPartPr>
              <p14:xfrm>
                <a:off x="7244334" y="5945979"/>
                <a:ext cx="24840" cy="286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54419ED-8726-558A-6872-AB0F11D53E1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238214" y="5939859"/>
                  <a:ext cx="370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14D655B-43D2-F53B-3348-3AA587F1C1E8}"/>
                    </a:ext>
                  </a:extLst>
                </p14:cNvPr>
                <p14:cNvContentPartPr/>
                <p14:nvPr/>
              </p14:nvContentPartPr>
              <p14:xfrm>
                <a:off x="7192494" y="6104019"/>
                <a:ext cx="198000" cy="104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14D655B-43D2-F53B-3348-3AA587F1C1E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186374" y="6097899"/>
                  <a:ext cx="210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9D4331B-02C4-0C5F-081F-797F3EC9EBCB}"/>
                    </a:ext>
                  </a:extLst>
                </p14:cNvPr>
                <p14:cNvContentPartPr/>
                <p14:nvPr/>
              </p14:nvContentPartPr>
              <p14:xfrm>
                <a:off x="7405254" y="6104379"/>
                <a:ext cx="160560" cy="92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9D4331B-02C4-0C5F-081F-797F3EC9EBCB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399134" y="6098259"/>
                  <a:ext cx="172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62C397D-5961-F773-31FA-09163ABF5789}"/>
                    </a:ext>
                  </a:extLst>
                </p14:cNvPr>
                <p14:cNvContentPartPr/>
                <p14:nvPr/>
              </p14:nvContentPartPr>
              <p14:xfrm>
                <a:off x="7523694" y="6134259"/>
                <a:ext cx="20880" cy="698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62C397D-5961-F773-31FA-09163ABF5789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517574" y="6128139"/>
                  <a:ext cx="33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CEEE412-1758-AA94-9D50-7400DABBB325}"/>
                    </a:ext>
                  </a:extLst>
                </p14:cNvPr>
                <p14:cNvContentPartPr/>
                <p14:nvPr/>
              </p14:nvContentPartPr>
              <p14:xfrm>
                <a:off x="7537734" y="6130659"/>
                <a:ext cx="105480" cy="1882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CEEE412-1758-AA94-9D50-7400DABBB32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531614" y="6124539"/>
                  <a:ext cx="117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567418B-FE71-6BC8-DD5D-B1BF32494D23}"/>
                    </a:ext>
                  </a:extLst>
                </p14:cNvPr>
                <p14:cNvContentPartPr/>
                <p14:nvPr/>
              </p14:nvContentPartPr>
              <p14:xfrm>
                <a:off x="7668774" y="5981979"/>
                <a:ext cx="49680" cy="2433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567418B-FE71-6BC8-DD5D-B1BF32494D23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662654" y="5975859"/>
                  <a:ext cx="619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AA89907-10AE-579C-873C-A9AF8883932F}"/>
                    </a:ext>
                  </a:extLst>
                </p14:cNvPr>
                <p14:cNvContentPartPr/>
                <p14:nvPr/>
              </p14:nvContentPartPr>
              <p14:xfrm>
                <a:off x="7706574" y="6002859"/>
                <a:ext cx="295920" cy="2041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AA89907-10AE-579C-873C-A9AF8883932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700454" y="5996739"/>
                  <a:ext cx="3081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A97E925-EC0F-C3F5-C703-E8A93321450C}"/>
                    </a:ext>
                  </a:extLst>
                </p14:cNvPr>
                <p14:cNvContentPartPr/>
                <p14:nvPr/>
              </p14:nvContentPartPr>
              <p14:xfrm>
                <a:off x="7853814" y="6083139"/>
                <a:ext cx="9360" cy="43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A97E925-EC0F-C3F5-C703-E8A93321450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847694" y="6077019"/>
                  <a:ext cx="216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9A0FF1C-2487-8542-456C-BA7BEB307854}"/>
                    </a:ext>
                  </a:extLst>
                </p14:cNvPr>
                <p14:cNvContentPartPr/>
                <p14:nvPr/>
              </p14:nvContentPartPr>
              <p14:xfrm>
                <a:off x="8439174" y="6136779"/>
                <a:ext cx="1377000" cy="154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9A0FF1C-2487-8542-456C-BA7BEB30785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433054" y="6130659"/>
                  <a:ext cx="1389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50BD51A-163A-CB1A-BE3D-BBB8EA683386}"/>
                    </a:ext>
                  </a:extLst>
                </p14:cNvPr>
                <p14:cNvContentPartPr/>
                <p14:nvPr/>
              </p14:nvContentPartPr>
              <p14:xfrm>
                <a:off x="8430174" y="6101859"/>
                <a:ext cx="137160" cy="2527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50BD51A-163A-CB1A-BE3D-BBB8EA683386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424054" y="6095739"/>
                  <a:ext cx="1494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91CB542-5146-E16C-28F2-427528054E0F}"/>
                    </a:ext>
                  </a:extLst>
                </p14:cNvPr>
                <p14:cNvContentPartPr/>
                <p14:nvPr/>
              </p14:nvContentPartPr>
              <p14:xfrm>
                <a:off x="8642934" y="6042459"/>
                <a:ext cx="168840" cy="1962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91CB542-5146-E16C-28F2-427528054E0F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636814" y="6036339"/>
                  <a:ext cx="181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ABADD6D-7DB1-218A-C22F-EEF7D6B8CF26}"/>
                    </a:ext>
                  </a:extLst>
                </p14:cNvPr>
                <p14:cNvContentPartPr/>
                <p14:nvPr/>
              </p14:nvContentPartPr>
              <p14:xfrm>
                <a:off x="8847414" y="6125259"/>
                <a:ext cx="99720" cy="615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ABADD6D-7DB1-218A-C22F-EEF7D6B8CF26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841294" y="6119139"/>
                  <a:ext cx="111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822205D-6A13-22C2-AB7A-9D5DFB1AB533}"/>
                    </a:ext>
                  </a:extLst>
                </p14:cNvPr>
                <p14:cNvContentPartPr/>
                <p14:nvPr/>
              </p14:nvContentPartPr>
              <p14:xfrm>
                <a:off x="8980974" y="5925819"/>
                <a:ext cx="48960" cy="2386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822205D-6A13-22C2-AB7A-9D5DFB1AB533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974854" y="5919699"/>
                  <a:ext cx="612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AB2E001-3BAB-DCD6-3AD5-1C530E52DBA7}"/>
                    </a:ext>
                  </a:extLst>
                </p14:cNvPr>
                <p14:cNvContentPartPr/>
                <p14:nvPr/>
              </p14:nvContentPartPr>
              <p14:xfrm>
                <a:off x="8959014" y="6032019"/>
                <a:ext cx="165960" cy="99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AB2E001-3BAB-DCD6-3AD5-1C530E52DBA7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952894" y="6025899"/>
                  <a:ext cx="178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2992273-8F0D-96D8-AA9B-548CA4774F1C}"/>
                    </a:ext>
                  </a:extLst>
                </p14:cNvPr>
                <p14:cNvContentPartPr/>
                <p14:nvPr/>
              </p14:nvContentPartPr>
              <p14:xfrm>
                <a:off x="9176454" y="6032019"/>
                <a:ext cx="27360" cy="662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2992273-8F0D-96D8-AA9B-548CA4774F1C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170334" y="6025899"/>
                  <a:ext cx="396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7FF2229-92DB-E721-4B16-0E0F02EF5BAB}"/>
                    </a:ext>
                  </a:extLst>
                </p14:cNvPr>
                <p14:cNvContentPartPr/>
                <p14:nvPr/>
              </p14:nvContentPartPr>
              <p14:xfrm>
                <a:off x="9160614" y="5998179"/>
                <a:ext cx="77400" cy="1198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7FF2229-92DB-E721-4B16-0E0F02EF5BAB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154494" y="5992059"/>
                  <a:ext cx="89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9700670-A4E9-9339-5FE6-60301B126BAE}"/>
                    </a:ext>
                  </a:extLst>
                </p14:cNvPr>
                <p14:cNvContentPartPr/>
                <p14:nvPr/>
              </p14:nvContentPartPr>
              <p14:xfrm>
                <a:off x="9276894" y="5865339"/>
                <a:ext cx="54360" cy="2552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9700670-A4E9-9339-5FE6-60301B126BA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270774" y="5859219"/>
                  <a:ext cx="66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B5188D7-755A-B8C5-5760-3BD39DC1C36E}"/>
                    </a:ext>
                  </a:extLst>
                </p14:cNvPr>
                <p14:cNvContentPartPr/>
                <p14:nvPr/>
              </p14:nvContentPartPr>
              <p14:xfrm>
                <a:off x="9236214" y="6000339"/>
                <a:ext cx="110160" cy="464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B5188D7-755A-B8C5-5760-3BD39DC1C36E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230094" y="5994219"/>
                  <a:ext cx="1224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28CFAE0-E79E-5016-4733-0B32F5090CE5}"/>
                    </a:ext>
                  </a:extLst>
                </p14:cNvPr>
                <p14:cNvContentPartPr/>
                <p14:nvPr/>
              </p14:nvContentPartPr>
              <p14:xfrm>
                <a:off x="4439214" y="4844739"/>
                <a:ext cx="2156760" cy="8733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28CFAE0-E79E-5016-4733-0B32F5090CE5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433094" y="4838619"/>
                  <a:ext cx="2169000" cy="88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B322127-DE89-AD51-26CF-524C0E598271}"/>
                    </a:ext>
                  </a:extLst>
                </p14:cNvPr>
                <p14:cNvContentPartPr/>
                <p14:nvPr/>
              </p14:nvContentPartPr>
              <p14:xfrm>
                <a:off x="6538734" y="5693259"/>
                <a:ext cx="160920" cy="522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B322127-DE89-AD51-26CF-524C0E598271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532614" y="5687139"/>
                  <a:ext cx="1731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2A95259-EC68-6A8C-B1B5-1CAD298B0D22}"/>
                    </a:ext>
                  </a:extLst>
                </p14:cNvPr>
                <p14:cNvContentPartPr/>
                <p14:nvPr/>
              </p14:nvContentPartPr>
              <p14:xfrm>
                <a:off x="6762294" y="5621619"/>
                <a:ext cx="93960" cy="214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2A95259-EC68-6A8C-B1B5-1CAD298B0D2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756174" y="5615499"/>
                  <a:ext cx="1062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4D9B733C-3FB1-1F0C-D474-D484E173BBBE}"/>
                    </a:ext>
                  </a:extLst>
                </p14:cNvPr>
                <p14:cNvContentPartPr/>
                <p14:nvPr/>
              </p14:nvContentPartPr>
              <p14:xfrm>
                <a:off x="6909894" y="5662299"/>
                <a:ext cx="78480" cy="831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4D9B733C-3FB1-1F0C-D474-D484E173BBB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903774" y="5656179"/>
                  <a:ext cx="90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D5D995E-2FF2-7DF8-8A57-1CB41319FBA0}"/>
                    </a:ext>
                  </a:extLst>
                </p14:cNvPr>
                <p14:cNvContentPartPr/>
                <p14:nvPr/>
              </p14:nvContentPartPr>
              <p14:xfrm>
                <a:off x="7068654" y="5663379"/>
                <a:ext cx="117000" cy="709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D5D995E-2FF2-7DF8-8A57-1CB41319FBA0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062534" y="5657259"/>
                  <a:ext cx="129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D5D7CEE-B636-A61E-92A0-997182EF310B}"/>
                    </a:ext>
                  </a:extLst>
                </p14:cNvPr>
                <p14:cNvContentPartPr/>
                <p14:nvPr/>
              </p14:nvContentPartPr>
              <p14:xfrm>
                <a:off x="7100694" y="5647899"/>
                <a:ext cx="140760" cy="1414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D5D7CEE-B636-A61E-92A0-997182EF310B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094574" y="5641779"/>
                  <a:ext cx="153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BD5545C-3E16-8322-2F54-DAF008A83685}"/>
                    </a:ext>
                  </a:extLst>
                </p14:cNvPr>
                <p14:cNvContentPartPr/>
                <p14:nvPr/>
              </p14:nvContentPartPr>
              <p14:xfrm>
                <a:off x="7234254" y="5642499"/>
                <a:ext cx="306720" cy="2185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BD5545C-3E16-8322-2F54-DAF008A8368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228134" y="5636379"/>
                  <a:ext cx="31896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4022D39A-EB29-DD78-24E6-EE4BF1E64F06}"/>
              </a:ext>
            </a:extLst>
          </p:cNvPr>
          <p:cNvGrpSpPr/>
          <p:nvPr/>
        </p:nvGrpSpPr>
        <p:grpSpPr>
          <a:xfrm>
            <a:off x="625734" y="5753019"/>
            <a:ext cx="5542920" cy="776160"/>
            <a:chOff x="625734" y="5753019"/>
            <a:chExt cx="5542920" cy="77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0F40779C-CA09-E662-8312-0A11149E0990}"/>
                    </a:ext>
                  </a:extLst>
                </p14:cNvPr>
                <p14:cNvContentPartPr/>
                <p14:nvPr/>
              </p14:nvContentPartPr>
              <p14:xfrm>
                <a:off x="5017734" y="6209499"/>
                <a:ext cx="1150920" cy="997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0F40779C-CA09-E662-8312-0A11149E099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999734" y="6191859"/>
                  <a:ext cx="1186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4126A47-B118-033B-296B-F6C97B4AC9F5}"/>
                    </a:ext>
                  </a:extLst>
                </p14:cNvPr>
                <p14:cNvContentPartPr/>
                <p14:nvPr/>
              </p14:nvContentPartPr>
              <p14:xfrm>
                <a:off x="5000454" y="6115539"/>
                <a:ext cx="207000" cy="3060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4126A47-B118-033B-296B-F6C97B4AC9F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982814" y="6097539"/>
                  <a:ext cx="2426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314536D-F66A-1C23-5F02-9C89DA5D01A6}"/>
                    </a:ext>
                  </a:extLst>
                </p14:cNvPr>
                <p14:cNvContentPartPr/>
                <p14:nvPr/>
              </p14:nvContentPartPr>
              <p14:xfrm>
                <a:off x="3452454" y="5892339"/>
                <a:ext cx="69480" cy="6368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314536D-F66A-1C23-5F02-9C89DA5D01A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434454" y="5874339"/>
                  <a:ext cx="10512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27498858-9405-BC6F-3A0C-89C59C993FF7}"/>
                    </a:ext>
                  </a:extLst>
                </p14:cNvPr>
                <p14:cNvContentPartPr/>
                <p14:nvPr/>
              </p14:nvContentPartPr>
              <p14:xfrm>
                <a:off x="3449214" y="5753019"/>
                <a:ext cx="1419840" cy="7480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27498858-9405-BC6F-3A0C-89C59C993FF7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431574" y="5735019"/>
                  <a:ext cx="145548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C4C9085-5FD2-3965-4BBC-8038A6FE9028}"/>
                    </a:ext>
                  </a:extLst>
                </p14:cNvPr>
                <p14:cNvContentPartPr/>
                <p14:nvPr/>
              </p14:nvContentPartPr>
              <p14:xfrm>
                <a:off x="3740814" y="6044979"/>
                <a:ext cx="125640" cy="3178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C4C9085-5FD2-3965-4BBC-8038A6FE9028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723174" y="6026979"/>
                  <a:ext cx="1612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EEB1144-41B1-0954-89A1-5047D65CBD0C}"/>
                    </a:ext>
                  </a:extLst>
                </p14:cNvPr>
                <p14:cNvContentPartPr/>
                <p14:nvPr/>
              </p14:nvContentPartPr>
              <p14:xfrm>
                <a:off x="3938454" y="6101859"/>
                <a:ext cx="119520" cy="1659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EEB1144-41B1-0954-89A1-5047D65CBD0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920814" y="6084219"/>
                  <a:ext cx="1551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62D4A46-A027-22A4-D970-4C293D3EB64E}"/>
                    </a:ext>
                  </a:extLst>
                </p14:cNvPr>
                <p14:cNvContentPartPr/>
                <p14:nvPr/>
              </p14:nvContentPartPr>
              <p14:xfrm>
                <a:off x="4115214" y="5995299"/>
                <a:ext cx="206280" cy="2779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62D4A46-A027-22A4-D970-4C293D3EB64E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097214" y="5977299"/>
                  <a:ext cx="2419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3BE884D0-5089-CDC4-35F9-18064CB1843B}"/>
                    </a:ext>
                  </a:extLst>
                </p14:cNvPr>
                <p14:cNvContentPartPr/>
                <p14:nvPr/>
              </p14:nvContentPartPr>
              <p14:xfrm>
                <a:off x="1750734" y="6144699"/>
                <a:ext cx="1682280" cy="464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3BE884D0-5089-CDC4-35F9-18064CB1843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733094" y="6127059"/>
                  <a:ext cx="1717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457A43D-AC5C-B29B-F572-E93F7AF458D6}"/>
                    </a:ext>
                  </a:extLst>
                </p14:cNvPr>
                <p14:cNvContentPartPr/>
                <p14:nvPr/>
              </p14:nvContentPartPr>
              <p14:xfrm>
                <a:off x="1693134" y="6010059"/>
                <a:ext cx="198360" cy="3232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457A43D-AC5C-B29B-F572-E93F7AF458D6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675134" y="5992419"/>
                  <a:ext cx="2340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A4021DB-1A0F-D921-5FAB-3C221AC6B972}"/>
                    </a:ext>
                  </a:extLst>
                </p14:cNvPr>
                <p14:cNvContentPartPr/>
                <p14:nvPr/>
              </p14:nvContentPartPr>
              <p14:xfrm>
                <a:off x="625734" y="5796579"/>
                <a:ext cx="145440" cy="3913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A4021DB-1A0F-D921-5FAB-3C221AC6B972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08094" y="5778579"/>
                  <a:ext cx="1810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7DF3DFB-0200-99E9-AAEB-9554D6250463}"/>
                    </a:ext>
                  </a:extLst>
                </p14:cNvPr>
                <p14:cNvContentPartPr/>
                <p14:nvPr/>
              </p14:nvContentPartPr>
              <p14:xfrm>
                <a:off x="807894" y="5961099"/>
                <a:ext cx="208080" cy="2034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7DF3DFB-0200-99E9-AAEB-9554D6250463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90254" y="5943099"/>
                  <a:ext cx="2437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6D6B342-79D4-77FE-6679-B81B997D22E6}"/>
                    </a:ext>
                  </a:extLst>
                </p14:cNvPr>
                <p14:cNvContentPartPr/>
                <p14:nvPr/>
              </p14:nvContentPartPr>
              <p14:xfrm>
                <a:off x="1050534" y="5990979"/>
                <a:ext cx="149760" cy="2844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6D6B342-79D4-77FE-6679-B81B997D22E6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32894" y="5972979"/>
                  <a:ext cx="1854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5A3432F-4948-6CA7-5475-2C2B2F59C5ED}"/>
                    </a:ext>
                  </a:extLst>
                </p14:cNvPr>
                <p14:cNvContentPartPr/>
                <p14:nvPr/>
              </p14:nvContentPartPr>
              <p14:xfrm>
                <a:off x="1185174" y="5956059"/>
                <a:ext cx="258840" cy="1465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5A3432F-4948-6CA7-5475-2C2B2F59C5ED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67174" y="5938059"/>
                  <a:ext cx="294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4473F2F-6B9B-215D-9786-FF67449A2EC8}"/>
                    </a:ext>
                  </a:extLst>
                </p14:cNvPr>
                <p14:cNvContentPartPr/>
                <p14:nvPr/>
              </p14:nvContentPartPr>
              <p14:xfrm>
                <a:off x="1485054" y="5848779"/>
                <a:ext cx="266760" cy="1778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4473F2F-6B9B-215D-9786-FF67449A2EC8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467414" y="5831139"/>
                  <a:ext cx="302400" cy="21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6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80477B74-D731-6BB1-1FE9-9B46F79B2ACD}"/>
                  </a:ext>
                </a:extLst>
              </p14:cNvPr>
              <p14:cNvContentPartPr/>
              <p14:nvPr/>
            </p14:nvContentPartPr>
            <p14:xfrm>
              <a:off x="2577294" y="5205459"/>
              <a:ext cx="2520" cy="1512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80477B74-D731-6BB1-1FE9-9B46F79B2ACD}"/>
                  </a:ext>
                </a:extLst>
              </p:cNvPr>
              <p:cNvPicPr/>
              <p:nvPr/>
            </p:nvPicPr>
            <p:blipFill>
              <a:blip r:embed="rId567"/>
              <a:stretch>
                <a:fillRect/>
              </a:stretch>
            </p:blipFill>
            <p:spPr>
              <a:xfrm>
                <a:off x="2571174" y="5199339"/>
                <a:ext cx="14760" cy="273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4F93DD-AAF7-7B85-622C-13CEBC90B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2093108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E5226-0815-9820-12E0-9F8F71D1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EE339B-C84A-1ECB-E9B8-612F6A112E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  <a:endParaRPr lang="en-IN" dirty="0">
              <a:latin typeface="Calibri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D0FE0-82F0-46B6-E940-CFA8C633F2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Why RAG?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9CD3F74-208A-A93F-C59B-DC60087853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0952663"/>
              </p:ext>
            </p:extLst>
          </p:nvPr>
        </p:nvGraphicFramePr>
        <p:xfrm>
          <a:off x="556800" y="1803718"/>
          <a:ext cx="10515600" cy="3250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E5C7C-735F-803D-0348-7A2837422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3143152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6DE45-209A-1808-1FFA-F68F572D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CE3FA8-C114-1FFC-EEC4-C7BB153AEA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  <a:endParaRPr lang="en-IN" dirty="0">
              <a:latin typeface="Calibri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5D840-23A1-78CD-8C10-3C2A9CEB26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Why RAG?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7C416E-5AFF-4AF6-FC81-17945FA83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551" y="2296160"/>
            <a:ext cx="4412649" cy="302236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1A02EE0-1B8D-CC86-F3FC-F434F81249E8}"/>
              </a:ext>
            </a:extLst>
          </p:cNvPr>
          <p:cNvGrpSpPr/>
          <p:nvPr/>
        </p:nvGrpSpPr>
        <p:grpSpPr>
          <a:xfrm>
            <a:off x="556800" y="1839984"/>
            <a:ext cx="6199600" cy="4193824"/>
            <a:chOff x="556800" y="1839984"/>
            <a:chExt cx="5563979" cy="419382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F4B538B-5723-DD61-2743-3D0DA9C7DCC7}"/>
                </a:ext>
              </a:extLst>
            </p:cNvPr>
            <p:cNvGrpSpPr/>
            <p:nvPr/>
          </p:nvGrpSpPr>
          <p:grpSpPr>
            <a:xfrm>
              <a:off x="556800" y="1839984"/>
              <a:ext cx="5563979" cy="873034"/>
              <a:chOff x="556800" y="1839984"/>
              <a:chExt cx="5563979" cy="873034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FC364D-E7E1-C166-46EB-01600CBDB5E0}"/>
                  </a:ext>
                </a:extLst>
              </p:cNvPr>
              <p:cNvSpPr txBox="1"/>
              <p:nvPr/>
            </p:nvSpPr>
            <p:spPr>
              <a:xfrm>
                <a:off x="556800" y="2189798"/>
                <a:ext cx="5563979" cy="52322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RAG is a hybrid model that brings together the strengths of both retrieval-based and generative approaches in NLP.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000ADD-A765-5346-90C0-B64DC56700C3}"/>
                  </a:ext>
                </a:extLst>
              </p:cNvPr>
              <p:cNvSpPr txBox="1"/>
              <p:nvPr/>
            </p:nvSpPr>
            <p:spPr>
              <a:xfrm>
                <a:off x="556800" y="1839984"/>
                <a:ext cx="1998711" cy="340519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bg2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Hybrid Model</a:t>
                </a:r>
                <a:endParaRPr lang="en-US" sz="1400" b="1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F680966-0369-03CC-F011-39265306A311}"/>
                </a:ext>
              </a:extLst>
            </p:cNvPr>
            <p:cNvGrpSpPr/>
            <p:nvPr/>
          </p:nvGrpSpPr>
          <p:grpSpPr>
            <a:xfrm>
              <a:off x="556800" y="2960329"/>
              <a:ext cx="5563979" cy="1520806"/>
              <a:chOff x="556800" y="2960329"/>
              <a:chExt cx="5563979" cy="1520806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E866EA-5EB0-0BD4-150B-0ED48B61EC3A}"/>
                  </a:ext>
                </a:extLst>
              </p:cNvPr>
              <p:cNvSpPr txBox="1"/>
              <p:nvPr/>
            </p:nvSpPr>
            <p:spPr>
              <a:xfrm>
                <a:off x="556800" y="3311584"/>
                <a:ext cx="5563979" cy="116955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The retriever is responsible for fetching relevant documents or data snippets that might contain the information needed to answer a question or address a query. This component typically uses techniques like semantic search to find documents that are contextually similar to the input query.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E6FD26-8726-7D15-D5DD-815E363A2162}"/>
                  </a:ext>
                </a:extLst>
              </p:cNvPr>
              <p:cNvSpPr txBox="1"/>
              <p:nvPr/>
            </p:nvSpPr>
            <p:spPr>
              <a:xfrm>
                <a:off x="556801" y="2960329"/>
                <a:ext cx="1998710" cy="340519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bg2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Retriever Component </a:t>
                </a:r>
                <a:endParaRPr lang="en-US" sz="1400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1CC214A-E074-035D-615B-E3F88516F9EF}"/>
                </a:ext>
              </a:extLst>
            </p:cNvPr>
            <p:cNvGrpSpPr/>
            <p:nvPr/>
          </p:nvGrpSpPr>
          <p:grpSpPr>
            <a:xfrm>
              <a:off x="556800" y="4728446"/>
              <a:ext cx="5563979" cy="1305362"/>
              <a:chOff x="556800" y="4563502"/>
              <a:chExt cx="5563979" cy="1305362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E8500B-96D4-1E1E-4C2E-E627C94519B5}"/>
                  </a:ext>
                </a:extLst>
              </p:cNvPr>
              <p:cNvSpPr txBox="1"/>
              <p:nvPr/>
            </p:nvSpPr>
            <p:spPr>
              <a:xfrm>
                <a:off x="556800" y="4914757"/>
                <a:ext cx="5563979" cy="95410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The generator then takes the context provided by the retriever and generates a coherent and contextually accurate response. This part of the model is often a large language model, similar to those used in generative AI for text generation.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F6954-C953-33E4-A62B-FBEB69FC9423}"/>
                  </a:ext>
                </a:extLst>
              </p:cNvPr>
              <p:cNvSpPr txBox="1"/>
              <p:nvPr/>
            </p:nvSpPr>
            <p:spPr>
              <a:xfrm>
                <a:off x="556800" y="4563502"/>
                <a:ext cx="1998711" cy="340519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bg2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Generator Component </a:t>
                </a:r>
                <a:endParaRPr lang="en-US" sz="1400" dirty="0">
                  <a:solidFill>
                    <a:schemeClr val="bg2"/>
                  </a:solidFill>
                </a:endParaRPr>
              </a:p>
            </p:txBody>
          </p:sp>
        </p:grp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C0DF3-3785-2BAB-48BD-41D443D6D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610564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A1124-1499-093E-AA71-AA04ED26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546B85-AD84-7B00-F4EE-F7BC4E9AB2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  <a:endParaRPr lang="en-IN" dirty="0">
              <a:latin typeface="Calibri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AF011-66C4-E2ED-52BB-CA97986D2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Architecture of RAG - 1</a:t>
            </a:r>
          </a:p>
        </p:txBody>
      </p:sp>
      <p:pic>
        <p:nvPicPr>
          <p:cNvPr id="6" name="Picture 2" descr="index_diagram">
            <a:extLst>
              <a:ext uri="{FF2B5EF4-FFF2-40B4-BE49-F238E27FC236}">
                <a16:creationId xmlns:a16="http://schemas.microsoft.com/office/drawing/2014/main" id="{12AE5E42-D80B-516F-AB1A-276F8D980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810" y="2935500"/>
            <a:ext cx="5152389" cy="2590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2399EA-4E9E-79BD-842D-473D1957B31A}"/>
              </a:ext>
            </a:extLst>
          </p:cNvPr>
          <p:cNvSpPr txBox="1"/>
          <p:nvPr/>
        </p:nvSpPr>
        <p:spPr>
          <a:xfrm>
            <a:off x="556799" y="1773238"/>
            <a:ext cx="11078400" cy="3820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Indexing: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a pipeline for ingesting data from a source and indexing it. This usually happens offline.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72A38722-3809-D577-AD3D-4A7C5A717F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9492883"/>
              </p:ext>
            </p:extLst>
          </p:nvPr>
        </p:nvGraphicFramePr>
        <p:xfrm>
          <a:off x="556799" y="2846601"/>
          <a:ext cx="5591907" cy="276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C3127-E7EE-0A1F-F829-7FCFD8619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3025877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3B91A-6B0E-1769-A17D-AAD0A01B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F45223-3F1E-341F-B2CA-0CA06244A0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  <a:endParaRPr lang="en-IN" dirty="0">
              <a:latin typeface="Calibri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D718F-2EDA-EF22-8B00-264EFB1F8B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Architecture of RAG - 2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38CAE6-7B1D-48F6-AE12-782DFBB3CD87}"/>
              </a:ext>
            </a:extLst>
          </p:cNvPr>
          <p:cNvSpPr txBox="1"/>
          <p:nvPr/>
        </p:nvSpPr>
        <p:spPr>
          <a:xfrm>
            <a:off x="556799" y="1773238"/>
            <a:ext cx="11078400" cy="699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Retrieval and generation: 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the actual RAG chain, which takes the user query at run time and retrieves the relevant data from the index, then passes that to the model.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95274F86-2CDC-76E9-6BCC-D63595D2CC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9286446"/>
              </p:ext>
            </p:extLst>
          </p:nvPr>
        </p:nvGraphicFramePr>
        <p:xfrm>
          <a:off x="556799" y="2846601"/>
          <a:ext cx="5591907" cy="276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2" descr="retrieval_diagram">
            <a:extLst>
              <a:ext uri="{FF2B5EF4-FFF2-40B4-BE49-F238E27FC236}">
                <a16:creationId xmlns:a16="http://schemas.microsoft.com/office/drawing/2014/main" id="{EB9BDAFB-6C29-DFD0-43C2-CD26C9033C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" r="4159"/>
          <a:stretch/>
        </p:blipFill>
        <p:spPr bwMode="auto">
          <a:xfrm>
            <a:off x="6248400" y="2846601"/>
            <a:ext cx="5304737" cy="296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73796-FEB6-C35D-38DE-92EA70713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180718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ACFD9-1BC1-DB9C-0248-530E8ABC8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E1E2F3-8B1E-794C-BA28-BB884A52D9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  <a:endParaRPr lang="en-IN" dirty="0">
              <a:latin typeface="Calibri 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D5F47-7472-387E-C623-D7186AA1A5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How RAG works?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7A37F98-E84D-D172-05AA-1827063A9A2D}"/>
              </a:ext>
            </a:extLst>
          </p:cNvPr>
          <p:cNvGrpSpPr/>
          <p:nvPr/>
        </p:nvGrpSpPr>
        <p:grpSpPr>
          <a:xfrm>
            <a:off x="1441938" y="1628023"/>
            <a:ext cx="9501630" cy="4822129"/>
            <a:chOff x="1948200" y="1013788"/>
            <a:chExt cx="10110262" cy="7267691"/>
          </a:xfrm>
        </p:grpSpPr>
        <p:sp>
          <p:nvSpPr>
            <p:cNvPr id="6" name="Shape 14">
              <a:extLst>
                <a:ext uri="{FF2B5EF4-FFF2-40B4-BE49-F238E27FC236}">
                  <a16:creationId xmlns:a16="http://schemas.microsoft.com/office/drawing/2014/main" id="{8E33441A-D932-FE0C-CA37-FC61D9638C19}"/>
                </a:ext>
              </a:extLst>
            </p:cNvPr>
            <p:cNvSpPr/>
            <p:nvPr/>
          </p:nvSpPr>
          <p:spPr>
            <a:xfrm>
              <a:off x="6074463" y="6067567"/>
              <a:ext cx="647998" cy="345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/>
            <a:p>
              <a:endParaRPr lang="en-IN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3FF32F46-EAB5-2D78-C663-E8CF2AEFAF13}"/>
                </a:ext>
              </a:extLst>
            </p:cNvPr>
            <p:cNvSpPr/>
            <p:nvPr/>
          </p:nvSpPr>
          <p:spPr>
            <a:xfrm>
              <a:off x="6890925" y="1013788"/>
              <a:ext cx="45719" cy="63641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/>
            <a:p>
              <a:endParaRPr lang="en-IN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0F883D68-F1D3-2BF2-4AF0-639F1C8AFEA9}"/>
                </a:ext>
              </a:extLst>
            </p:cNvPr>
            <p:cNvSpPr/>
            <p:nvPr/>
          </p:nvSpPr>
          <p:spPr>
            <a:xfrm>
              <a:off x="6925487" y="1546839"/>
              <a:ext cx="647998" cy="345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/>
            <a:p>
              <a:endParaRPr lang="en-IN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9638D23-5DC1-2D80-A31F-CFA0046FD46A}"/>
                </a:ext>
              </a:extLst>
            </p:cNvPr>
            <p:cNvGrpSpPr/>
            <p:nvPr/>
          </p:nvGrpSpPr>
          <p:grpSpPr>
            <a:xfrm>
              <a:off x="6699897" y="1323639"/>
              <a:ext cx="416619" cy="527729"/>
              <a:chOff x="5870409" y="1812727"/>
              <a:chExt cx="416619" cy="531128"/>
            </a:xfrm>
          </p:grpSpPr>
          <p:sp>
            <p:nvSpPr>
              <p:cNvPr id="31" name="Shape 5">
                <a:extLst>
                  <a:ext uri="{FF2B5EF4-FFF2-40B4-BE49-F238E27FC236}">
                    <a16:creationId xmlns:a16="http://schemas.microsoft.com/office/drawing/2014/main" id="{717B9032-E171-113E-8F06-082A9387D960}"/>
                  </a:ext>
                </a:extLst>
              </p:cNvPr>
              <p:cNvSpPr/>
              <p:nvPr/>
            </p:nvSpPr>
            <p:spPr>
              <a:xfrm>
                <a:off x="5870409" y="1927236"/>
                <a:ext cx="416619" cy="416619"/>
              </a:xfrm>
              <a:prstGeom prst="roundRect">
                <a:avLst>
                  <a:gd name="adj" fmla="val 2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3811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IN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Text 6">
                <a:extLst>
                  <a:ext uri="{FF2B5EF4-FFF2-40B4-BE49-F238E27FC236}">
                    <a16:creationId xmlns:a16="http://schemas.microsoft.com/office/drawing/2014/main" id="{904685A1-52AF-1CA4-46D3-1B0820600F11}"/>
                  </a:ext>
                </a:extLst>
              </p:cNvPr>
              <p:cNvSpPr/>
              <p:nvPr/>
            </p:nvSpPr>
            <p:spPr>
              <a:xfrm>
                <a:off x="6040685" y="1812727"/>
                <a:ext cx="110629" cy="347068"/>
              </a:xfrm>
              <a:prstGeom prst="rect">
                <a:avLst/>
              </a:prstGeom>
              <a:noFill/>
            </p:spPr>
            <p:txBody>
              <a:bodyPr wrap="none" rtlCol="0" anchor="t"/>
              <a:lstStyle/>
              <a:p>
                <a:pPr algn="ctr">
                  <a:lnSpc>
                    <a:spcPts val="2735"/>
                  </a:lnSpc>
                </a:pPr>
                <a:r>
                  <a:rPr lang="en-US" sz="1400" kern="0" spc="-29">
                    <a:solidFill>
                      <a:srgbClr val="2B2E3C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1</a:t>
                </a:r>
                <a:endParaRPr lang="en-US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9260F479-ED06-3964-9517-46AD9358F151}"/>
                </a:ext>
              </a:extLst>
            </p:cNvPr>
            <p:cNvSpPr/>
            <p:nvPr/>
          </p:nvSpPr>
          <p:spPr>
            <a:xfrm>
              <a:off x="7532583" y="1387458"/>
              <a:ext cx="1851620" cy="480967"/>
            </a:xfrm>
            <a:prstGeom prst="rect">
              <a:avLst/>
            </a:prstGeom>
            <a:solidFill>
              <a:srgbClr val="F0F9FE"/>
            </a:solidFill>
            <a:ln>
              <a:solidFill>
                <a:schemeClr val="accent1"/>
              </a:solidFill>
            </a:ln>
          </p:spPr>
          <p:txBody>
            <a:bodyPr wrap="none" rtlCol="0" anchor="t"/>
            <a:lstStyle/>
            <a:p>
              <a:r>
                <a:rPr lang="en-IN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rPr>
                <a:t>Input Processing</a:t>
              </a:r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B6E04F11-C555-FE54-3369-7087309E8739}"/>
                </a:ext>
              </a:extLst>
            </p:cNvPr>
            <p:cNvSpPr/>
            <p:nvPr/>
          </p:nvSpPr>
          <p:spPr>
            <a:xfrm>
              <a:off x="7532582" y="1865598"/>
              <a:ext cx="4525880" cy="112848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/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rPr>
                <a:t>When a query or a question is input into a RAG model, the retriever first processes this input.</a:t>
              </a: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435CDCC1-E8BC-B86B-59B7-B5E2EB1D0159}"/>
                </a:ext>
              </a:extLst>
            </p:cNvPr>
            <p:cNvSpPr/>
            <p:nvPr/>
          </p:nvSpPr>
          <p:spPr>
            <a:xfrm>
              <a:off x="1948200" y="2994087"/>
              <a:ext cx="4136758" cy="224648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/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rPr>
                <a:t>The retriever searches a database or a document set to find relevant information.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rPr>
                <a:t>This database could be a pre-compiled corpus of text, like Wikipedia or a specialized knowledge base.</a:t>
              </a:r>
            </a:p>
          </p:txBody>
        </p:sp>
        <p:sp>
          <p:nvSpPr>
            <p:cNvPr id="14" name="Shape 14">
              <a:extLst>
                <a:ext uri="{FF2B5EF4-FFF2-40B4-BE49-F238E27FC236}">
                  <a16:creationId xmlns:a16="http://schemas.microsoft.com/office/drawing/2014/main" id="{8A8B7C92-8D7D-F958-60EF-2BF71CE743BE}"/>
                </a:ext>
              </a:extLst>
            </p:cNvPr>
            <p:cNvSpPr/>
            <p:nvPr/>
          </p:nvSpPr>
          <p:spPr>
            <a:xfrm>
              <a:off x="7061545" y="4396288"/>
              <a:ext cx="647998" cy="345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/>
            <a:p>
              <a:endParaRPr lang="en-IN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68B2CAF-F486-4D80-1F82-C6C9B2506BDF}"/>
                </a:ext>
              </a:extLst>
            </p:cNvPr>
            <p:cNvGrpSpPr/>
            <p:nvPr/>
          </p:nvGrpSpPr>
          <p:grpSpPr>
            <a:xfrm>
              <a:off x="6701937" y="4089435"/>
              <a:ext cx="416619" cy="535961"/>
              <a:chOff x="5887690" y="3870025"/>
              <a:chExt cx="416619" cy="573883"/>
            </a:xfrm>
          </p:grpSpPr>
          <p:sp>
            <p:nvSpPr>
              <p:cNvPr id="29" name="Shape 15">
                <a:extLst>
                  <a:ext uri="{FF2B5EF4-FFF2-40B4-BE49-F238E27FC236}">
                    <a16:creationId xmlns:a16="http://schemas.microsoft.com/office/drawing/2014/main" id="{FF7BC7DF-2B8C-5976-DBFE-9939D1567FB1}"/>
                  </a:ext>
                </a:extLst>
              </p:cNvPr>
              <p:cNvSpPr/>
              <p:nvPr/>
            </p:nvSpPr>
            <p:spPr>
              <a:xfrm>
                <a:off x="5887690" y="4027289"/>
                <a:ext cx="416619" cy="416619"/>
              </a:xfrm>
              <a:prstGeom prst="roundRect">
                <a:avLst>
                  <a:gd name="adj" fmla="val 2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3811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IN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Text 16">
                <a:extLst>
                  <a:ext uri="{FF2B5EF4-FFF2-40B4-BE49-F238E27FC236}">
                    <a16:creationId xmlns:a16="http://schemas.microsoft.com/office/drawing/2014/main" id="{249DA8E8-6454-2685-955F-E81278726C72}"/>
                  </a:ext>
                </a:extLst>
              </p:cNvPr>
              <p:cNvSpPr/>
              <p:nvPr/>
            </p:nvSpPr>
            <p:spPr>
              <a:xfrm>
                <a:off x="5993601" y="3870025"/>
                <a:ext cx="155079" cy="347068"/>
              </a:xfrm>
              <a:prstGeom prst="rect">
                <a:avLst/>
              </a:prstGeom>
              <a:noFill/>
            </p:spPr>
            <p:txBody>
              <a:bodyPr wrap="none" rtlCol="0" anchor="t"/>
              <a:lstStyle/>
              <a:p>
                <a:pPr algn="ctr">
                  <a:lnSpc>
                    <a:spcPts val="2735"/>
                  </a:lnSpc>
                </a:pPr>
                <a:r>
                  <a:rPr lang="en-US" sz="1400" kern="0" spc="-29" dirty="0">
                    <a:solidFill>
                      <a:srgbClr val="2B2E3C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3</a:t>
                </a:r>
                <a:endParaRPr lang="en-US" sz="14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" name="Text 17">
              <a:extLst>
                <a:ext uri="{FF2B5EF4-FFF2-40B4-BE49-F238E27FC236}">
                  <a16:creationId xmlns:a16="http://schemas.microsoft.com/office/drawing/2014/main" id="{DF86ED15-2C5D-E86D-B2CA-C19A9C9AAEC8}"/>
                </a:ext>
              </a:extLst>
            </p:cNvPr>
            <p:cNvSpPr/>
            <p:nvPr/>
          </p:nvSpPr>
          <p:spPr>
            <a:xfrm>
              <a:off x="7532582" y="4236906"/>
              <a:ext cx="1973917" cy="480967"/>
            </a:xfrm>
            <a:prstGeom prst="rect">
              <a:avLst/>
            </a:prstGeom>
            <a:solidFill>
              <a:srgbClr val="F0F9FE"/>
            </a:solidFill>
            <a:ln>
              <a:solidFill>
                <a:schemeClr val="accent1"/>
              </a:solidFill>
            </a:ln>
          </p:spPr>
          <p:txBody>
            <a:bodyPr wrap="none" rtlCol="0" anchor="t"/>
            <a:lstStyle/>
            <a:p>
              <a:r>
                <a:rPr lang="en-IN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rPr>
                <a:t>Context Integration </a:t>
              </a:r>
            </a:p>
          </p:txBody>
        </p:sp>
        <p:sp>
          <p:nvSpPr>
            <p:cNvPr id="17" name="Text 18">
              <a:extLst>
                <a:ext uri="{FF2B5EF4-FFF2-40B4-BE49-F238E27FC236}">
                  <a16:creationId xmlns:a16="http://schemas.microsoft.com/office/drawing/2014/main" id="{B95A86F6-F427-950B-E847-4D54136E2D27}"/>
                </a:ext>
              </a:extLst>
            </p:cNvPr>
            <p:cNvSpPr/>
            <p:nvPr/>
          </p:nvSpPr>
          <p:spPr>
            <a:xfrm>
              <a:off x="7532583" y="4717874"/>
              <a:ext cx="4437544" cy="148600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/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400" kern="0" spc="-29" dirty="0">
                  <a:solidFill>
                    <a:schemeClr val="tx1">
                      <a:lumMod val="50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rPr>
                <a:t>Large language models achieve impressive performance on diverse tasks, such as translation, summarization, conversation, and even coding.</a:t>
              </a:r>
              <a:endParaRPr lang="en-US" sz="1400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CEBF718A-B91E-AB5D-0E8E-F5B74B50ED78}"/>
                </a:ext>
              </a:extLst>
            </p:cNvPr>
            <p:cNvSpPr/>
            <p:nvPr/>
          </p:nvSpPr>
          <p:spPr>
            <a:xfrm>
              <a:off x="6095336" y="2629330"/>
              <a:ext cx="647998" cy="345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/>
            <a:p>
              <a:endParaRPr lang="en-IN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BF5D0A8-B931-3E9B-4812-140D458142AB}"/>
                </a:ext>
              </a:extLst>
            </p:cNvPr>
            <p:cNvGrpSpPr/>
            <p:nvPr/>
          </p:nvGrpSpPr>
          <p:grpSpPr>
            <a:xfrm>
              <a:off x="6717178" y="2269184"/>
              <a:ext cx="416619" cy="571971"/>
              <a:chOff x="5887690" y="2537209"/>
              <a:chExt cx="416619" cy="612441"/>
            </a:xfrm>
          </p:grpSpPr>
          <p:sp>
            <p:nvSpPr>
              <p:cNvPr id="27" name="Shape 10">
                <a:extLst>
                  <a:ext uri="{FF2B5EF4-FFF2-40B4-BE49-F238E27FC236}">
                    <a16:creationId xmlns:a16="http://schemas.microsoft.com/office/drawing/2014/main" id="{E770A4B2-F54C-5C5F-D996-06962112C714}"/>
                  </a:ext>
                </a:extLst>
              </p:cNvPr>
              <p:cNvSpPr/>
              <p:nvPr/>
            </p:nvSpPr>
            <p:spPr>
              <a:xfrm>
                <a:off x="5887690" y="2733031"/>
                <a:ext cx="416619" cy="416619"/>
              </a:xfrm>
              <a:prstGeom prst="roundRect">
                <a:avLst>
                  <a:gd name="adj" fmla="val 2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3811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IN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28" name="Text 11">
                <a:extLst>
                  <a:ext uri="{FF2B5EF4-FFF2-40B4-BE49-F238E27FC236}">
                    <a16:creationId xmlns:a16="http://schemas.microsoft.com/office/drawing/2014/main" id="{CD42D241-AF37-5BF8-60A6-A9FCB98FF5E8}"/>
                  </a:ext>
                </a:extLst>
              </p:cNvPr>
              <p:cNvSpPr/>
              <p:nvPr/>
            </p:nvSpPr>
            <p:spPr>
              <a:xfrm>
                <a:off x="6004354" y="2537209"/>
                <a:ext cx="148729" cy="347067"/>
              </a:xfrm>
              <a:prstGeom prst="rect">
                <a:avLst/>
              </a:prstGeom>
              <a:noFill/>
            </p:spPr>
            <p:txBody>
              <a:bodyPr wrap="none" rtlCol="0" anchor="t"/>
              <a:lstStyle/>
              <a:p>
                <a:pPr algn="ctr">
                  <a:lnSpc>
                    <a:spcPts val="2735"/>
                  </a:lnSpc>
                </a:pPr>
                <a:r>
                  <a:rPr lang="en-US" sz="1400" kern="0" spc="-29" dirty="0">
                    <a:solidFill>
                      <a:srgbClr val="2B2E3C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2</a:t>
                </a:r>
                <a:endParaRPr lang="en-US" sz="14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9FDF8786-B7AF-1310-D979-00985A970AE4}"/>
                </a:ext>
              </a:extLst>
            </p:cNvPr>
            <p:cNvSpPr/>
            <p:nvPr/>
          </p:nvSpPr>
          <p:spPr>
            <a:xfrm>
              <a:off x="4652808" y="2516929"/>
              <a:ext cx="1432152" cy="480967"/>
            </a:xfrm>
            <a:prstGeom prst="rect">
              <a:avLst/>
            </a:prstGeom>
            <a:solidFill>
              <a:srgbClr val="F0F9FE"/>
            </a:solidFill>
            <a:ln>
              <a:solidFill>
                <a:schemeClr val="accent1"/>
              </a:solidFill>
            </a:ln>
          </p:spPr>
          <p:txBody>
            <a:bodyPr wrap="none" rtlCol="0" anchor="t"/>
            <a:lstStyle/>
            <a:p>
              <a:pPr algn="r"/>
              <a:r>
                <a:rPr lang="en-IN" sz="14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rPr>
                <a:t>Data Retrieval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79FF377-90AC-A5DD-B150-8F8595620A9A}"/>
                </a:ext>
              </a:extLst>
            </p:cNvPr>
            <p:cNvGrpSpPr/>
            <p:nvPr/>
          </p:nvGrpSpPr>
          <p:grpSpPr>
            <a:xfrm>
              <a:off x="6677076" y="5734889"/>
              <a:ext cx="416619" cy="518680"/>
              <a:chOff x="5862829" y="3853753"/>
              <a:chExt cx="416619" cy="555379"/>
            </a:xfrm>
          </p:grpSpPr>
          <p:sp>
            <p:nvSpPr>
              <p:cNvPr id="25" name="Shape 15">
                <a:extLst>
                  <a:ext uri="{FF2B5EF4-FFF2-40B4-BE49-F238E27FC236}">
                    <a16:creationId xmlns:a16="http://schemas.microsoft.com/office/drawing/2014/main" id="{AC6596CE-2915-FE52-6987-EE0CDEFF71C8}"/>
                  </a:ext>
                </a:extLst>
              </p:cNvPr>
              <p:cNvSpPr/>
              <p:nvPr/>
            </p:nvSpPr>
            <p:spPr>
              <a:xfrm>
                <a:off x="5862829" y="3992513"/>
                <a:ext cx="416619" cy="416619"/>
              </a:xfrm>
              <a:prstGeom prst="roundRect">
                <a:avLst>
                  <a:gd name="adj" fmla="val 2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3811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n-IN" sz="14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Text 16">
                <a:extLst>
                  <a:ext uri="{FF2B5EF4-FFF2-40B4-BE49-F238E27FC236}">
                    <a16:creationId xmlns:a16="http://schemas.microsoft.com/office/drawing/2014/main" id="{915F89A7-76E6-8235-30BA-D38E982FEDD8}"/>
                  </a:ext>
                </a:extLst>
              </p:cNvPr>
              <p:cNvSpPr/>
              <p:nvPr/>
            </p:nvSpPr>
            <p:spPr>
              <a:xfrm>
                <a:off x="5993598" y="3853753"/>
                <a:ext cx="155079" cy="347068"/>
              </a:xfrm>
              <a:prstGeom prst="rect">
                <a:avLst/>
              </a:prstGeom>
              <a:noFill/>
            </p:spPr>
            <p:txBody>
              <a:bodyPr wrap="none" rtlCol="0" anchor="t"/>
              <a:lstStyle/>
              <a:p>
                <a:pPr algn="ctr">
                  <a:lnSpc>
                    <a:spcPts val="2735"/>
                  </a:lnSpc>
                </a:pPr>
                <a:r>
                  <a:rPr lang="en-US" sz="1400" kern="0" spc="-29" dirty="0">
                    <a:solidFill>
                      <a:srgbClr val="2B2E3C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4</a:t>
                </a:r>
                <a:endParaRPr lang="en-US" sz="14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Text 12">
              <a:extLst>
                <a:ext uri="{FF2B5EF4-FFF2-40B4-BE49-F238E27FC236}">
                  <a16:creationId xmlns:a16="http://schemas.microsoft.com/office/drawing/2014/main" id="{AABE1B30-0B62-0CD1-AD6A-894E242BA133}"/>
                </a:ext>
              </a:extLst>
            </p:cNvPr>
            <p:cNvSpPr/>
            <p:nvPr/>
          </p:nvSpPr>
          <p:spPr>
            <a:xfrm>
              <a:off x="3998669" y="5942748"/>
              <a:ext cx="2096667" cy="480967"/>
            </a:xfrm>
            <a:prstGeom prst="rect">
              <a:avLst/>
            </a:prstGeom>
            <a:solidFill>
              <a:srgbClr val="F0F9FE"/>
            </a:solidFill>
            <a:ln>
              <a:solidFill>
                <a:schemeClr val="accent1"/>
              </a:solidFill>
            </a:ln>
          </p:spPr>
          <p:txBody>
            <a:bodyPr wrap="none" rtlCol="0" anchor="t"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IN" sz="1400">
                  <a:effectLst/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Response Generation</a:t>
              </a:r>
            </a:p>
          </p:txBody>
        </p:sp>
        <p:sp>
          <p:nvSpPr>
            <p:cNvPr id="24" name="Text 13">
              <a:extLst>
                <a:ext uri="{FF2B5EF4-FFF2-40B4-BE49-F238E27FC236}">
                  <a16:creationId xmlns:a16="http://schemas.microsoft.com/office/drawing/2014/main" id="{643C8E38-AD67-6415-0F91-78B6DA3670DA}"/>
                </a:ext>
              </a:extLst>
            </p:cNvPr>
            <p:cNvSpPr/>
            <p:nvPr/>
          </p:nvSpPr>
          <p:spPr>
            <a:xfrm>
              <a:off x="1958576" y="6420787"/>
              <a:ext cx="4136758" cy="186069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/>
            <a:lstStyle/>
            <a:p>
              <a:pPr marL="285750" marR="0" indent="-285750" algn="just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effectLst/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rPr>
                <a:t>The generator model, using both the original query and the context from the retrieved documents, generates a response that is informed by this additional data.</a:t>
              </a: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F8276-2B7D-FE4E-A606-9D40FD365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2759902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C2504-90A2-1A45-060F-1744A546B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707B88-92EF-B6AE-EEFF-3E9A50EA06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5A59B-8DD0-C386-291C-542152BB77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Applications of RAG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BF07859-7E6F-A5A3-1D1A-C7D2BA47FC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11489"/>
              </p:ext>
            </p:extLst>
          </p:nvPr>
        </p:nvGraphicFramePr>
        <p:xfrm>
          <a:off x="920214" y="1942123"/>
          <a:ext cx="10122923" cy="3602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FA46B-FFD7-CAD7-40A5-6FA24037F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2099404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4777-E22E-AD25-1863-C8F159F6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C19959-8CCD-013C-786C-1D581AA1A7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Augmented Generation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122BE-60FD-D33D-5955-64C488B33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Vector Databases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E98E555-A76D-CAD7-B649-32FEBA7BFE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543973"/>
              </p:ext>
            </p:extLst>
          </p:nvPr>
        </p:nvGraphicFramePr>
        <p:xfrm>
          <a:off x="642801" y="1518523"/>
          <a:ext cx="11078400" cy="497341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39107">
                  <a:extLst>
                    <a:ext uri="{9D8B030D-6E8A-4147-A177-3AD203B41FA5}">
                      <a16:colId xmlns:a16="http://schemas.microsoft.com/office/drawing/2014/main" val="331566889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83520345"/>
                    </a:ext>
                  </a:extLst>
                </a:gridCol>
                <a:gridCol w="1770184">
                  <a:extLst>
                    <a:ext uri="{9D8B030D-6E8A-4147-A177-3AD203B41FA5}">
                      <a16:colId xmlns:a16="http://schemas.microsoft.com/office/drawing/2014/main" val="2501461395"/>
                    </a:ext>
                  </a:extLst>
                </a:gridCol>
                <a:gridCol w="1641231">
                  <a:extLst>
                    <a:ext uri="{9D8B030D-6E8A-4147-A177-3AD203B41FA5}">
                      <a16:colId xmlns:a16="http://schemas.microsoft.com/office/drawing/2014/main" val="904409878"/>
                    </a:ext>
                  </a:extLst>
                </a:gridCol>
                <a:gridCol w="1735015">
                  <a:extLst>
                    <a:ext uri="{9D8B030D-6E8A-4147-A177-3AD203B41FA5}">
                      <a16:colId xmlns:a16="http://schemas.microsoft.com/office/drawing/2014/main" val="3912144554"/>
                    </a:ext>
                  </a:extLst>
                </a:gridCol>
                <a:gridCol w="1664677">
                  <a:extLst>
                    <a:ext uri="{9D8B030D-6E8A-4147-A177-3AD203B41FA5}">
                      <a16:colId xmlns:a16="http://schemas.microsoft.com/office/drawing/2014/main" val="2309208900"/>
                    </a:ext>
                  </a:extLst>
                </a:gridCol>
                <a:gridCol w="1756586">
                  <a:extLst>
                    <a:ext uri="{9D8B030D-6E8A-4147-A177-3AD203B41FA5}">
                      <a16:colId xmlns:a16="http://schemas.microsoft.com/office/drawing/2014/main" val="2367453171"/>
                    </a:ext>
                  </a:extLst>
                </a:gridCol>
              </a:tblGrid>
              <a:tr h="315598"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Tool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License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Deployment Model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Indexing &amp; Query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Scalability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SDK / Language Support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Best For</a:t>
                      </a:r>
                    </a:p>
                  </a:txBody>
                  <a:tcPr marL="22663" marR="22663" marT="11332" marB="11332" anchor="ctr"/>
                </a:tc>
                <a:extLst>
                  <a:ext uri="{0D108BD9-81ED-4DB2-BD59-A6C34878D82A}">
                    <a16:rowId xmlns:a16="http://schemas.microsoft.com/office/drawing/2014/main" val="4243644923"/>
                  </a:ext>
                </a:extLst>
              </a:tr>
              <a:tr h="431522">
                <a:tc>
                  <a:txBody>
                    <a:bodyPr/>
                    <a:lstStyle/>
                    <a:p>
                      <a:r>
                        <a:rPr lang="en-IN" sz="1050" b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Pinecone</a:t>
                      </a:r>
                      <a:endParaRPr lang="en-IN" sz="105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Proprietary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Fully managed cloud-only 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ANN (HNSW, IVF) + hybrid </a:t>
                      </a:r>
                      <a:r>
                        <a:rPr lang="en-IN" sz="1050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vector+keyword</a:t>
                      </a:r>
                      <a:endParaRPr lang="en-IN" sz="105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Billions of vectors via serverless shards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Python, Go, Java, Node.js, C#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Enterprise-grade similarity search at scale</a:t>
                      </a:r>
                    </a:p>
                  </a:txBody>
                  <a:tcPr marL="22663" marR="22663" marT="11332" marB="11332" anchor="ctr"/>
                </a:tc>
                <a:extLst>
                  <a:ext uri="{0D108BD9-81ED-4DB2-BD59-A6C34878D82A}">
                    <a16:rowId xmlns:a16="http://schemas.microsoft.com/office/drawing/2014/main" val="671863416"/>
                  </a:ext>
                </a:extLst>
              </a:tr>
              <a:tr h="687961">
                <a:tc>
                  <a:txBody>
                    <a:bodyPr/>
                    <a:lstStyle/>
                    <a:p>
                      <a:r>
                        <a:rPr lang="en-IN" sz="1050" b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Weaviate</a:t>
                      </a:r>
                      <a:endParaRPr lang="en-IN" sz="105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BSD-3-Clause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Self-host (k8s/Docker) or managed </a:t>
                      </a:r>
                      <a:r>
                        <a:rPr lang="en-US" sz="1050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Weaviate</a:t>
                      </a:r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Cloud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HNSW (default) &amp; flat indexes; semantic + hybrid via </a:t>
                      </a:r>
                      <a:r>
                        <a:rPr lang="en-IN" sz="1050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GraphQL</a:t>
                      </a:r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/REST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Sharded clusters for billions of vectors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Python, TypeScript/JavaScript, Go, Java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Semantic search &amp; knowledge-graph use cases</a:t>
                      </a:r>
                    </a:p>
                  </a:txBody>
                  <a:tcPr marL="22663" marR="22663" marT="11332" marB="11332" anchor="ctr"/>
                </a:tc>
                <a:extLst>
                  <a:ext uri="{0D108BD9-81ED-4DB2-BD59-A6C34878D82A}">
                    <a16:rowId xmlns:a16="http://schemas.microsoft.com/office/drawing/2014/main" val="538457323"/>
                  </a:ext>
                </a:extLst>
              </a:tr>
              <a:tr h="486944">
                <a:tc>
                  <a:txBody>
                    <a:bodyPr/>
                    <a:lstStyle/>
                    <a:p>
                      <a:r>
                        <a:rPr lang="en-IN" sz="1050" b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Qdrant</a:t>
                      </a:r>
                      <a:endParaRPr lang="en-IN" sz="105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Apache-2.0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Self-host (Docker/K8s) or </a:t>
                      </a:r>
                      <a:r>
                        <a:rPr lang="en-US" sz="1050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Qdrant</a:t>
                      </a:r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Cloud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HNSW with metadata filtering &amp; payload indexes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Sustained high throughput &amp; low latency clusters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Python, Rust, Go, TypeScript, Java, C#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Filterable similarity search in production</a:t>
                      </a:r>
                    </a:p>
                  </a:txBody>
                  <a:tcPr marL="22663" marR="22663" marT="11332" marB="11332" anchor="ctr"/>
                </a:tc>
                <a:extLst>
                  <a:ext uri="{0D108BD9-81ED-4DB2-BD59-A6C34878D82A}">
                    <a16:rowId xmlns:a16="http://schemas.microsoft.com/office/drawing/2014/main" val="3737780087"/>
                  </a:ext>
                </a:extLst>
              </a:tr>
              <a:tr h="569656">
                <a:tc>
                  <a:txBody>
                    <a:bodyPr/>
                    <a:lstStyle/>
                    <a:p>
                      <a:r>
                        <a:rPr lang="en-IN" sz="105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Redis Vector Search</a:t>
                      </a:r>
                      <a:endParaRPr lang="en-IN" sz="105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fr-FR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Redis Source </a:t>
                      </a:r>
                      <a:r>
                        <a:rPr lang="fr-FR" sz="1050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Available</a:t>
                      </a:r>
                      <a:r>
                        <a:rPr lang="fr-FR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License (RSAL) 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Embedded in Redis; self-managed or via Redis Cloud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KNN vector search (HNSW) via FT.SEARCH; </a:t>
                      </a:r>
                      <a:r>
                        <a:rPr lang="en-IN" sz="1050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vector+text</a:t>
                      </a:r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filtering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Scales to billions with sharded clusters &amp; HNSW tuning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Any Redis client: Python, Java, Node.js, Go, .NET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Lightning-fast vector search in existing Redis deployments</a:t>
                      </a:r>
                    </a:p>
                  </a:txBody>
                  <a:tcPr marL="22663" marR="22663" marT="11332" marB="11332" anchor="ctr"/>
                </a:tc>
                <a:extLst>
                  <a:ext uri="{0D108BD9-81ED-4DB2-BD59-A6C34878D82A}">
                    <a16:rowId xmlns:a16="http://schemas.microsoft.com/office/drawing/2014/main" val="548496324"/>
                  </a:ext>
                </a:extLst>
              </a:tr>
              <a:tr h="610324">
                <a:tc>
                  <a:txBody>
                    <a:bodyPr/>
                    <a:lstStyle/>
                    <a:p>
                      <a:r>
                        <a:rPr lang="en-IN" sz="1050" b="1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ChromaDB</a:t>
                      </a:r>
                      <a:endParaRPr lang="en-IN" sz="105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Apache-2.0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Docker, serverless (Cloud Run) or embed in Python app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In-memory ANN (HNSW) + persistent object store; cosine/Euclidean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Suited for small to medium projects &amp; prototyping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Python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Lightweight prototyping &amp; small-scale similarity apps</a:t>
                      </a:r>
                    </a:p>
                  </a:txBody>
                  <a:tcPr marL="22663" marR="22663" marT="11332" marB="11332" anchor="ctr"/>
                </a:tc>
                <a:extLst>
                  <a:ext uri="{0D108BD9-81ED-4DB2-BD59-A6C34878D82A}">
                    <a16:rowId xmlns:a16="http://schemas.microsoft.com/office/drawing/2014/main" val="3569949303"/>
                  </a:ext>
                </a:extLst>
              </a:tr>
              <a:tr h="488230">
                <a:tc>
                  <a:txBody>
                    <a:bodyPr/>
                    <a:lstStyle/>
                    <a:p>
                      <a:r>
                        <a:rPr lang="en-IN" sz="1050" b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Faiss</a:t>
                      </a:r>
                      <a:endParaRPr lang="en-IN" sz="105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MIT License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Embedded/in-process library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Exact (Flat) &amp; ANN (IVF, HNSW, PQ) with GPU acceleration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Handles billions of vectors with CPU &amp; GPU support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Python, C++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High-performance research &amp; large-scale similarity search</a:t>
                      </a:r>
                    </a:p>
                  </a:txBody>
                  <a:tcPr marL="22663" marR="22663" marT="11332" marB="11332" anchor="ctr"/>
                </a:tc>
                <a:extLst>
                  <a:ext uri="{0D108BD9-81ED-4DB2-BD59-A6C34878D82A}">
                    <a16:rowId xmlns:a16="http://schemas.microsoft.com/office/drawing/2014/main" val="2189841802"/>
                  </a:ext>
                </a:extLst>
              </a:tr>
              <a:tr h="621384">
                <a:tc>
                  <a:txBody>
                    <a:bodyPr/>
                    <a:lstStyle/>
                    <a:p>
                      <a:r>
                        <a:rPr lang="en-IN" sz="1050" b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Azure Cognitive Search</a:t>
                      </a:r>
                      <a:endParaRPr lang="en-IN" sz="105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Proprietary (Microsoft-managed PaaS)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Fully managed cloud PaaS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Nearest Neighbors ANN on vector fields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Scales via search units (partitions &amp; replicas) for millions of docs &amp; vectors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.NET, Java, Python, JavaScript, REST API</a:t>
                      </a:r>
                    </a:p>
                  </a:txBody>
                  <a:tcPr marL="22663" marR="22663" marT="11332" marB="11332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Enterprise-grade PaaS vector search integrated with Azure </a:t>
                      </a:r>
                    </a:p>
                  </a:txBody>
                  <a:tcPr marL="22663" marR="22663" marT="11332" marB="11332" anchor="ctr"/>
                </a:tc>
                <a:extLst>
                  <a:ext uri="{0D108BD9-81ED-4DB2-BD59-A6C34878D82A}">
                    <a16:rowId xmlns:a16="http://schemas.microsoft.com/office/drawing/2014/main" val="156255518"/>
                  </a:ext>
                </a:extLst>
              </a:tr>
              <a:tr h="62138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50" b="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Vertex AI Vector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50" b="0" kern="120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Proprietary (Google-managed PaaS)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50" b="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Fully managed cloud-only PaaS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ANN based on Google's </a:t>
                      </a:r>
                      <a:r>
                        <a:rPr lang="en-US" sz="1050" b="0" kern="1200" dirty="0" err="1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ScaNN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 with filtering &amp; real-time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Billions of vectors with autoscaling &amp; ultra-low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Python, Java, Node.js, Go,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Massive-scale, high-performance search integrated with Google 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98062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E4AD6-B516-602E-2A3F-773591F07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2115656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93B2-8B67-B5B8-FB64-1DE3557AC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E0101E-1F36-4E3B-238F-5D4821D4DC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C1B6A-88E4-7915-9177-D33AB72D4E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Sparse Retrieval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EC12527-CA59-8B70-DB86-BE1E342F49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9963868"/>
              </p:ext>
            </p:extLst>
          </p:nvPr>
        </p:nvGraphicFramePr>
        <p:xfrm>
          <a:off x="700454" y="1953418"/>
          <a:ext cx="10791092" cy="3392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00F30-1A8C-0A9B-F4A9-5A9CDCFC1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3039489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2DAC2-99E6-0405-67C7-2C33FD49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2BD095-E96C-00BF-699D-EBBD5E6AE2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Retrieval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F49CD-1950-4B69-2E3F-7D7B7FD3BD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Dense Retrieval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C682A00-07BB-023F-E3E5-11C6425A5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2845927"/>
              </p:ext>
            </p:extLst>
          </p:nvPr>
        </p:nvGraphicFramePr>
        <p:xfrm>
          <a:off x="638862" y="1617786"/>
          <a:ext cx="10996338" cy="4712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80601-A132-7FBA-0620-25E5FDCA7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652392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7F9E7-AE8D-9E01-F402-40C233A9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FEDF1B-B86C-7E44-BDBA-11709B463C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RAG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F4654-2B9A-8826-5956-AB385C715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Functional Metrics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B34462-4A89-1C8A-62EF-5886E70AE7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9954872"/>
              </p:ext>
            </p:extLst>
          </p:nvPr>
        </p:nvGraphicFramePr>
        <p:xfrm>
          <a:off x="1147736" y="1773238"/>
          <a:ext cx="10062556" cy="4497453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589005">
                  <a:extLst>
                    <a:ext uri="{9D8B030D-6E8A-4147-A177-3AD203B41FA5}">
                      <a16:colId xmlns:a16="http://schemas.microsoft.com/office/drawing/2014/main" val="3297201650"/>
                    </a:ext>
                  </a:extLst>
                </a:gridCol>
                <a:gridCol w="7473551">
                  <a:extLst>
                    <a:ext uri="{9D8B030D-6E8A-4147-A177-3AD203B41FA5}">
                      <a16:colId xmlns:a16="http://schemas.microsoft.com/office/drawing/2014/main" val="572993538"/>
                    </a:ext>
                  </a:extLst>
                </a:gridCol>
              </a:tblGrid>
              <a:tr h="297388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257086"/>
                  </a:ext>
                </a:extLst>
              </a:tr>
              <a:tr h="420928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Precision@K</a:t>
                      </a:r>
                      <a:endParaRPr lang="en-I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Fraction of the top-K retrieved documents that are truly relevant.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865184"/>
                  </a:ext>
                </a:extLst>
              </a:tr>
              <a:tr h="297388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Recall@K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Proportion of all relevant documents that appear in the top-K results.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895096"/>
                  </a:ext>
                </a:extLst>
              </a:tr>
              <a:tr h="520429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Mean Reciprocal Rank (MRR)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Average inverse rank of the first relevant document.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39792"/>
                  </a:ext>
                </a:extLst>
              </a:tr>
              <a:tr h="420928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nDCG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Quality of ranking based on relevance and position.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437737"/>
                  </a:ext>
                </a:extLst>
              </a:tr>
              <a:tr h="420928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Exact 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Percentage of generated answers that exactly match a reference answer.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999131"/>
                  </a:ext>
                </a:extLst>
              </a:tr>
              <a:tr h="420928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Harmonic mean of precision and recall on answer correctness.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502992"/>
                  </a:ext>
                </a:extLst>
              </a:tr>
              <a:tr h="420928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Hallucination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Proportion of answers containing unsupported or fabricated content.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239376"/>
                  </a:ext>
                </a:extLst>
              </a:tr>
              <a:tr h="420928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Answer Completeness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Degree to which responses cover all aspects of the user’s query.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995729"/>
                  </a:ext>
                </a:extLst>
              </a:tr>
              <a:tr h="420928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Semantic 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Average embedding-based similarity between generated and reference answers.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219269"/>
                  </a:ext>
                </a:extLst>
              </a:tr>
              <a:tr h="420928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User Satisfaction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Average rating (e.g., 1–5) provided by end users on answer usefulness.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916346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8D822-A06B-5894-D0FC-46BC11B19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630226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E7AC-D3C5-7FB3-6A85-400E5B1C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F3DE90-08A3-EE9B-8026-8B608C2827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 (Headings)"/>
              </a:rPr>
              <a:t>RAG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1F0A5-E051-1C7B-BCFC-F2F817AD41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 (Headings)"/>
              </a:rPr>
              <a:t>Operational Metrics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38612A2-BAAA-A643-BD68-70147D26BE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3120224"/>
              </p:ext>
            </p:extLst>
          </p:nvPr>
        </p:nvGraphicFramePr>
        <p:xfrm>
          <a:off x="1172234" y="1789666"/>
          <a:ext cx="10035027" cy="4353227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581922">
                  <a:extLst>
                    <a:ext uri="{9D8B030D-6E8A-4147-A177-3AD203B41FA5}">
                      <a16:colId xmlns:a16="http://schemas.microsoft.com/office/drawing/2014/main" val="3297201650"/>
                    </a:ext>
                  </a:extLst>
                </a:gridCol>
                <a:gridCol w="7453105">
                  <a:extLst>
                    <a:ext uri="{9D8B030D-6E8A-4147-A177-3AD203B41FA5}">
                      <a16:colId xmlns:a16="http://schemas.microsoft.com/office/drawing/2014/main" val="572993538"/>
                    </a:ext>
                  </a:extLst>
                </a:gridCol>
              </a:tblGrid>
              <a:tr h="305489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Metric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Description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374257086"/>
                  </a:ext>
                </a:extLst>
              </a:tr>
              <a:tr h="534607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Latency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Average time from user request to final answer delivery.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096865184"/>
                  </a:ext>
                </a:extLst>
              </a:tr>
              <a:tr h="305489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Throughput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Number of RAG queries processed per second.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871895096"/>
                  </a:ext>
                </a:extLst>
              </a:tr>
              <a:tr h="534607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Error Rate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Percentage of requests resulting in system failures or unusable outputs.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98439792"/>
                  </a:ext>
                </a:extLst>
              </a:tr>
              <a:tr h="534607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System Uptime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Proportion of time the service is available and responsive.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688437737"/>
                  </a:ext>
                </a:extLst>
              </a:tr>
              <a:tr h="534607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Token Consumption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Average number of input + output tokens used per query.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845999131"/>
                  </a:ext>
                </a:extLst>
              </a:tr>
              <a:tr h="534607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CPU/GPU Utilization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Percentage of compute resources in use during peak loads.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664502992"/>
                  </a:ext>
                </a:extLst>
              </a:tr>
              <a:tr h="534607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Cache Hit Rate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Share of retrievals served from a fast cache vs. full datastore lookups.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964239376"/>
                  </a:ext>
                </a:extLst>
              </a:tr>
              <a:tr h="534607">
                <a:tc>
                  <a:txBody>
                    <a:bodyPr/>
                    <a:lstStyle/>
                    <a:p>
                      <a:r>
                        <a:rPr lang="en-IN" sz="14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Document Fetch Time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Average time to retrieve external documents or embeddings.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98499572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93452-04C5-3CFC-EAE8-729F051E8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803182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143839-2711-4AF2-C659-B1C0B87E66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What can go wrong in RAG?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937A7-7718-2377-DE68-A02580B5A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92472-E83D-B014-3585-0DEA3E4BD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IN" b="1" dirty="0"/>
              <a:t>User’s question is not correctly framed? – user has provided incomplete information</a:t>
            </a:r>
          </a:p>
          <a:p>
            <a:pPr marL="285750" indent="-285750">
              <a:buFontTx/>
              <a:buChar char="-"/>
            </a:pP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User’s question is complete (8-12 words), but is inefficient in finding similarity and retrieving docs.</a:t>
            </a:r>
          </a:p>
          <a:p>
            <a:pPr marL="285750" indent="-285750">
              <a:buFontTx/>
              <a:buChar char="-"/>
            </a:pP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Vector DB does not have relevant docs related to the query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F44F5-A2BF-04B9-9B61-0B64A65FB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3515052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8613C1-AD73-546F-FCEC-D6152962F1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What can go wrong in RAG?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EC69F-A394-585F-A362-321EC72B24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4A167-54DE-8C25-CB3A-27FEFBF50C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IN" b="1" dirty="0"/>
              <a:t>User’s question is not correctly framed? – user has provided incomplete information</a:t>
            </a:r>
          </a:p>
          <a:p>
            <a:pPr marL="525739" lvl="1" indent="-285750">
              <a:buFontTx/>
              <a:buChar char="-"/>
            </a:pPr>
            <a:r>
              <a:rPr lang="en-IN" dirty="0"/>
              <a:t>Agentic RAG Architecture</a:t>
            </a:r>
          </a:p>
          <a:p>
            <a:pPr marL="285750" indent="-285750">
              <a:buFontTx/>
              <a:buChar char="-"/>
            </a:pP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User’s question is complete (8-12 words), but is inefficient in finding similarity and retrieving docs.</a:t>
            </a:r>
          </a:p>
          <a:p>
            <a:pPr marL="525739" lvl="1" indent="-285750">
              <a:buFontTx/>
              <a:buChar char="-"/>
            </a:pPr>
            <a:r>
              <a:rPr lang="en-IN" dirty="0"/>
              <a:t>Add a feature for Query rewriting with the help of LLM. Again perform retrieval</a:t>
            </a:r>
          </a:p>
          <a:p>
            <a:pPr marL="525739" lvl="1" indent="-285750">
              <a:buFontTx/>
              <a:buChar char="-"/>
            </a:pPr>
            <a:r>
              <a:rPr lang="en-IN" dirty="0"/>
              <a:t>Optimize the retrieval technique: use hybrid retrieval</a:t>
            </a:r>
          </a:p>
          <a:p>
            <a:pPr marL="285750" indent="-285750">
              <a:buFontTx/>
              <a:buChar char="-"/>
            </a:pP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Vector DB does not have relevant docs related to the query</a:t>
            </a:r>
          </a:p>
          <a:p>
            <a:pPr marL="525739" lvl="1" indent="-285750">
              <a:buFontTx/>
              <a:buChar char="-"/>
            </a:pPr>
            <a:r>
              <a:rPr lang="en-IN" dirty="0"/>
              <a:t>Seach for additional information over internet (or any other 3</a:t>
            </a:r>
            <a:r>
              <a:rPr lang="en-IN" baseline="30000" dirty="0"/>
              <a:t>rd</a:t>
            </a:r>
            <a:r>
              <a:rPr lang="en-IN" dirty="0"/>
              <a:t> party source).</a:t>
            </a:r>
          </a:p>
          <a:p>
            <a:pPr marL="285750" indent="-285750">
              <a:buFontTx/>
              <a:buChar char="-"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38BDA-6038-F423-98CE-BBE2395B2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3793371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E74D71-75B6-535A-A5B7-14D03C3EE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08A96-0E24-6940-86EA-5B97DF5FCE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8471D-06A0-9DD8-306A-5E4BCDFF2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IN" b="1" dirty="0"/>
              <a:t>User’s question is not correctly framed? – user has provided incomplete information</a:t>
            </a:r>
          </a:p>
          <a:p>
            <a:pPr marL="285750" indent="-285750">
              <a:buFontTx/>
              <a:buChar char="-"/>
            </a:pP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User’s question is complete (8-12 words), but is inefficient in finding similarity and retrieving docs.</a:t>
            </a:r>
          </a:p>
          <a:p>
            <a:pPr marL="285750" indent="-285750">
              <a:buFontTx/>
              <a:buChar char="-"/>
            </a:pP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Vector DB does not have relevant docs related to the query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A63BB-25DB-808E-C245-ECD861DCF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888671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CA732A-082E-F744-4128-0462CCBB54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What can go wrong with RAG?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23651-7EDA-5481-E7E0-1F31F18D8B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C3AED-A869-6AE3-EAD5-CD1AD41B8D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Tx/>
              <a:buChar char="-"/>
            </a:pPr>
            <a:r>
              <a:rPr lang="en-IN" b="1" dirty="0"/>
              <a:t>Retriever process  - inefficient – not retrieving right docs</a:t>
            </a:r>
          </a:p>
          <a:p>
            <a:pPr marL="525739" lvl="1" indent="-285750">
              <a:buFontTx/>
              <a:buChar char="-"/>
            </a:pPr>
            <a:r>
              <a:rPr lang="en-IN" dirty="0"/>
              <a:t>User’s question is not correctly framed? – user has provided incomplete information</a:t>
            </a:r>
          </a:p>
          <a:p>
            <a:pPr marL="765726" lvl="2" indent="-285750">
              <a:buFontTx/>
              <a:buChar char="-"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Use Chat mode / Agentic Mode to ask question to capture details / ask user to rephrase </a:t>
            </a:r>
          </a:p>
          <a:p>
            <a:pPr marL="525739" lvl="1" indent="-285750">
              <a:buFontTx/>
              <a:buChar char="-"/>
            </a:pPr>
            <a:r>
              <a:rPr lang="en-IN" dirty="0">
                <a:highlight>
                  <a:srgbClr val="FFFF00"/>
                </a:highlight>
              </a:rPr>
              <a:t>User’s question is complete (8-12 words), but is inefficient in finding similarity and retrieving docs.</a:t>
            </a:r>
          </a:p>
          <a:p>
            <a:pPr marL="765726" lvl="2" indent="-285750">
              <a:buFontTx/>
              <a:buChar char="-"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Query Rewriting</a:t>
            </a:r>
          </a:p>
          <a:p>
            <a:pPr marL="525739" lvl="1" indent="-285750">
              <a:buFontTx/>
              <a:buChar char="-"/>
            </a:pPr>
            <a:r>
              <a:rPr lang="en-IN" dirty="0">
                <a:highlight>
                  <a:srgbClr val="FFFF00"/>
                </a:highlight>
              </a:rPr>
              <a:t>Vector DB does not have relevant docs related to the query</a:t>
            </a:r>
          </a:p>
          <a:p>
            <a:pPr marL="765726" lvl="2" indent="-285750">
              <a:buFontTx/>
              <a:buChar char="-"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Use internet search to get more/ real time data  OR use 3</a:t>
            </a:r>
            <a:r>
              <a:rPr lang="en-IN" baseline="300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rd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 party sources</a:t>
            </a:r>
          </a:p>
          <a:p>
            <a:pPr marL="525739" lvl="1" indent="-285750">
              <a:buFontTx/>
              <a:buChar char="-"/>
            </a:pPr>
            <a:r>
              <a:rPr lang="en-IN" dirty="0"/>
              <a:t>Search Algorithm is not efficient in search right docs</a:t>
            </a:r>
          </a:p>
          <a:p>
            <a:pPr marL="765726" lvl="2" indent="-285750">
              <a:buFontTx/>
              <a:buChar char="-"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Use better algorithms like Hybrid search</a:t>
            </a:r>
          </a:p>
          <a:p>
            <a:pPr marL="525739" lvl="1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b="1" dirty="0"/>
              <a:t>Generation Process – inefficient – retrieved docs are good, but </a:t>
            </a:r>
            <a:r>
              <a:rPr lang="en-IN" b="1" dirty="0" err="1"/>
              <a:t>llms</a:t>
            </a:r>
            <a:r>
              <a:rPr lang="en-IN" b="1" dirty="0"/>
              <a:t> not able to articulate it</a:t>
            </a:r>
          </a:p>
          <a:p>
            <a:pPr marL="525739" lvl="1" indent="-285750">
              <a:buFontTx/>
              <a:buChar char="-"/>
            </a:pPr>
            <a:r>
              <a:rPr lang="en-IN" dirty="0"/>
              <a:t>LLM answers questions from out of context</a:t>
            </a:r>
          </a:p>
          <a:p>
            <a:pPr marL="765726" lvl="2" indent="-285750">
              <a:buFontTx/>
              <a:buChar char="-"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Improve the prompt template, add more guidance, constraints</a:t>
            </a:r>
          </a:p>
          <a:p>
            <a:pPr marL="525739" lvl="1" indent="-285750">
              <a:buFontTx/>
              <a:buChar char="-"/>
            </a:pPr>
            <a:r>
              <a:rPr lang="en-IN" dirty="0"/>
              <a:t>LLM is not able to extract answer from retrieved docs</a:t>
            </a:r>
          </a:p>
          <a:p>
            <a:pPr marL="285750" indent="-285750">
              <a:buFontTx/>
              <a:buChar char="-"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23EA9-ED6E-B749-20F6-97DDB7AEA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662171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C685F06A-9EB0-9F0E-7979-8534F8969A2F}"/>
              </a:ext>
            </a:extLst>
          </p:cNvPr>
          <p:cNvSpPr/>
          <p:nvPr/>
        </p:nvSpPr>
        <p:spPr>
          <a:xfrm>
            <a:off x="4024423" y="58479"/>
            <a:ext cx="4599603" cy="28603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B723FEF-43AA-27F6-8233-E468D0938576}"/>
                  </a:ext>
                </a:extLst>
              </p14:cNvPr>
              <p14:cNvContentPartPr/>
              <p14:nvPr/>
            </p14:nvContentPartPr>
            <p14:xfrm>
              <a:off x="5211000" y="5136212"/>
              <a:ext cx="25560" cy="4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B723FEF-43AA-27F6-8233-E468D09385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02000" y="5127572"/>
                <a:ext cx="43200" cy="2196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5CB4D04-802A-76FD-1B5A-205EA49F56F5}"/>
              </a:ext>
            </a:extLst>
          </p:cNvPr>
          <p:cNvSpPr/>
          <p:nvPr/>
        </p:nvSpPr>
        <p:spPr>
          <a:xfrm>
            <a:off x="4657061" y="233916"/>
            <a:ext cx="2060255" cy="628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Retriever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E3EF66-6DB1-12D1-05CD-6EB935C09B2B}"/>
              </a:ext>
            </a:extLst>
          </p:cNvPr>
          <p:cNvSpPr/>
          <p:nvPr/>
        </p:nvSpPr>
        <p:spPr>
          <a:xfrm>
            <a:off x="9025271" y="233915"/>
            <a:ext cx="2060255" cy="6283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Vector DB (chroma)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8320509-31C1-1B14-7062-74D7DCFD97E9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 flipV="1">
            <a:off x="6717316" y="548074"/>
            <a:ext cx="2307955" cy="1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3EF83CA-DDC4-3AF9-57B8-51DE7B409B85}"/>
              </a:ext>
            </a:extLst>
          </p:cNvPr>
          <p:cNvSpPr txBox="1"/>
          <p:nvPr/>
        </p:nvSpPr>
        <p:spPr>
          <a:xfrm>
            <a:off x="558208" y="251929"/>
            <a:ext cx="1435395" cy="646331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User</a:t>
            </a:r>
          </a:p>
          <a:p>
            <a:r>
              <a:rPr lang="en-IN" dirty="0"/>
              <a:t>(question)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9FB0E35-8B7B-CC11-A308-35ADA16E2F9A}"/>
              </a:ext>
            </a:extLst>
          </p:cNvPr>
          <p:cNvCxnSpPr/>
          <p:nvPr/>
        </p:nvCxnSpPr>
        <p:spPr>
          <a:xfrm flipV="1">
            <a:off x="2171354" y="548072"/>
            <a:ext cx="2307955" cy="1"/>
          </a:xfrm>
          <a:prstGeom prst="straightConnector1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CCC75D0-FAD3-1AE3-14DC-46B348720C23}"/>
              </a:ext>
            </a:extLst>
          </p:cNvPr>
          <p:cNvSpPr/>
          <p:nvPr/>
        </p:nvSpPr>
        <p:spPr>
          <a:xfrm>
            <a:off x="4657060" y="1407629"/>
            <a:ext cx="2060255" cy="628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Grader: checker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A0984E-5C38-0107-2FF6-4AD01CF4FB94}"/>
              </a:ext>
            </a:extLst>
          </p:cNvPr>
          <p:cNvSpPr txBox="1"/>
          <p:nvPr/>
        </p:nvSpPr>
        <p:spPr>
          <a:xfrm>
            <a:off x="6776483" y="1407629"/>
            <a:ext cx="2176132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Compare question with documents: yes/no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D4B88C-36AB-E2B7-DCF8-7773CA92F210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 flipH="1">
            <a:off x="5687188" y="862233"/>
            <a:ext cx="1" cy="545396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59E0C5B-B4C6-D809-B9FA-516871769197}"/>
              </a:ext>
            </a:extLst>
          </p:cNvPr>
          <p:cNvSpPr txBox="1"/>
          <p:nvPr/>
        </p:nvSpPr>
        <p:spPr>
          <a:xfrm>
            <a:off x="9459432" y="2035946"/>
            <a:ext cx="2661684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For </a:t>
            </a:r>
            <a:r>
              <a:rPr lang="en-IN" sz="1200" dirty="0" err="1"/>
              <a:t>checker:no</a:t>
            </a:r>
            <a:endParaRPr lang="en-IN" sz="1200" dirty="0"/>
          </a:p>
          <a:p>
            <a:pPr marL="228600" indent="-228600">
              <a:buAutoNum type="arabicPeriod"/>
            </a:pPr>
            <a:r>
              <a:rPr lang="en-IN" sz="1200" dirty="0"/>
              <a:t>Query is inefficient: needs to be elaborated</a:t>
            </a:r>
            <a:br>
              <a:rPr lang="en-IN" sz="1200" dirty="0"/>
            </a:br>
            <a:r>
              <a:rPr lang="en-IN" sz="1200" b="1" dirty="0"/>
              <a:t>Solution</a:t>
            </a:r>
            <a:r>
              <a:rPr lang="en-IN" sz="1200" dirty="0"/>
              <a:t>: refine query</a:t>
            </a:r>
          </a:p>
          <a:p>
            <a:pPr marL="228600" indent="-228600">
              <a:buAutoNum type="arabicPeriod"/>
            </a:pPr>
            <a:r>
              <a:rPr lang="en-IN" sz="1200" dirty="0"/>
              <a:t>Vector DB does not have relevant documents for the query</a:t>
            </a:r>
            <a:br>
              <a:rPr lang="en-IN" sz="1200" dirty="0"/>
            </a:br>
            <a:r>
              <a:rPr lang="en-IN" sz="1200" b="1" dirty="0"/>
              <a:t>Solution</a:t>
            </a:r>
            <a:r>
              <a:rPr lang="en-IN" sz="1200" dirty="0"/>
              <a:t>: web search to get docs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FD39C2-8FAD-AD68-FA10-274F44FFA390}"/>
              </a:ext>
            </a:extLst>
          </p:cNvPr>
          <p:cNvSpPr/>
          <p:nvPr/>
        </p:nvSpPr>
        <p:spPr>
          <a:xfrm>
            <a:off x="4657059" y="5914061"/>
            <a:ext cx="2060255" cy="628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Generator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451C7DD-B264-9924-2256-68C8B4A8DFCC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5687187" y="2035946"/>
            <a:ext cx="0" cy="3878115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EFED011-22BB-C0A0-34BE-1A279D5729F9}"/>
              </a:ext>
            </a:extLst>
          </p:cNvPr>
          <p:cNvSpPr txBox="1"/>
          <p:nvPr/>
        </p:nvSpPr>
        <p:spPr>
          <a:xfrm>
            <a:off x="5745665" y="2335280"/>
            <a:ext cx="1075121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Grader: yes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1D602B-816B-39B3-8510-CEE0FFF67690}"/>
              </a:ext>
            </a:extLst>
          </p:cNvPr>
          <p:cNvSpPr/>
          <p:nvPr/>
        </p:nvSpPr>
        <p:spPr>
          <a:xfrm>
            <a:off x="1141226" y="2298120"/>
            <a:ext cx="2060255" cy="62831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Query Rewriter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CA4A24B0-86C7-ED3B-59D3-794C65F06BA7}"/>
              </a:ext>
            </a:extLst>
          </p:cNvPr>
          <p:cNvCxnSpPr>
            <a:stCxn id="33" idx="1"/>
            <a:endCxn id="43" idx="3"/>
          </p:cNvCxnSpPr>
          <p:nvPr/>
        </p:nvCxnSpPr>
        <p:spPr>
          <a:xfrm rot="10800000" flipV="1">
            <a:off x="3201482" y="1721787"/>
            <a:ext cx="1455579" cy="890491"/>
          </a:xfrm>
          <a:prstGeom prst="bentConnector3">
            <a:avLst/>
          </a:prstGeom>
          <a:ln w="57150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D5ECB77D-3D48-C098-ED34-0544AD29CC77}"/>
              </a:ext>
            </a:extLst>
          </p:cNvPr>
          <p:cNvCxnSpPr>
            <a:cxnSpLocks/>
            <a:stCxn id="43" idx="0"/>
          </p:cNvCxnSpPr>
          <p:nvPr/>
        </p:nvCxnSpPr>
        <p:spPr>
          <a:xfrm rot="5400000" flipH="1" flipV="1">
            <a:off x="2659435" y="300497"/>
            <a:ext cx="1509542" cy="2485705"/>
          </a:xfrm>
          <a:prstGeom prst="bentConnector2">
            <a:avLst/>
          </a:prstGeom>
          <a:ln w="57150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F444C17-8B13-4F5B-FBD8-5E42EA9B170B}"/>
              </a:ext>
            </a:extLst>
          </p:cNvPr>
          <p:cNvSpPr txBox="1"/>
          <p:nvPr/>
        </p:nvSpPr>
        <p:spPr>
          <a:xfrm>
            <a:off x="2250210" y="1669804"/>
            <a:ext cx="1205371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Refined=False</a:t>
            </a:r>
          </a:p>
          <a:p>
            <a:r>
              <a:rPr lang="en-IN" sz="1200" dirty="0"/>
              <a:t>(set to True)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71E010-235B-84FB-0910-F09EEA5331EB}"/>
              </a:ext>
            </a:extLst>
          </p:cNvPr>
          <p:cNvSpPr txBox="1"/>
          <p:nvPr/>
        </p:nvSpPr>
        <p:spPr>
          <a:xfrm>
            <a:off x="3941748" y="2236124"/>
            <a:ext cx="1075121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Grader: No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468EF5-B2C9-1359-A56F-2D88F40625F2}"/>
              </a:ext>
            </a:extLst>
          </p:cNvPr>
          <p:cNvSpPr txBox="1"/>
          <p:nvPr/>
        </p:nvSpPr>
        <p:spPr>
          <a:xfrm>
            <a:off x="2208835" y="2991023"/>
            <a:ext cx="1205371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Refined=True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6C07603-DE99-A597-3A0B-9DEFAD53A555}"/>
              </a:ext>
            </a:extLst>
          </p:cNvPr>
          <p:cNvSpPr/>
          <p:nvPr/>
        </p:nvSpPr>
        <p:spPr>
          <a:xfrm>
            <a:off x="1141225" y="3881516"/>
            <a:ext cx="2060255" cy="62831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Search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7CFDEA9-9255-7F4B-8C3A-848ADABF5AEC}"/>
              </a:ext>
            </a:extLst>
          </p:cNvPr>
          <p:cNvCxnSpPr>
            <a:cxnSpLocks/>
          </p:cNvCxnSpPr>
          <p:nvPr/>
        </p:nvCxnSpPr>
        <p:spPr>
          <a:xfrm>
            <a:off x="2171352" y="2923122"/>
            <a:ext cx="37483" cy="1101301"/>
          </a:xfrm>
          <a:prstGeom prst="straightConnector1">
            <a:avLst/>
          </a:prstGeom>
          <a:ln w="57150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674A17D-B8EE-7417-11A3-FC3BF1FE6578}"/>
              </a:ext>
            </a:extLst>
          </p:cNvPr>
          <p:cNvCxnSpPr>
            <a:cxnSpLocks/>
            <a:stCxn id="55" idx="2"/>
            <a:endCxn id="39" idx="1"/>
          </p:cNvCxnSpPr>
          <p:nvPr/>
        </p:nvCxnSpPr>
        <p:spPr>
          <a:xfrm rot="16200000" flipH="1">
            <a:off x="2555013" y="4126173"/>
            <a:ext cx="1718387" cy="2485706"/>
          </a:xfrm>
          <a:prstGeom prst="bentConnector2">
            <a:avLst/>
          </a:prstGeom>
          <a:ln w="57150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82776FD-C950-D62A-5AB0-ADC6EA490C87}"/>
              </a:ext>
            </a:extLst>
          </p:cNvPr>
          <p:cNvSpPr txBox="1"/>
          <p:nvPr/>
        </p:nvSpPr>
        <p:spPr>
          <a:xfrm>
            <a:off x="8164033" y="6043553"/>
            <a:ext cx="3478618" cy="36933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CRAG: Corrective RAG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620AB6-4232-A8F9-4A99-DCD87BA71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16475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27" grpId="0" animBg="1"/>
      <p:bldP spid="28" grpId="0" animBg="1"/>
      <p:bldP spid="31" grpId="0" animBg="1"/>
      <p:bldP spid="33" grpId="0" animBg="1"/>
      <p:bldP spid="34" grpId="0" animBg="1"/>
      <p:bldP spid="39" grpId="0" animBg="1"/>
      <p:bldP spid="42" grpId="0" animBg="1"/>
      <p:bldP spid="43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5741F6-8351-4ABC-EB3E-E5BC417BD0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CRAG: Corrective RAG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A6A86C4-BB18-451B-A8E2-26A9D676B75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09675" y="1486262"/>
            <a:ext cx="9972650" cy="4703418"/>
            <a:chOff x="329983" y="790992"/>
            <a:chExt cx="11562908" cy="5751386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685F06A-9EB0-9F0E-7979-8534F8969A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74632" y="790992"/>
              <a:ext cx="4599603" cy="286032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723FEF-43AA-27F6-8233-E468D0938576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>
                <a:off x="5211000" y="5136212"/>
                <a:ext cx="25560" cy="4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723FEF-43AA-27F6-8233-E468D0938576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00525" y="5125412"/>
                  <a:ext cx="46092" cy="25488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5CB4D04-802A-76FD-1B5A-205EA49F56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28836" y="1009827"/>
              <a:ext cx="2060255" cy="62831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Retriever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1E3EF66-6DB1-12D1-05CD-6EB935C09B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797046" y="1009826"/>
              <a:ext cx="2060255" cy="62831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Vector DB (chroma)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8320509-31C1-1B14-7062-74D7DCFD97E9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7" idx="3"/>
              <a:endCxn id="28" idx="1"/>
            </p:cNvCxnSpPr>
            <p:nvPr/>
          </p:nvCxnSpPr>
          <p:spPr>
            <a:xfrm flipV="1">
              <a:off x="6489091" y="1323985"/>
              <a:ext cx="2307955" cy="1"/>
            </a:xfrm>
            <a:prstGeom prst="straightConnector1">
              <a:avLst/>
            </a:prstGeom>
            <a:ln w="5715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EF83CA-DDC4-3AF9-57B8-51DE7B409B8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9983" y="920873"/>
              <a:ext cx="1435395" cy="860268"/>
            </a:xfrm>
            <a:prstGeom prst="rect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dirty="0"/>
                <a:t>User</a:t>
              </a:r>
            </a:p>
            <a:p>
              <a:r>
                <a:rPr lang="en-IN" dirty="0"/>
                <a:t>(question)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9FB0E35-8B7B-CC11-A308-35ADA16E2F9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943129" y="1323984"/>
              <a:ext cx="2390332" cy="1"/>
            </a:xfrm>
            <a:prstGeom prst="straightConnector1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CCC75D0-FAD3-1AE3-14DC-46B348720C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28835" y="2183540"/>
              <a:ext cx="2060255" cy="62831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Grader: checker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2A0984E-5C38-0107-2FF6-4AD01CF4FB9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13012" y="1986245"/>
              <a:ext cx="1295087" cy="104092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Compare question with documents: yes/no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CD4B88C-36AB-E2B7-DCF8-7773CA92F210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7" idx="2"/>
              <a:endCxn id="33" idx="0"/>
            </p:cNvCxnSpPr>
            <p:nvPr/>
          </p:nvCxnSpPr>
          <p:spPr>
            <a:xfrm flipH="1">
              <a:off x="5458963" y="1638144"/>
              <a:ext cx="1" cy="545396"/>
            </a:xfrm>
            <a:prstGeom prst="straightConnector1">
              <a:avLst/>
            </a:prstGeom>
            <a:ln w="5715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59E0C5B-B4C6-D809-B9FA-51687176919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31207" y="2389079"/>
              <a:ext cx="2661684" cy="22305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For checker: no</a:t>
              </a:r>
            </a:p>
            <a:p>
              <a:pPr marL="228600" indent="-228600">
                <a:buAutoNum type="arabicPeriod"/>
              </a:pPr>
              <a:r>
                <a:rPr lang="en-IN" sz="1200" dirty="0"/>
                <a:t>Query is inefficient: needs to be elaborated</a:t>
              </a:r>
              <a:br>
                <a:rPr lang="en-IN" sz="1200" dirty="0"/>
              </a:br>
              <a:r>
                <a:rPr lang="en-IN" sz="1200" b="1" dirty="0"/>
                <a:t>Solution</a:t>
              </a:r>
              <a:r>
                <a:rPr lang="en-IN" sz="1200" dirty="0"/>
                <a:t>: refine query</a:t>
              </a:r>
            </a:p>
            <a:p>
              <a:pPr marL="228600" indent="-228600">
                <a:buAutoNum type="arabicPeriod"/>
              </a:pPr>
              <a:r>
                <a:rPr lang="en-IN" sz="1200" dirty="0"/>
                <a:t>Vector DB does not have relevant documents for the query</a:t>
              </a:r>
              <a:br>
                <a:rPr lang="en-IN" sz="1200" dirty="0"/>
              </a:br>
              <a:r>
                <a:rPr lang="en-IN" sz="1200" b="1" dirty="0"/>
                <a:t>Solution</a:t>
              </a:r>
              <a:r>
                <a:rPr lang="en-IN" sz="1200" dirty="0"/>
                <a:t>: web search to get docs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5FD39C2-8FAD-AD68-FA10-274F44FFA3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57059" y="5914061"/>
              <a:ext cx="2060255" cy="62831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Generator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451C7DD-B264-9924-2256-68C8B4A8DFCC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39" idx="0"/>
            </p:cNvCxnSpPr>
            <p:nvPr/>
          </p:nvCxnSpPr>
          <p:spPr>
            <a:xfrm>
              <a:off x="5687187" y="3699033"/>
              <a:ext cx="0" cy="2215028"/>
            </a:xfrm>
            <a:prstGeom prst="straightConnector1">
              <a:avLst/>
            </a:prstGeom>
            <a:ln w="57150">
              <a:solidFill>
                <a:schemeClr val="bg2">
                  <a:lumMod val="2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EFED011-22BB-C0A0-34BE-1A279D5729F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6413" y="3269601"/>
              <a:ext cx="1075122" cy="33517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Grader: yes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11D602B-816B-39B3-8510-CEE0FFF676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13001" y="3074031"/>
              <a:ext cx="2060255" cy="628317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Query Rewriter</a:t>
              </a:r>
            </a:p>
          </p:txBody>
        </p: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CA4A24B0-86C7-ED3B-59D3-794C65F06BA7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33" idx="1"/>
              <a:endCxn id="43" idx="3"/>
            </p:cNvCxnSpPr>
            <p:nvPr/>
          </p:nvCxnSpPr>
          <p:spPr>
            <a:xfrm rot="10800000" flipV="1">
              <a:off x="2973257" y="2497698"/>
              <a:ext cx="1455579" cy="890491"/>
            </a:xfrm>
            <a:prstGeom prst="bentConnector3">
              <a:avLst/>
            </a:prstGeom>
            <a:ln w="57150">
              <a:solidFill>
                <a:schemeClr val="bg2">
                  <a:lumMod val="2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D5ECB77D-3D48-C098-ED34-0544AD29CC77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43" idx="0"/>
            </p:cNvCxnSpPr>
            <p:nvPr/>
          </p:nvCxnSpPr>
          <p:spPr>
            <a:xfrm rot="5400000" flipH="1" flipV="1">
              <a:off x="2431210" y="1076408"/>
              <a:ext cx="1509542" cy="2485705"/>
            </a:xfrm>
            <a:prstGeom prst="bentConnector2">
              <a:avLst/>
            </a:prstGeom>
            <a:ln w="57150">
              <a:solidFill>
                <a:schemeClr val="bg2">
                  <a:lumMod val="2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F444C17-8B13-4F5B-FBD8-5E42EA9B170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21985" y="2445715"/>
              <a:ext cx="1318247" cy="56452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Refined=False</a:t>
              </a:r>
            </a:p>
            <a:p>
              <a:r>
                <a:rPr lang="en-IN" sz="1200" dirty="0"/>
                <a:t>(set to True)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E71E010-235B-84FB-0910-F09EEA5331E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96613" y="2893096"/>
              <a:ext cx="1075122" cy="33517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Grader: No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2468EF5-B2C9-1359-A56F-2D88F40625F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80610" y="3766934"/>
              <a:ext cx="1205371" cy="27699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Refined=True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6C07603-DE99-A597-3A0B-9DEFAD53A5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13000" y="4657427"/>
              <a:ext cx="2060255" cy="628317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Web Search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C7CFDEA9-9255-7F4B-8C3A-848ADABF5AEC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55" idx="0"/>
            </p:cNvCxnSpPr>
            <p:nvPr/>
          </p:nvCxnSpPr>
          <p:spPr>
            <a:xfrm>
              <a:off x="1943127" y="3699033"/>
              <a:ext cx="1" cy="958394"/>
            </a:xfrm>
            <a:prstGeom prst="straightConnector1">
              <a:avLst/>
            </a:prstGeom>
            <a:ln w="57150">
              <a:solidFill>
                <a:schemeClr val="bg2">
                  <a:lumMod val="2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0674A17D-B8EE-7417-11A3-FC3BF1FE6578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55" idx="2"/>
              <a:endCxn id="39" idx="1"/>
            </p:cNvCxnSpPr>
            <p:nvPr/>
          </p:nvCxnSpPr>
          <p:spPr>
            <a:xfrm rot="16200000" flipH="1">
              <a:off x="2828855" y="4400016"/>
              <a:ext cx="942476" cy="2713931"/>
            </a:xfrm>
            <a:prstGeom prst="bentConnector2">
              <a:avLst/>
            </a:prstGeom>
            <a:ln w="57150">
              <a:solidFill>
                <a:schemeClr val="bg2">
                  <a:lumMod val="2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C47977-7DF5-80A6-F7AD-F0C5DAB308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26944203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07FB-38F9-2BA5-E011-BB79CA6B7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D8AD361C-4AAA-A0B6-861A-44EAE9ECD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3" y="1087820"/>
            <a:ext cx="11980834" cy="468236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DCFD13-04CB-ACAF-DA24-D4ADC2CD8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1679748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B03C1-3126-B968-17C2-B73D118E60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RAG Evaluation: Retrieval Engine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A161C-4433-33B4-098E-4F3F4215CB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How should our test data (evaluation data) look like for this evaluation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71848-E42F-8A97-FA5B-A7C93B90A8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4288-F543-C79A-F2E9-50B041A61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39FEAF-A8B8-8947-63E3-2E3EF807A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391730"/>
              </p:ext>
            </p:extLst>
          </p:nvPr>
        </p:nvGraphicFramePr>
        <p:xfrm>
          <a:off x="670911" y="1679999"/>
          <a:ext cx="10895724" cy="4158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1908">
                  <a:extLst>
                    <a:ext uri="{9D8B030D-6E8A-4147-A177-3AD203B41FA5}">
                      <a16:colId xmlns:a16="http://schemas.microsoft.com/office/drawing/2014/main" val="1224204376"/>
                    </a:ext>
                  </a:extLst>
                </a:gridCol>
                <a:gridCol w="3631908">
                  <a:extLst>
                    <a:ext uri="{9D8B030D-6E8A-4147-A177-3AD203B41FA5}">
                      <a16:colId xmlns:a16="http://schemas.microsoft.com/office/drawing/2014/main" val="843391902"/>
                    </a:ext>
                  </a:extLst>
                </a:gridCol>
                <a:gridCol w="3631908">
                  <a:extLst>
                    <a:ext uri="{9D8B030D-6E8A-4147-A177-3AD203B41FA5}">
                      <a16:colId xmlns:a16="http://schemas.microsoft.com/office/drawing/2014/main" val="508812910"/>
                    </a:ext>
                  </a:extLst>
                </a:gridCol>
              </a:tblGrid>
              <a:tr h="693107">
                <a:tc>
                  <a:txBody>
                    <a:bodyPr/>
                    <a:lstStyle/>
                    <a:p>
                      <a:r>
                        <a:rPr lang="en-IN" dirty="0"/>
                        <a:t>User 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Ideal Documents (Ground Truth)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Retrieved Documented by RAG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404666"/>
                  </a:ext>
                </a:extLst>
              </a:tr>
              <a:tr h="693107">
                <a:tc>
                  <a:txBody>
                    <a:bodyPr/>
                    <a:lstStyle/>
                    <a:p>
                      <a:r>
                        <a:rPr lang="en-IN" dirty="0"/>
                        <a:t>Query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 1, Doc4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 1, Doc4, Doc5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423238"/>
                  </a:ext>
                </a:extLst>
              </a:tr>
              <a:tr h="693107">
                <a:tc>
                  <a:txBody>
                    <a:bodyPr/>
                    <a:lstStyle/>
                    <a:p>
                      <a:r>
                        <a:rPr lang="en-IN" dirty="0"/>
                        <a:t>Query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 3, Dco2, Doc8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 2, Doc5, Doc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509061"/>
                  </a:ext>
                </a:extLst>
              </a:tr>
              <a:tr h="693107">
                <a:tc>
                  <a:txBody>
                    <a:bodyPr/>
                    <a:lstStyle/>
                    <a:p>
                      <a:r>
                        <a:rPr lang="en-IN" dirty="0"/>
                        <a:t>Query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980859"/>
                  </a:ext>
                </a:extLst>
              </a:tr>
              <a:tr h="693107">
                <a:tc>
                  <a:txBody>
                    <a:bodyPr/>
                    <a:lstStyle/>
                    <a:p>
                      <a:r>
                        <a:rPr lang="en-IN" dirty="0"/>
                        <a:t>Query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 4, Doc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20136"/>
                  </a:ext>
                </a:extLst>
              </a:tr>
              <a:tr h="693107">
                <a:tc>
                  <a:txBody>
                    <a:bodyPr/>
                    <a:lstStyle/>
                    <a:p>
                      <a:r>
                        <a:rPr lang="en-IN" dirty="0"/>
                        <a:t>Query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 3, Doc6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370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11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C1AFB1-14B4-10FE-8E22-4B3F72EFFB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Dataset for RAG Evaluation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11F89-14B9-D970-7244-5ECF164B5D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D211F-D66C-4D3C-FECC-FCA0DFA6D1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Actual query			Actual docs</a:t>
            </a:r>
          </a:p>
          <a:p>
            <a:endParaRPr lang="en-IN" dirty="0"/>
          </a:p>
          <a:p>
            <a:r>
              <a:rPr lang="en-IN" dirty="0"/>
              <a:t>Query1				doc1</a:t>
            </a:r>
          </a:p>
          <a:p>
            <a:r>
              <a:rPr lang="en-IN" dirty="0"/>
              <a:t>Query2				doc1,doc4</a:t>
            </a:r>
          </a:p>
          <a:p>
            <a:r>
              <a:rPr lang="en-IN" dirty="0"/>
              <a:t>Query3				doc8</a:t>
            </a:r>
          </a:p>
          <a:p>
            <a:r>
              <a:rPr lang="en-IN" dirty="0"/>
              <a:t>Query4				doc9,doc3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93678-CB46-03FD-B8C5-F6C2E084F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3339973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6E7417-1BB1-EEB6-A689-2977A56CD3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Evaluation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08199-E868-B610-F554-F7BB793FF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B3F2B-3406-DA64-F785-66ECE46F5C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C7F002-5271-868B-3FF6-2A7959FA6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913335"/>
              </p:ext>
            </p:extLst>
          </p:nvPr>
        </p:nvGraphicFramePr>
        <p:xfrm>
          <a:off x="1175407" y="231648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820054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94499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999505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5222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Actual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Actual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Retrieved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22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D3,d4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505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637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330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72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193405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E8AE3-BB63-855B-634D-D8A13EC37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Anshu Pandey</a:t>
            </a:r>
          </a:p>
        </p:txBody>
      </p:sp>
    </p:spTree>
    <p:extLst>
      <p:ext uri="{BB962C8B-B14F-4D97-AF65-F5344CB8AC3E}">
        <p14:creationId xmlns:p14="http://schemas.microsoft.com/office/powerpoint/2010/main" val="26988556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1" y="430427"/>
            <a:ext cx="6554679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RAG: Pre-Retrieval Patterns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1" y="1118801"/>
            <a:ext cx="2832507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Query Transformation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81000" y="1623651"/>
            <a:ext cx="5572125" cy="429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Optimizes the user query before retrieval to improve search relevance. </a:t>
            </a:r>
            <a:endParaRPr lang="en-US" sz="1395" dirty="0"/>
          </a:p>
        </p:txBody>
      </p:sp>
      <p:sp>
        <p:nvSpPr>
          <p:cNvPr id="6" name="Text 3"/>
          <p:cNvSpPr/>
          <p:nvPr/>
        </p:nvSpPr>
        <p:spPr>
          <a:xfrm>
            <a:off x="381001" y="2325666"/>
            <a:ext cx="1787349" cy="254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51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Query Expansion</a:t>
            </a:r>
            <a:endParaRPr lang="en-US" sz="1651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781300"/>
            <a:ext cx="152400" cy="152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8651" y="2733543"/>
            <a:ext cx="3239669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Broadens query with synonyms or related terms</a:t>
            </a:r>
            <a:endParaRPr lang="en-US" sz="1116" dirty="0"/>
          </a:p>
        </p:txBody>
      </p:sp>
      <p:sp>
        <p:nvSpPr>
          <p:cNvPr id="9" name="Shape 5"/>
          <p:cNvSpPr/>
          <p:nvPr/>
        </p:nvSpPr>
        <p:spPr>
          <a:xfrm>
            <a:off x="381000" y="3067051"/>
            <a:ext cx="5572125" cy="685800"/>
          </a:xfrm>
          <a:prstGeom prst="rect">
            <a:avLst/>
          </a:prstGeom>
          <a:solidFill>
            <a:srgbClr val="4299E1">
              <a:alpha val="1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0" name="Shape 6"/>
          <p:cNvSpPr/>
          <p:nvPr/>
        </p:nvSpPr>
        <p:spPr>
          <a:xfrm>
            <a:off x="381001" y="3067051"/>
            <a:ext cx="38100" cy="685800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1" name="Text 7"/>
          <p:cNvSpPr/>
          <p:nvPr/>
        </p:nvSpPr>
        <p:spPr>
          <a:xfrm>
            <a:off x="495301" y="3208603"/>
            <a:ext cx="655629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Example:</a:t>
            </a:r>
            <a:endParaRPr lang="en-US" sz="1116" dirty="0"/>
          </a:p>
        </p:txBody>
      </p:sp>
      <p:sp>
        <p:nvSpPr>
          <p:cNvPr id="12" name="Text 8"/>
          <p:cNvSpPr/>
          <p:nvPr/>
        </p:nvSpPr>
        <p:spPr>
          <a:xfrm>
            <a:off x="1186905" y="3208603"/>
            <a:ext cx="4313681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"Apple stock investment" → "AAPL financial prospects", "Apple </a:t>
            </a:r>
            <a:endParaRPr lang="en-US" sz="1116" dirty="0"/>
          </a:p>
        </p:txBody>
      </p:sp>
      <p:sp>
        <p:nvSpPr>
          <p:cNvPr id="13" name="Text 9"/>
          <p:cNvSpPr/>
          <p:nvPr/>
        </p:nvSpPr>
        <p:spPr>
          <a:xfrm>
            <a:off x="495300" y="3437203"/>
            <a:ext cx="2511906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earnings analysis", "tech stock risks" </a:t>
            </a:r>
            <a:endParaRPr lang="en-US" sz="1116" dirty="0"/>
          </a:p>
        </p:txBody>
      </p:sp>
      <p:sp>
        <p:nvSpPr>
          <p:cNvPr id="14" name="Text 10"/>
          <p:cNvSpPr/>
          <p:nvPr/>
        </p:nvSpPr>
        <p:spPr>
          <a:xfrm>
            <a:off x="381000" y="3973491"/>
            <a:ext cx="2297104" cy="254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51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Query Decomposition</a:t>
            </a:r>
            <a:endParaRPr lang="en-US" sz="1651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429125"/>
            <a:ext cx="171451" cy="152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7700" y="4381368"/>
            <a:ext cx="358591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Breaks complex questions into simpler sub-questions</a:t>
            </a:r>
            <a:endParaRPr lang="en-US" sz="1116" dirty="0"/>
          </a:p>
        </p:txBody>
      </p:sp>
      <p:sp>
        <p:nvSpPr>
          <p:cNvPr id="17" name="Text 12"/>
          <p:cNvSpPr/>
          <p:nvPr/>
        </p:nvSpPr>
        <p:spPr>
          <a:xfrm>
            <a:off x="6238875" y="1118801"/>
            <a:ext cx="252953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Optimized Indexing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238875" y="1623651"/>
            <a:ext cx="5572125" cy="429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Improves how documents are chunked and embedded before retrieval. </a:t>
            </a:r>
            <a:endParaRPr lang="en-US" sz="1395" dirty="0"/>
          </a:p>
        </p:txBody>
      </p:sp>
      <p:sp>
        <p:nvSpPr>
          <p:cNvPr id="19" name="Text 14"/>
          <p:cNvSpPr/>
          <p:nvPr/>
        </p:nvSpPr>
        <p:spPr>
          <a:xfrm>
            <a:off x="6238875" y="2325666"/>
            <a:ext cx="2683427" cy="254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51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Content-Aware Chunking</a:t>
            </a:r>
            <a:endParaRPr lang="en-US" sz="1651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781300"/>
            <a:ext cx="152400" cy="152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86525" y="2847843"/>
            <a:ext cx="5324475" cy="17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Splits based on document structure (paragraphs, headings) instead of fixed size</a:t>
            </a:r>
            <a:endParaRPr lang="en-US" sz="1116" dirty="0"/>
          </a:p>
        </p:txBody>
      </p:sp>
      <p:sp>
        <p:nvSpPr>
          <p:cNvPr id="22" name="Text 16"/>
          <p:cNvSpPr/>
          <p:nvPr/>
        </p:nvSpPr>
        <p:spPr>
          <a:xfrm>
            <a:off x="6238875" y="3382940"/>
            <a:ext cx="2640146" cy="254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51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Small-to-Large Chunking</a:t>
            </a:r>
            <a:endParaRPr lang="en-US" sz="1651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3838575"/>
            <a:ext cx="152400" cy="1524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86525" y="3819261"/>
            <a:ext cx="5324475" cy="34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Indexes small chunks for precise retrieval, provides larger parent chunks for context</a:t>
            </a:r>
            <a:endParaRPr lang="en-US" sz="1116" dirty="0"/>
          </a:p>
        </p:txBody>
      </p:sp>
      <p:sp>
        <p:nvSpPr>
          <p:cNvPr id="25" name="Shape 18"/>
          <p:cNvSpPr/>
          <p:nvPr/>
        </p:nvSpPr>
        <p:spPr>
          <a:xfrm>
            <a:off x="6238875" y="4314825"/>
            <a:ext cx="5572125" cy="914400"/>
          </a:xfrm>
          <a:prstGeom prst="rect">
            <a:avLst/>
          </a:prstGeom>
          <a:solidFill>
            <a:srgbClr val="4299E1">
              <a:alpha val="1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6" name="Shape 19"/>
          <p:cNvSpPr/>
          <p:nvPr/>
        </p:nvSpPr>
        <p:spPr>
          <a:xfrm>
            <a:off x="6238875" y="4314825"/>
            <a:ext cx="38100" cy="914400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7" name="Text 20"/>
          <p:cNvSpPr/>
          <p:nvPr/>
        </p:nvSpPr>
        <p:spPr>
          <a:xfrm>
            <a:off x="6353175" y="4456379"/>
            <a:ext cx="360676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Pros:</a:t>
            </a:r>
            <a:endParaRPr lang="en-US" sz="1116" dirty="0"/>
          </a:p>
        </p:txBody>
      </p:sp>
      <p:sp>
        <p:nvSpPr>
          <p:cNvPr id="28" name="Text 21"/>
          <p:cNvSpPr/>
          <p:nvPr/>
        </p:nvSpPr>
        <p:spPr>
          <a:xfrm>
            <a:off x="6728557" y="4456379"/>
            <a:ext cx="4154984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Preserves semantic integrity, balances precision with context </a:t>
            </a:r>
            <a:endParaRPr lang="en-US" sz="1116" dirty="0"/>
          </a:p>
        </p:txBody>
      </p:sp>
      <p:sp>
        <p:nvSpPr>
          <p:cNvPr id="29" name="Text 22"/>
          <p:cNvSpPr/>
          <p:nvPr/>
        </p:nvSpPr>
        <p:spPr>
          <a:xfrm>
            <a:off x="6353175" y="4684979"/>
            <a:ext cx="391133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Cons:</a:t>
            </a:r>
            <a:endParaRPr lang="en-US" sz="1116" dirty="0"/>
          </a:p>
        </p:txBody>
      </p:sp>
      <p:sp>
        <p:nvSpPr>
          <p:cNvPr id="30" name="Text 23"/>
          <p:cNvSpPr/>
          <p:nvPr/>
        </p:nvSpPr>
        <p:spPr>
          <a:xfrm>
            <a:off x="6763904" y="4684979"/>
            <a:ext cx="444512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Increased indexing complexity, requires parent-child relationship </a:t>
            </a:r>
            <a:endParaRPr lang="en-US" sz="1116" dirty="0"/>
          </a:p>
        </p:txBody>
      </p:sp>
      <p:sp>
        <p:nvSpPr>
          <p:cNvPr id="31" name="Text 24"/>
          <p:cNvSpPr/>
          <p:nvPr/>
        </p:nvSpPr>
        <p:spPr>
          <a:xfrm>
            <a:off x="6353176" y="4913579"/>
            <a:ext cx="586699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tracking </a:t>
            </a:r>
            <a:endParaRPr lang="en-US" sz="1116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1" y="430427"/>
            <a:ext cx="6912149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RAG: Retrieval Stage Patterns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81000" y="1085851"/>
            <a:ext cx="5572125" cy="295275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1" y="1331119"/>
            <a:ext cx="209551" cy="2095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6301" y="1306491"/>
            <a:ext cx="1713611" cy="254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51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Hybrid Search</a:t>
            </a:r>
            <a:endParaRPr lang="en-US" sz="1651" dirty="0"/>
          </a:p>
        </p:txBody>
      </p:sp>
      <p:sp>
        <p:nvSpPr>
          <p:cNvPr id="7" name="Text 3"/>
          <p:cNvSpPr/>
          <p:nvPr/>
        </p:nvSpPr>
        <p:spPr>
          <a:xfrm>
            <a:off x="571500" y="1789978"/>
            <a:ext cx="5191125" cy="8586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Combines different search algorithms to leverage their respective strengths. The most common approach is to use keyword-based search (like BM25) in parallel with vector search. </a:t>
            </a:r>
            <a:endParaRPr lang="en-US" sz="1395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81325"/>
            <a:ext cx="152400" cy="152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7275" y="2970479"/>
            <a:ext cx="119423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Keyword Search:</a:t>
            </a:r>
            <a:endParaRPr lang="en-US" sz="1116" dirty="0"/>
          </a:p>
        </p:txBody>
      </p:sp>
      <p:sp>
        <p:nvSpPr>
          <p:cNvPr id="10" name="Text 5"/>
          <p:cNvSpPr/>
          <p:nvPr/>
        </p:nvSpPr>
        <p:spPr>
          <a:xfrm>
            <a:off x="2313385" y="2970479"/>
            <a:ext cx="3079369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Excels at finding specific terms, acronyms, or </a:t>
            </a:r>
            <a:endParaRPr lang="en-US" sz="1116" dirty="0"/>
          </a:p>
        </p:txBody>
      </p:sp>
      <p:sp>
        <p:nvSpPr>
          <p:cNvPr id="11" name="Text 6"/>
          <p:cNvSpPr/>
          <p:nvPr/>
        </p:nvSpPr>
        <p:spPr>
          <a:xfrm>
            <a:off x="1057275" y="3199079"/>
            <a:ext cx="221214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IDs</a:t>
            </a:r>
            <a:endParaRPr lang="en-US" sz="1116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514725"/>
            <a:ext cx="152400" cy="1524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7275" y="3503879"/>
            <a:ext cx="1035540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Vector Search:</a:t>
            </a:r>
            <a:endParaRPr lang="en-US" sz="1116" dirty="0"/>
          </a:p>
        </p:txBody>
      </p:sp>
      <p:sp>
        <p:nvSpPr>
          <p:cNvPr id="14" name="Text 8"/>
          <p:cNvSpPr/>
          <p:nvPr/>
        </p:nvSpPr>
        <p:spPr>
          <a:xfrm>
            <a:off x="2145135" y="3503879"/>
            <a:ext cx="3151504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Excels at finding semantically related concepts</a:t>
            </a:r>
            <a:endParaRPr lang="en-US" sz="1116" dirty="0"/>
          </a:p>
        </p:txBody>
      </p:sp>
      <p:sp>
        <p:nvSpPr>
          <p:cNvPr id="15" name="Shape 9"/>
          <p:cNvSpPr/>
          <p:nvPr/>
        </p:nvSpPr>
        <p:spPr>
          <a:xfrm>
            <a:off x="6238875" y="1085851"/>
            <a:ext cx="5572125" cy="272415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1331119"/>
            <a:ext cx="235744" cy="20955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60370" y="1306491"/>
            <a:ext cx="1378583" cy="2540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51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Graph RAG</a:t>
            </a:r>
            <a:endParaRPr lang="en-US" sz="1651" dirty="0"/>
          </a:p>
        </p:txBody>
      </p:sp>
      <p:sp>
        <p:nvSpPr>
          <p:cNvPr id="18" name="Text 11"/>
          <p:cNvSpPr/>
          <p:nvPr/>
        </p:nvSpPr>
        <p:spPr>
          <a:xfrm>
            <a:off x="6429375" y="1897315"/>
            <a:ext cx="5191125" cy="644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Uses a Knowledge Graph (KG) where entities are nodes and relationships are edges. An LLM extracts entities from the query and traverses the graph to find relevant sub-graphs. </a:t>
            </a:r>
            <a:endParaRPr lang="en-US" sz="1395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0" y="2981325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15151" y="2970479"/>
            <a:ext cx="290144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Pro:</a:t>
            </a:r>
            <a:endParaRPr lang="en-US" sz="1116" dirty="0"/>
          </a:p>
        </p:txBody>
      </p:sp>
      <p:sp>
        <p:nvSpPr>
          <p:cNvPr id="21" name="Text 13"/>
          <p:cNvSpPr/>
          <p:nvPr/>
        </p:nvSpPr>
        <p:spPr>
          <a:xfrm>
            <a:off x="7214779" y="2970479"/>
            <a:ext cx="2991203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Extremely precise for relationship questions</a:t>
            </a:r>
            <a:endParaRPr lang="en-US" sz="1116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0" y="3286125"/>
            <a:ext cx="152400" cy="1524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15151" y="3275279"/>
            <a:ext cx="320601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Con:</a:t>
            </a:r>
            <a:endParaRPr lang="en-US" sz="1116" dirty="0"/>
          </a:p>
        </p:txBody>
      </p:sp>
      <p:sp>
        <p:nvSpPr>
          <p:cNvPr id="24" name="Text 15"/>
          <p:cNvSpPr/>
          <p:nvPr/>
        </p:nvSpPr>
        <p:spPr>
          <a:xfrm>
            <a:off x="7250126" y="3275279"/>
            <a:ext cx="4041171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High cost of creating and maintaining the knowledge graph</a:t>
            </a:r>
            <a:endParaRPr lang="en-US" sz="1116" dirty="0"/>
          </a:p>
        </p:txBody>
      </p:sp>
      <p:sp>
        <p:nvSpPr>
          <p:cNvPr id="25" name="Text 16"/>
          <p:cNvSpPr/>
          <p:nvPr/>
        </p:nvSpPr>
        <p:spPr>
          <a:xfrm>
            <a:off x="6238875" y="4025323"/>
            <a:ext cx="820738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95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Example:</a:t>
            </a:r>
            <a:endParaRPr lang="en-US" sz="1395" dirty="0"/>
          </a:p>
        </p:txBody>
      </p:sp>
      <p:sp>
        <p:nvSpPr>
          <p:cNvPr id="26" name="Text 17"/>
          <p:cNvSpPr/>
          <p:nvPr/>
        </p:nvSpPr>
        <p:spPr>
          <a:xfrm>
            <a:off x="7103380" y="4025323"/>
            <a:ext cx="4427494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Query: "Who is the CEO of the company that makes </a:t>
            </a:r>
            <a:endParaRPr lang="en-US" sz="1395" dirty="0"/>
          </a:p>
        </p:txBody>
      </p:sp>
      <p:sp>
        <p:nvSpPr>
          <p:cNvPr id="27" name="Text 18"/>
          <p:cNvSpPr/>
          <p:nvPr/>
        </p:nvSpPr>
        <p:spPr>
          <a:xfrm>
            <a:off x="6238875" y="4292023"/>
            <a:ext cx="1224694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Model S?" </a:t>
            </a:r>
            <a:endParaRPr lang="en-US" sz="1395" dirty="0"/>
          </a:p>
        </p:txBody>
      </p:sp>
      <p:sp>
        <p:nvSpPr>
          <p:cNvPr id="28" name="Text 19"/>
          <p:cNvSpPr/>
          <p:nvPr/>
        </p:nvSpPr>
        <p:spPr>
          <a:xfrm>
            <a:off x="6238875" y="4558723"/>
            <a:ext cx="4156587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1. Extract entities: "CEO", "company", "Model S" </a:t>
            </a:r>
            <a:endParaRPr lang="en-US" sz="1395" dirty="0"/>
          </a:p>
        </p:txBody>
      </p:sp>
      <p:sp>
        <p:nvSpPr>
          <p:cNvPr id="29" name="Text 20"/>
          <p:cNvSpPr/>
          <p:nvPr/>
        </p:nvSpPr>
        <p:spPr>
          <a:xfrm>
            <a:off x="6238875" y="4825423"/>
            <a:ext cx="5245026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2. Graph traversal: Model S → is_made_by → Tesla → has_ceo </a:t>
            </a:r>
            <a:endParaRPr lang="en-US" sz="1395" dirty="0"/>
          </a:p>
        </p:txBody>
      </p:sp>
      <p:sp>
        <p:nvSpPr>
          <p:cNvPr id="30" name="Text 21"/>
          <p:cNvSpPr/>
          <p:nvPr/>
        </p:nvSpPr>
        <p:spPr>
          <a:xfrm>
            <a:off x="6238875" y="5092123"/>
            <a:ext cx="1138132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 Elon Musk </a:t>
            </a:r>
            <a:endParaRPr lang="en-US" sz="139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430427"/>
            <a:ext cx="6729406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RAG: Post-Retrieval Patterns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0075" y="1118801"/>
            <a:ext cx="1580561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Re-Ranking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0075" y="1576026"/>
            <a:ext cx="5353051" cy="429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Refines retrieved documents using a second, more powerful model to improve relevance. </a:t>
            </a:r>
            <a:endParaRPr lang="en-US" sz="1395" dirty="0"/>
          </a:p>
        </p:txBody>
      </p:sp>
      <p:sp>
        <p:nvSpPr>
          <p:cNvPr id="6" name="Shape 3"/>
          <p:cNvSpPr/>
          <p:nvPr/>
        </p:nvSpPr>
        <p:spPr>
          <a:xfrm>
            <a:off x="600075" y="2200275"/>
            <a:ext cx="228600" cy="228600"/>
          </a:xfrm>
          <a:prstGeom prst="ellipse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7" name="Text 4"/>
          <p:cNvSpPr/>
          <p:nvPr/>
        </p:nvSpPr>
        <p:spPr>
          <a:xfrm>
            <a:off x="675100" y="2228718"/>
            <a:ext cx="7854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116" dirty="0"/>
          </a:p>
        </p:txBody>
      </p:sp>
      <p:sp>
        <p:nvSpPr>
          <p:cNvPr id="8" name="Text 5"/>
          <p:cNvSpPr/>
          <p:nvPr/>
        </p:nvSpPr>
        <p:spPr>
          <a:xfrm>
            <a:off x="923925" y="2228718"/>
            <a:ext cx="306814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Retrieve larger set of documents (e.g., top 25)</a:t>
            </a:r>
            <a:endParaRPr lang="en-US" sz="1116" dirty="0"/>
          </a:p>
        </p:txBody>
      </p:sp>
      <p:sp>
        <p:nvSpPr>
          <p:cNvPr id="9" name="Shape 6"/>
          <p:cNvSpPr/>
          <p:nvPr/>
        </p:nvSpPr>
        <p:spPr>
          <a:xfrm>
            <a:off x="600075" y="2524125"/>
            <a:ext cx="228600" cy="228600"/>
          </a:xfrm>
          <a:prstGeom prst="ellipse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0" name="Text 7"/>
          <p:cNvSpPr/>
          <p:nvPr/>
        </p:nvSpPr>
        <p:spPr>
          <a:xfrm>
            <a:off x="675100" y="2552568"/>
            <a:ext cx="7854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116" dirty="0"/>
          </a:p>
        </p:txBody>
      </p:sp>
      <p:sp>
        <p:nvSpPr>
          <p:cNvPr id="11" name="Text 8"/>
          <p:cNvSpPr/>
          <p:nvPr/>
        </p:nvSpPr>
        <p:spPr>
          <a:xfrm>
            <a:off x="923926" y="2552568"/>
            <a:ext cx="3659656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cross-encoder to score document-query relevance</a:t>
            </a:r>
            <a:endParaRPr lang="en-US" sz="1116" dirty="0"/>
          </a:p>
        </p:txBody>
      </p:sp>
      <p:sp>
        <p:nvSpPr>
          <p:cNvPr id="12" name="Shape 9"/>
          <p:cNvSpPr/>
          <p:nvPr/>
        </p:nvSpPr>
        <p:spPr>
          <a:xfrm>
            <a:off x="600075" y="2847975"/>
            <a:ext cx="228600" cy="228600"/>
          </a:xfrm>
          <a:prstGeom prst="ellipse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3" name="Text 10"/>
          <p:cNvSpPr/>
          <p:nvPr/>
        </p:nvSpPr>
        <p:spPr>
          <a:xfrm>
            <a:off x="675100" y="2876418"/>
            <a:ext cx="7854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116" dirty="0"/>
          </a:p>
        </p:txBody>
      </p:sp>
      <p:sp>
        <p:nvSpPr>
          <p:cNvPr id="14" name="Text 11"/>
          <p:cNvSpPr/>
          <p:nvPr/>
        </p:nvSpPr>
        <p:spPr>
          <a:xfrm>
            <a:off x="923925" y="2876418"/>
            <a:ext cx="2697854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new top-k documents for the LLM</a:t>
            </a:r>
            <a:endParaRPr lang="en-US" sz="1116" dirty="0"/>
          </a:p>
        </p:txBody>
      </p:sp>
      <p:sp>
        <p:nvSpPr>
          <p:cNvPr id="15" name="Shape 12"/>
          <p:cNvSpPr/>
          <p:nvPr/>
        </p:nvSpPr>
        <p:spPr>
          <a:xfrm>
            <a:off x="600075" y="3171825"/>
            <a:ext cx="2605088" cy="1619251"/>
          </a:xfrm>
          <a:prstGeom prst="rect">
            <a:avLst/>
          </a:prstGeom>
          <a:solidFill>
            <a:srgbClr val="48BB78">
              <a:alpha val="2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6" name="Text 13"/>
          <p:cNvSpPr/>
          <p:nvPr/>
        </p:nvSpPr>
        <p:spPr>
          <a:xfrm>
            <a:off x="695326" y="3299033"/>
            <a:ext cx="407163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Pros:</a:t>
            </a:r>
            <a:endParaRPr lang="en-US" sz="1256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652837"/>
            <a:ext cx="171451" cy="17145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42976" y="3635793"/>
            <a:ext cx="2166937" cy="38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Significantly improves context quality</a:t>
            </a:r>
            <a:endParaRPr lang="en-US" sz="1256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4214812"/>
            <a:ext cx="171451" cy="1714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2976" y="4197768"/>
            <a:ext cx="2166937" cy="38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Reduces noise in retrieved content</a:t>
            </a:r>
            <a:endParaRPr lang="en-US" sz="1256" dirty="0"/>
          </a:p>
        </p:txBody>
      </p:sp>
      <p:sp>
        <p:nvSpPr>
          <p:cNvPr id="21" name="Shape 16"/>
          <p:cNvSpPr/>
          <p:nvPr/>
        </p:nvSpPr>
        <p:spPr>
          <a:xfrm>
            <a:off x="3348037" y="3171825"/>
            <a:ext cx="2605088" cy="1619251"/>
          </a:xfrm>
          <a:prstGeom prst="rect">
            <a:avLst/>
          </a:prstGeom>
          <a:solidFill>
            <a:srgbClr val="F56565">
              <a:alpha val="2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2" name="Text 17"/>
          <p:cNvSpPr/>
          <p:nvPr/>
        </p:nvSpPr>
        <p:spPr>
          <a:xfrm>
            <a:off x="3443288" y="3299033"/>
            <a:ext cx="440826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Cons:</a:t>
            </a:r>
            <a:endParaRPr lang="en-US" sz="1256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289" y="3652837"/>
            <a:ext cx="107156" cy="17145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626644" y="3603833"/>
            <a:ext cx="958596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Adds latency</a:t>
            </a:r>
            <a:endParaRPr lang="en-US" sz="1256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289" y="3995737"/>
            <a:ext cx="107156" cy="17145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626645" y="4075321"/>
            <a:ext cx="2231231" cy="193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Increases computational cost</a:t>
            </a:r>
            <a:endParaRPr lang="en-US" sz="1256" dirty="0"/>
          </a:p>
        </p:txBody>
      </p:sp>
      <p:sp>
        <p:nvSpPr>
          <p:cNvPr id="27" name="Text 20"/>
          <p:cNvSpPr/>
          <p:nvPr/>
        </p:nvSpPr>
        <p:spPr>
          <a:xfrm>
            <a:off x="6457951" y="1118801"/>
            <a:ext cx="267380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Prompt Compression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6457951" y="1576026"/>
            <a:ext cx="5353051" cy="429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Extracts only the most salient information from retrieved contexts to reduce noise and token usage. </a:t>
            </a:r>
            <a:endParaRPr lang="en-US" sz="1395" dirty="0"/>
          </a:p>
        </p:txBody>
      </p:sp>
      <p:sp>
        <p:nvSpPr>
          <p:cNvPr id="29" name="Shape 22"/>
          <p:cNvSpPr/>
          <p:nvPr/>
        </p:nvSpPr>
        <p:spPr>
          <a:xfrm>
            <a:off x="6457951" y="2200275"/>
            <a:ext cx="228600" cy="228600"/>
          </a:xfrm>
          <a:prstGeom prst="ellipse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0" name="Text 23"/>
          <p:cNvSpPr/>
          <p:nvPr/>
        </p:nvSpPr>
        <p:spPr>
          <a:xfrm>
            <a:off x="6532976" y="2228718"/>
            <a:ext cx="7854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116" dirty="0"/>
          </a:p>
        </p:txBody>
      </p:sp>
      <p:sp>
        <p:nvSpPr>
          <p:cNvPr id="31" name="Text 24"/>
          <p:cNvSpPr/>
          <p:nvPr/>
        </p:nvSpPr>
        <p:spPr>
          <a:xfrm>
            <a:off x="6781800" y="2228718"/>
            <a:ext cx="195245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Analyze retrieved documents</a:t>
            </a:r>
            <a:endParaRPr lang="en-US" sz="1116" dirty="0"/>
          </a:p>
        </p:txBody>
      </p:sp>
      <p:sp>
        <p:nvSpPr>
          <p:cNvPr id="32" name="Shape 25"/>
          <p:cNvSpPr/>
          <p:nvPr/>
        </p:nvSpPr>
        <p:spPr>
          <a:xfrm>
            <a:off x="6457951" y="2524125"/>
            <a:ext cx="228600" cy="228600"/>
          </a:xfrm>
          <a:prstGeom prst="ellipse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3" name="Text 26"/>
          <p:cNvSpPr/>
          <p:nvPr/>
        </p:nvSpPr>
        <p:spPr>
          <a:xfrm>
            <a:off x="6532976" y="2552568"/>
            <a:ext cx="7854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116" dirty="0"/>
          </a:p>
        </p:txBody>
      </p:sp>
      <p:sp>
        <p:nvSpPr>
          <p:cNvPr id="34" name="Text 27"/>
          <p:cNvSpPr/>
          <p:nvPr/>
        </p:nvSpPr>
        <p:spPr>
          <a:xfrm>
            <a:off x="6781801" y="2552568"/>
            <a:ext cx="2523127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Extract only query-relevant sentences</a:t>
            </a:r>
            <a:endParaRPr lang="en-US" sz="1116" dirty="0"/>
          </a:p>
        </p:txBody>
      </p:sp>
      <p:sp>
        <p:nvSpPr>
          <p:cNvPr id="35" name="Shape 28"/>
          <p:cNvSpPr/>
          <p:nvPr/>
        </p:nvSpPr>
        <p:spPr>
          <a:xfrm>
            <a:off x="6457951" y="2847975"/>
            <a:ext cx="228600" cy="228600"/>
          </a:xfrm>
          <a:prstGeom prst="ellipse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6" name="Text 29"/>
          <p:cNvSpPr/>
          <p:nvPr/>
        </p:nvSpPr>
        <p:spPr>
          <a:xfrm>
            <a:off x="6532976" y="2876418"/>
            <a:ext cx="7854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116" dirty="0"/>
          </a:p>
        </p:txBody>
      </p:sp>
      <p:sp>
        <p:nvSpPr>
          <p:cNvPr id="37" name="Text 30"/>
          <p:cNvSpPr/>
          <p:nvPr/>
        </p:nvSpPr>
        <p:spPr>
          <a:xfrm>
            <a:off x="6781801" y="2876418"/>
            <a:ext cx="2619307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Combine compressed snippets for LLM</a:t>
            </a:r>
            <a:endParaRPr lang="en-US" sz="1116" dirty="0"/>
          </a:p>
        </p:txBody>
      </p:sp>
      <p:sp>
        <p:nvSpPr>
          <p:cNvPr id="38" name="Shape 31"/>
          <p:cNvSpPr/>
          <p:nvPr/>
        </p:nvSpPr>
        <p:spPr>
          <a:xfrm>
            <a:off x="6457951" y="3171825"/>
            <a:ext cx="2605088" cy="1619251"/>
          </a:xfrm>
          <a:prstGeom prst="rect">
            <a:avLst/>
          </a:prstGeom>
          <a:solidFill>
            <a:srgbClr val="48BB78">
              <a:alpha val="2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9" name="Text 32"/>
          <p:cNvSpPr/>
          <p:nvPr/>
        </p:nvSpPr>
        <p:spPr>
          <a:xfrm>
            <a:off x="6553201" y="3299033"/>
            <a:ext cx="407163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Pros:</a:t>
            </a:r>
            <a:endParaRPr lang="en-US" sz="1256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652837"/>
            <a:ext cx="171451" cy="171451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00851" y="3603833"/>
            <a:ext cx="1538883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Reduces token costs</a:t>
            </a:r>
            <a:endParaRPr lang="en-US" sz="1256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995737"/>
            <a:ext cx="171451" cy="171451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800852" y="3978692"/>
            <a:ext cx="2166937" cy="38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Mitigates "lost in the middle" problem</a:t>
            </a:r>
            <a:endParaRPr lang="en-US" sz="1256" dirty="0"/>
          </a:p>
        </p:txBody>
      </p:sp>
      <p:sp>
        <p:nvSpPr>
          <p:cNvPr id="44" name="Shape 35"/>
          <p:cNvSpPr/>
          <p:nvPr/>
        </p:nvSpPr>
        <p:spPr>
          <a:xfrm>
            <a:off x="9205912" y="3171825"/>
            <a:ext cx="2605088" cy="1619251"/>
          </a:xfrm>
          <a:prstGeom prst="rect">
            <a:avLst/>
          </a:prstGeom>
          <a:solidFill>
            <a:srgbClr val="F56565">
              <a:alpha val="2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45" name="Text 36"/>
          <p:cNvSpPr/>
          <p:nvPr/>
        </p:nvSpPr>
        <p:spPr>
          <a:xfrm>
            <a:off x="9301163" y="3299033"/>
            <a:ext cx="440826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Cons:</a:t>
            </a:r>
            <a:endParaRPr lang="en-US" sz="1256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163" y="3652837"/>
            <a:ext cx="107156" cy="171451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484519" y="3635792"/>
            <a:ext cx="2231231" cy="38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of removing important context</a:t>
            </a:r>
            <a:endParaRPr lang="en-US" sz="1256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163" y="4214812"/>
            <a:ext cx="107156" cy="171451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484519" y="4197768"/>
            <a:ext cx="2231231" cy="38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Additional processing overhead</a:t>
            </a:r>
            <a:endParaRPr lang="en-US" sz="1256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7" grpId="0" animBg="1"/>
      <p:bldP spid="4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38004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430427"/>
            <a:ext cx="6460102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RAG: Hierarchical Retrieval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1189904"/>
            <a:ext cx="5572125" cy="8586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Also known as Parent-Child Retrieval, this two-stage pattern combines the strengths of document-level and chunk-level RAG to improve speed and precision, especially for large document collections. </a:t>
            </a:r>
            <a:endParaRPr lang="en-US" sz="1395" dirty="0"/>
          </a:p>
        </p:txBody>
      </p:sp>
      <p:sp>
        <p:nvSpPr>
          <p:cNvPr id="5" name="Shape 2"/>
          <p:cNvSpPr/>
          <p:nvPr/>
        </p:nvSpPr>
        <p:spPr>
          <a:xfrm>
            <a:off x="381000" y="2295526"/>
            <a:ext cx="5572125" cy="1609725"/>
          </a:xfrm>
          <a:prstGeom prst="rect">
            <a:avLst/>
          </a:prstGeom>
          <a:solidFill>
            <a:srgbClr val="4299E1">
              <a:alpha val="1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486026"/>
            <a:ext cx="190500" cy="190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9626" y="2473939"/>
            <a:ext cx="2210542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95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Stage 1: Coarse Retrieval</a:t>
            </a:r>
            <a:endParaRPr lang="en-US" sz="1395" dirty="0"/>
          </a:p>
        </p:txBody>
      </p:sp>
      <p:sp>
        <p:nvSpPr>
          <p:cNvPr id="8" name="Text 4"/>
          <p:cNvSpPr/>
          <p:nvPr/>
        </p:nvSpPr>
        <p:spPr>
          <a:xfrm>
            <a:off x="523875" y="2897440"/>
            <a:ext cx="5286375" cy="644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 efficient search (often using BM25 or coarse embedding) finds the most relevant high-level documents from the entire corpus. </a:t>
            </a:r>
            <a:endParaRPr lang="en-US" sz="1395" dirty="0"/>
          </a:p>
        </p:txBody>
      </p:sp>
      <p:sp>
        <p:nvSpPr>
          <p:cNvPr id="9" name="Shape 5"/>
          <p:cNvSpPr/>
          <p:nvPr/>
        </p:nvSpPr>
        <p:spPr>
          <a:xfrm>
            <a:off x="381000" y="4048126"/>
            <a:ext cx="5572125" cy="1609725"/>
          </a:xfrm>
          <a:prstGeom prst="rect">
            <a:avLst/>
          </a:prstGeom>
          <a:solidFill>
            <a:srgbClr val="4299E1">
              <a:alpha val="1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238626"/>
            <a:ext cx="190500" cy="190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626" y="4226539"/>
            <a:ext cx="2753959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95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Stage 2: Fine-Grained Retrieval</a:t>
            </a:r>
            <a:endParaRPr lang="en-US" sz="1395" dirty="0"/>
          </a:p>
        </p:txBody>
      </p:sp>
      <p:sp>
        <p:nvSpPr>
          <p:cNvPr id="12" name="Text 7"/>
          <p:cNvSpPr/>
          <p:nvPr/>
        </p:nvSpPr>
        <p:spPr>
          <a:xfrm>
            <a:off x="523875" y="4650040"/>
            <a:ext cx="5286375" cy="644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more precise search runs only on chunks within the top documents from Stage 1 to find the exact answer-bearing passages. </a:t>
            </a:r>
            <a:endParaRPr lang="en-US" sz="1395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5876925"/>
            <a:ext cx="152400" cy="152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651" y="5827979"/>
            <a:ext cx="290144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Pro:</a:t>
            </a:r>
            <a:endParaRPr lang="en-US" sz="1116" dirty="0"/>
          </a:p>
        </p:txBody>
      </p:sp>
      <p:sp>
        <p:nvSpPr>
          <p:cNvPr id="15" name="Text 9"/>
          <p:cNvSpPr/>
          <p:nvPr/>
        </p:nvSpPr>
        <p:spPr>
          <a:xfrm>
            <a:off x="928279" y="5827979"/>
            <a:ext cx="4424288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Balances speed and precision for very large document collections</a:t>
            </a:r>
            <a:endParaRPr lang="en-US" sz="1116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6238875"/>
            <a:ext cx="152400" cy="1524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8651" y="6189928"/>
            <a:ext cx="290144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Pro:</a:t>
            </a:r>
            <a:endParaRPr lang="en-US" sz="1116" dirty="0"/>
          </a:p>
        </p:txBody>
      </p:sp>
      <p:sp>
        <p:nvSpPr>
          <p:cNvPr id="18" name="Text 11"/>
          <p:cNvSpPr/>
          <p:nvPr/>
        </p:nvSpPr>
        <p:spPr>
          <a:xfrm>
            <a:off x="928279" y="6189928"/>
            <a:ext cx="4432304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Leverages document structure (e.g., find handbook, then section)</a:t>
            </a:r>
            <a:endParaRPr lang="en-US" sz="1116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6600825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8651" y="6551879"/>
            <a:ext cx="320601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Con:</a:t>
            </a:r>
            <a:endParaRPr lang="en-US" sz="1116" dirty="0"/>
          </a:p>
        </p:txBody>
      </p:sp>
      <p:sp>
        <p:nvSpPr>
          <p:cNvPr id="21" name="Text 13"/>
          <p:cNvSpPr/>
          <p:nvPr/>
        </p:nvSpPr>
        <p:spPr>
          <a:xfrm>
            <a:off x="963626" y="6551879"/>
            <a:ext cx="2574423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Increased implementation complexity</a:t>
            </a:r>
            <a:endParaRPr lang="en-US" sz="1116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3954" y="261385"/>
            <a:ext cx="2520278" cy="652687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8188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1" y="430427"/>
            <a:ext cx="797013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RAG: Iterative / Self-Correcting RAG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1189904"/>
            <a:ext cx="5572125" cy="8586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395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This meta-pattern creates a loop of reflection and correction, making the RAG process more robust and dynamic. It enables the system to evaluate the quality of its own work and adapt its strategy. </a:t>
            </a:r>
            <a:endParaRPr lang="en-US" sz="1395" dirty="0"/>
          </a:p>
        </p:txBody>
      </p:sp>
      <p:sp>
        <p:nvSpPr>
          <p:cNvPr id="5" name="Shape 2"/>
          <p:cNvSpPr/>
          <p:nvPr/>
        </p:nvSpPr>
        <p:spPr>
          <a:xfrm>
            <a:off x="381000" y="2295526"/>
            <a:ext cx="5572125" cy="1809751"/>
          </a:xfrm>
          <a:prstGeom prst="rect">
            <a:avLst/>
          </a:prstGeom>
          <a:solidFill>
            <a:srgbClr val="4299E1">
              <a:alpha val="1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486026"/>
            <a:ext cx="190500" cy="190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9625" y="2473939"/>
            <a:ext cx="1189428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95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Concepts</a:t>
            </a:r>
            <a:endParaRPr lang="en-US" sz="1395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900363"/>
            <a:ext cx="171451" cy="17145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1526" y="2851359"/>
            <a:ext cx="1721625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Reflection &amp; Critique:</a:t>
            </a:r>
            <a:endParaRPr lang="en-US" sz="1256" dirty="0"/>
          </a:p>
        </p:txBody>
      </p:sp>
      <p:sp>
        <p:nvSpPr>
          <p:cNvPr id="10" name="Text 5"/>
          <p:cNvSpPr/>
          <p:nvPr/>
        </p:nvSpPr>
        <p:spPr>
          <a:xfrm>
            <a:off x="2594745" y="2851359"/>
            <a:ext cx="2782813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LLM evaluates retrieved documents </a:t>
            </a:r>
            <a:endParaRPr lang="en-US" sz="1256" dirty="0"/>
          </a:p>
        </p:txBody>
      </p:sp>
      <p:sp>
        <p:nvSpPr>
          <p:cNvPr id="11" name="Text 6"/>
          <p:cNvSpPr/>
          <p:nvPr/>
        </p:nvSpPr>
        <p:spPr>
          <a:xfrm>
            <a:off x="771526" y="3108533"/>
            <a:ext cx="1787349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generated answers</a:t>
            </a:r>
            <a:endParaRPr lang="en-US" sz="1256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471863"/>
            <a:ext cx="171451" cy="1714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1525" y="3422859"/>
            <a:ext cx="1383392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Decision Making:</a:t>
            </a:r>
            <a:endParaRPr lang="en-US" sz="1256" dirty="0"/>
          </a:p>
        </p:txBody>
      </p:sp>
      <p:sp>
        <p:nvSpPr>
          <p:cNvPr id="14" name="Text 8"/>
          <p:cNvSpPr/>
          <p:nvPr/>
        </p:nvSpPr>
        <p:spPr>
          <a:xfrm>
            <a:off x="2234878" y="3422859"/>
            <a:ext cx="3072957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System decides whether to reformulate </a:t>
            </a:r>
            <a:endParaRPr lang="en-US" sz="1256" dirty="0"/>
          </a:p>
        </p:txBody>
      </p:sp>
      <p:sp>
        <p:nvSpPr>
          <p:cNvPr id="15" name="Text 9"/>
          <p:cNvSpPr/>
          <p:nvPr/>
        </p:nvSpPr>
        <p:spPr>
          <a:xfrm>
            <a:off x="771526" y="3680033"/>
            <a:ext cx="2513509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query, re-retrieve, or re-generate</a:t>
            </a:r>
            <a:endParaRPr lang="en-US" sz="1256" dirty="0"/>
          </a:p>
        </p:txBody>
      </p:sp>
      <p:sp>
        <p:nvSpPr>
          <p:cNvPr id="16" name="Shape 10"/>
          <p:cNvSpPr/>
          <p:nvPr/>
        </p:nvSpPr>
        <p:spPr>
          <a:xfrm>
            <a:off x="381001" y="4248151"/>
            <a:ext cx="2714625" cy="1238251"/>
          </a:xfrm>
          <a:prstGeom prst="rect">
            <a:avLst/>
          </a:prstGeom>
          <a:solidFill>
            <a:srgbClr val="48BB78">
              <a:alpha val="1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7" name="Text 11"/>
          <p:cNvSpPr/>
          <p:nvPr/>
        </p:nvSpPr>
        <p:spPr>
          <a:xfrm>
            <a:off x="495300" y="4390894"/>
            <a:ext cx="360676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Pros:</a:t>
            </a:r>
            <a:endParaRPr lang="en-US" sz="1116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4748212"/>
            <a:ext cx="171451" cy="1714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2951" y="4699209"/>
            <a:ext cx="2045432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Highly robust and adaptive</a:t>
            </a:r>
            <a:endParaRPr lang="en-US" sz="1256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5100637"/>
            <a:ext cx="171451" cy="17145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2951" y="5051633"/>
            <a:ext cx="1731243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Reduces hallucinations</a:t>
            </a:r>
            <a:endParaRPr lang="en-US" sz="1256" dirty="0"/>
          </a:p>
        </p:txBody>
      </p:sp>
      <p:sp>
        <p:nvSpPr>
          <p:cNvPr id="22" name="Shape 14"/>
          <p:cNvSpPr/>
          <p:nvPr/>
        </p:nvSpPr>
        <p:spPr>
          <a:xfrm>
            <a:off x="3238501" y="4248151"/>
            <a:ext cx="2714625" cy="1238251"/>
          </a:xfrm>
          <a:prstGeom prst="rect">
            <a:avLst/>
          </a:prstGeom>
          <a:solidFill>
            <a:srgbClr val="F56565">
              <a:alpha val="1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3" name="Text 15"/>
          <p:cNvSpPr/>
          <p:nvPr/>
        </p:nvSpPr>
        <p:spPr>
          <a:xfrm>
            <a:off x="3352801" y="4390894"/>
            <a:ext cx="391133" cy="1717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116" b="1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Cons:</a:t>
            </a:r>
            <a:endParaRPr lang="en-US" sz="1116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" y="4748212"/>
            <a:ext cx="171451" cy="17145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600452" y="4699209"/>
            <a:ext cx="1918795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Complex implementation</a:t>
            </a:r>
            <a:endParaRPr lang="en-US" sz="1256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" y="5100637"/>
            <a:ext cx="171451" cy="171451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600451" y="5051633"/>
            <a:ext cx="1779333" cy="193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latency and cost</a:t>
            </a:r>
            <a:endParaRPr lang="en-US" sz="1256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8368" y="910288"/>
            <a:ext cx="3268939" cy="57327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05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430427"/>
            <a:ext cx="4486806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Summary of RAG Patterns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81001" y="1181101"/>
            <a:ext cx="1787612" cy="48577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Text 2"/>
          <p:cNvSpPr/>
          <p:nvPr/>
        </p:nvSpPr>
        <p:spPr>
          <a:xfrm>
            <a:off x="381001" y="1189886"/>
            <a:ext cx="1787612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ctr">
            <a:spAutoFit/>
          </a:bodyPr>
          <a:lstStyle/>
          <a:p>
            <a:r>
              <a:rPr lang="en-US" sz="125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 Name</a:t>
            </a:r>
            <a:endParaRPr lang="en-US" sz="1256" dirty="0"/>
          </a:p>
        </p:txBody>
      </p:sp>
      <p:sp>
        <p:nvSpPr>
          <p:cNvPr id="6" name="Shape 3"/>
          <p:cNvSpPr/>
          <p:nvPr/>
        </p:nvSpPr>
        <p:spPr>
          <a:xfrm>
            <a:off x="2168613" y="1181101"/>
            <a:ext cx="1152897" cy="48577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7" name="Text 4"/>
          <p:cNvSpPr/>
          <p:nvPr/>
        </p:nvSpPr>
        <p:spPr>
          <a:xfrm>
            <a:off x="2168613" y="1189885"/>
            <a:ext cx="1152897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ctr">
            <a:spAutoFit/>
          </a:bodyPr>
          <a:lstStyle/>
          <a:p>
            <a:r>
              <a:rPr lang="en-US" sz="125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Stage</a:t>
            </a:r>
            <a:endParaRPr lang="en-US" sz="1256" dirty="0"/>
          </a:p>
        </p:txBody>
      </p:sp>
      <p:sp>
        <p:nvSpPr>
          <p:cNvPr id="8" name="Shape 5"/>
          <p:cNvSpPr/>
          <p:nvPr/>
        </p:nvSpPr>
        <p:spPr>
          <a:xfrm>
            <a:off x="3321510" y="1181101"/>
            <a:ext cx="2478137" cy="48577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9" name="Text 6"/>
          <p:cNvSpPr/>
          <p:nvPr/>
        </p:nvSpPr>
        <p:spPr>
          <a:xfrm>
            <a:off x="3321510" y="1189885"/>
            <a:ext cx="2478137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ctr">
            <a:spAutoFit/>
          </a:bodyPr>
          <a:lstStyle/>
          <a:p>
            <a:r>
              <a:rPr lang="en-US" sz="125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Idea</a:t>
            </a:r>
            <a:endParaRPr lang="en-US" sz="1256" dirty="0"/>
          </a:p>
        </p:txBody>
      </p:sp>
      <p:sp>
        <p:nvSpPr>
          <p:cNvPr id="10" name="Shape 7"/>
          <p:cNvSpPr/>
          <p:nvPr/>
        </p:nvSpPr>
        <p:spPr>
          <a:xfrm>
            <a:off x="5799646" y="1181101"/>
            <a:ext cx="2242281" cy="48577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1" name="Text 8"/>
          <p:cNvSpPr/>
          <p:nvPr/>
        </p:nvSpPr>
        <p:spPr>
          <a:xfrm>
            <a:off x="5799646" y="1189885"/>
            <a:ext cx="2242281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ctr">
            <a:spAutoFit/>
          </a:bodyPr>
          <a:lstStyle/>
          <a:p>
            <a:r>
              <a:rPr lang="en-US" sz="125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Best For</a:t>
            </a:r>
            <a:endParaRPr lang="en-US" sz="1256" dirty="0"/>
          </a:p>
        </p:txBody>
      </p:sp>
      <p:sp>
        <p:nvSpPr>
          <p:cNvPr id="12" name="Shape 9"/>
          <p:cNvSpPr/>
          <p:nvPr/>
        </p:nvSpPr>
        <p:spPr>
          <a:xfrm>
            <a:off x="8041928" y="1181101"/>
            <a:ext cx="1917688" cy="48577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3" name="Text 10"/>
          <p:cNvSpPr/>
          <p:nvPr/>
        </p:nvSpPr>
        <p:spPr>
          <a:xfrm>
            <a:off x="8041928" y="1189885"/>
            <a:ext cx="1917688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ctr">
            <a:spAutoFit/>
          </a:bodyPr>
          <a:lstStyle/>
          <a:p>
            <a:r>
              <a:rPr lang="en-US" sz="125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 Pro</a:t>
            </a:r>
            <a:endParaRPr lang="en-US" sz="1256" dirty="0"/>
          </a:p>
        </p:txBody>
      </p:sp>
      <p:sp>
        <p:nvSpPr>
          <p:cNvPr id="14" name="Shape 11"/>
          <p:cNvSpPr/>
          <p:nvPr/>
        </p:nvSpPr>
        <p:spPr>
          <a:xfrm>
            <a:off x="9959616" y="1181101"/>
            <a:ext cx="1851385" cy="48577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5" name="Text 12"/>
          <p:cNvSpPr/>
          <p:nvPr/>
        </p:nvSpPr>
        <p:spPr>
          <a:xfrm>
            <a:off x="9959616" y="1189885"/>
            <a:ext cx="1851385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ctr">
            <a:spAutoFit/>
          </a:bodyPr>
          <a:lstStyle/>
          <a:p>
            <a:r>
              <a:rPr lang="en-US" sz="125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 Con</a:t>
            </a:r>
            <a:endParaRPr lang="en-US" sz="1256" dirty="0"/>
          </a:p>
        </p:txBody>
      </p:sp>
      <p:sp>
        <p:nvSpPr>
          <p:cNvPr id="16" name="Text 13"/>
          <p:cNvSpPr/>
          <p:nvPr/>
        </p:nvSpPr>
        <p:spPr>
          <a:xfrm>
            <a:off x="381001" y="1666875"/>
            <a:ext cx="1787612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Naive/Basic RAG</a:t>
            </a:r>
            <a:endParaRPr lang="en-US" sz="1256" dirty="0"/>
          </a:p>
        </p:txBody>
      </p:sp>
      <p:sp>
        <p:nvSpPr>
          <p:cNvPr id="17" name="Text 14"/>
          <p:cNvSpPr/>
          <p:nvPr/>
        </p:nvSpPr>
        <p:spPr>
          <a:xfrm>
            <a:off x="2168613" y="1666875"/>
            <a:ext cx="1152897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</a:t>
            </a:r>
            <a:endParaRPr lang="en-US" sz="1256" dirty="0"/>
          </a:p>
        </p:txBody>
      </p:sp>
      <p:sp>
        <p:nvSpPr>
          <p:cNvPr id="18" name="Text 15"/>
          <p:cNvSpPr/>
          <p:nvPr/>
        </p:nvSpPr>
        <p:spPr>
          <a:xfrm>
            <a:off x="3321510" y="1666875"/>
            <a:ext cx="2478137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Retrieve top-k chunks and generate</a:t>
            </a:r>
            <a:endParaRPr lang="en-US" sz="1256" dirty="0"/>
          </a:p>
        </p:txBody>
      </p:sp>
      <p:sp>
        <p:nvSpPr>
          <p:cNvPr id="19" name="Text 16"/>
          <p:cNvSpPr/>
          <p:nvPr/>
        </p:nvSpPr>
        <p:spPr>
          <a:xfrm>
            <a:off x="5799646" y="1666875"/>
            <a:ext cx="2242281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 Q&amp;A, Proof-of-concepts</a:t>
            </a:r>
            <a:endParaRPr lang="en-US" sz="1256" dirty="0"/>
          </a:p>
        </p:txBody>
      </p:sp>
      <p:sp>
        <p:nvSpPr>
          <p:cNvPr id="20" name="Text 17"/>
          <p:cNvSpPr/>
          <p:nvPr/>
        </p:nvSpPr>
        <p:spPr>
          <a:xfrm>
            <a:off x="8041928" y="1666875"/>
            <a:ext cx="1917688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 and fast</a:t>
            </a:r>
            <a:endParaRPr lang="en-US" sz="1256" dirty="0"/>
          </a:p>
        </p:txBody>
      </p:sp>
      <p:sp>
        <p:nvSpPr>
          <p:cNvPr id="21" name="Text 18"/>
          <p:cNvSpPr/>
          <p:nvPr/>
        </p:nvSpPr>
        <p:spPr>
          <a:xfrm>
            <a:off x="9959616" y="1666875"/>
            <a:ext cx="1851385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Brittle, low precision</a:t>
            </a:r>
            <a:endParaRPr lang="en-US" sz="1256" dirty="0"/>
          </a:p>
        </p:txBody>
      </p:sp>
      <p:sp>
        <p:nvSpPr>
          <p:cNvPr id="22" name="Shape 19"/>
          <p:cNvSpPr/>
          <p:nvPr/>
        </p:nvSpPr>
        <p:spPr>
          <a:xfrm>
            <a:off x="381000" y="2419351"/>
            <a:ext cx="11430000" cy="7524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3" name="Text 20"/>
          <p:cNvSpPr/>
          <p:nvPr/>
        </p:nvSpPr>
        <p:spPr>
          <a:xfrm>
            <a:off x="381001" y="2419351"/>
            <a:ext cx="1787612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Query Expansion</a:t>
            </a:r>
            <a:endParaRPr lang="en-US" sz="1256" dirty="0"/>
          </a:p>
        </p:txBody>
      </p:sp>
      <p:sp>
        <p:nvSpPr>
          <p:cNvPr id="24" name="Shape 21"/>
          <p:cNvSpPr/>
          <p:nvPr/>
        </p:nvSpPr>
        <p:spPr>
          <a:xfrm>
            <a:off x="2311487" y="2571751"/>
            <a:ext cx="867147" cy="476251"/>
          </a:xfrm>
          <a:prstGeom prst="rect">
            <a:avLst/>
          </a:prstGeom>
          <a:solidFill>
            <a:srgbClr val="48BB78">
              <a:alpha val="2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5" name="Text 22"/>
          <p:cNvSpPr/>
          <p:nvPr/>
        </p:nvSpPr>
        <p:spPr>
          <a:xfrm>
            <a:off x="2311487" y="2613884"/>
            <a:ext cx="867147" cy="391987"/>
          </a:xfrm>
          <a:prstGeom prst="rect">
            <a:avLst/>
          </a:prstGeom>
          <a:noFill/>
          <a:ln/>
        </p:spPr>
        <p:txBody>
          <a:bodyPr wrap="square" lIns="90763" tIns="45381" rIns="90763" bIns="45381" rtlCol="0" anchor="ctr">
            <a:spAutoFit/>
          </a:bodyPr>
          <a:lstStyle/>
          <a:p>
            <a:r>
              <a:rPr lang="en-US" sz="976" b="1" dirty="0">
                <a:solidFill>
                  <a:srgbClr val="68D39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Pre-Retrieval</a:t>
            </a:r>
            <a:endParaRPr lang="en-US" sz="976" dirty="0"/>
          </a:p>
        </p:txBody>
      </p:sp>
      <p:sp>
        <p:nvSpPr>
          <p:cNvPr id="26" name="Text 23"/>
          <p:cNvSpPr/>
          <p:nvPr/>
        </p:nvSpPr>
        <p:spPr>
          <a:xfrm>
            <a:off x="3321510" y="2419351"/>
            <a:ext cx="2478137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Broaden query with related terms</a:t>
            </a:r>
            <a:endParaRPr lang="en-US" sz="1256" dirty="0"/>
          </a:p>
        </p:txBody>
      </p:sp>
      <p:sp>
        <p:nvSpPr>
          <p:cNvPr id="27" name="Text 24"/>
          <p:cNvSpPr/>
          <p:nvPr/>
        </p:nvSpPr>
        <p:spPr>
          <a:xfrm>
            <a:off x="5799646" y="2419351"/>
            <a:ext cx="2242281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Vague or ambiguous queries</a:t>
            </a:r>
            <a:endParaRPr lang="en-US" sz="1256" dirty="0"/>
          </a:p>
        </p:txBody>
      </p:sp>
      <p:sp>
        <p:nvSpPr>
          <p:cNvPr id="28" name="Text 25"/>
          <p:cNvSpPr/>
          <p:nvPr/>
        </p:nvSpPr>
        <p:spPr>
          <a:xfrm>
            <a:off x="8041928" y="2419351"/>
            <a:ext cx="1917688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Increases recall</a:t>
            </a:r>
            <a:endParaRPr lang="en-US" sz="1256" dirty="0"/>
          </a:p>
        </p:txBody>
      </p:sp>
      <p:sp>
        <p:nvSpPr>
          <p:cNvPr id="29" name="Text 26"/>
          <p:cNvSpPr/>
          <p:nvPr/>
        </p:nvSpPr>
        <p:spPr>
          <a:xfrm>
            <a:off x="9959616" y="2419351"/>
            <a:ext cx="1851385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add noise</a:t>
            </a:r>
            <a:endParaRPr lang="en-US" sz="1256" dirty="0"/>
          </a:p>
        </p:txBody>
      </p:sp>
      <p:sp>
        <p:nvSpPr>
          <p:cNvPr id="30" name="Text 27"/>
          <p:cNvSpPr/>
          <p:nvPr/>
        </p:nvSpPr>
        <p:spPr>
          <a:xfrm>
            <a:off x="381001" y="3171825"/>
            <a:ext cx="1787612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Query Decomposition</a:t>
            </a:r>
            <a:endParaRPr lang="en-US" sz="1256" dirty="0"/>
          </a:p>
        </p:txBody>
      </p:sp>
      <p:sp>
        <p:nvSpPr>
          <p:cNvPr id="31" name="Shape 28"/>
          <p:cNvSpPr/>
          <p:nvPr/>
        </p:nvSpPr>
        <p:spPr>
          <a:xfrm>
            <a:off x="2311487" y="3324225"/>
            <a:ext cx="867147" cy="476251"/>
          </a:xfrm>
          <a:prstGeom prst="rect">
            <a:avLst/>
          </a:prstGeom>
          <a:solidFill>
            <a:srgbClr val="48BB78">
              <a:alpha val="2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2" name="Text 29"/>
          <p:cNvSpPr/>
          <p:nvPr/>
        </p:nvSpPr>
        <p:spPr>
          <a:xfrm>
            <a:off x="2311487" y="3366359"/>
            <a:ext cx="867147" cy="391987"/>
          </a:xfrm>
          <a:prstGeom prst="rect">
            <a:avLst/>
          </a:prstGeom>
          <a:noFill/>
          <a:ln/>
        </p:spPr>
        <p:txBody>
          <a:bodyPr wrap="square" lIns="90763" tIns="45381" rIns="90763" bIns="45381" rtlCol="0" anchor="ctr">
            <a:spAutoFit/>
          </a:bodyPr>
          <a:lstStyle/>
          <a:p>
            <a:r>
              <a:rPr lang="en-US" sz="976" b="1" dirty="0">
                <a:solidFill>
                  <a:srgbClr val="68D39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Pre-Retrieval</a:t>
            </a:r>
            <a:endParaRPr lang="en-US" sz="976" dirty="0"/>
          </a:p>
        </p:txBody>
      </p:sp>
      <p:sp>
        <p:nvSpPr>
          <p:cNvPr id="33" name="Text 30"/>
          <p:cNvSpPr/>
          <p:nvPr/>
        </p:nvSpPr>
        <p:spPr>
          <a:xfrm>
            <a:off x="3321510" y="3171826"/>
            <a:ext cx="2478137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Break complex query into sub-queries</a:t>
            </a:r>
            <a:endParaRPr lang="en-US" sz="1256" dirty="0"/>
          </a:p>
        </p:txBody>
      </p:sp>
      <p:sp>
        <p:nvSpPr>
          <p:cNvPr id="34" name="Text 31"/>
          <p:cNvSpPr/>
          <p:nvPr/>
        </p:nvSpPr>
        <p:spPr>
          <a:xfrm>
            <a:off x="5799646" y="3171825"/>
            <a:ext cx="2242281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Multi-part or comparative questions</a:t>
            </a:r>
            <a:endParaRPr lang="en-US" sz="1256" dirty="0"/>
          </a:p>
        </p:txBody>
      </p:sp>
      <p:sp>
        <p:nvSpPr>
          <p:cNvPr id="35" name="Text 32"/>
          <p:cNvSpPr/>
          <p:nvPr/>
        </p:nvSpPr>
        <p:spPr>
          <a:xfrm>
            <a:off x="8041928" y="3171826"/>
            <a:ext cx="1917688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accuracy for complexity</a:t>
            </a:r>
            <a:endParaRPr lang="en-US" sz="1256" dirty="0"/>
          </a:p>
        </p:txBody>
      </p:sp>
      <p:sp>
        <p:nvSpPr>
          <p:cNvPr id="36" name="Text 33"/>
          <p:cNvSpPr/>
          <p:nvPr/>
        </p:nvSpPr>
        <p:spPr>
          <a:xfrm>
            <a:off x="9959616" y="3171826"/>
            <a:ext cx="1851385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latency, complex logic</a:t>
            </a:r>
            <a:endParaRPr lang="en-US" sz="1256" dirty="0"/>
          </a:p>
        </p:txBody>
      </p:sp>
      <p:sp>
        <p:nvSpPr>
          <p:cNvPr id="37" name="Shape 34"/>
          <p:cNvSpPr/>
          <p:nvPr/>
        </p:nvSpPr>
        <p:spPr>
          <a:xfrm>
            <a:off x="381000" y="3924300"/>
            <a:ext cx="11430000" cy="7524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8" name="Text 35"/>
          <p:cNvSpPr/>
          <p:nvPr/>
        </p:nvSpPr>
        <p:spPr>
          <a:xfrm>
            <a:off x="381001" y="3924300"/>
            <a:ext cx="1787612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Hybrid Search</a:t>
            </a:r>
            <a:endParaRPr lang="en-US" sz="1256" dirty="0"/>
          </a:p>
        </p:txBody>
      </p:sp>
      <p:sp>
        <p:nvSpPr>
          <p:cNvPr id="39" name="Shape 36"/>
          <p:cNvSpPr/>
          <p:nvPr/>
        </p:nvSpPr>
        <p:spPr>
          <a:xfrm>
            <a:off x="2311488" y="4076701"/>
            <a:ext cx="713705" cy="276225"/>
          </a:xfrm>
          <a:prstGeom prst="rect">
            <a:avLst/>
          </a:prstGeom>
          <a:solidFill>
            <a:srgbClr val="4299E1">
              <a:alpha val="2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40" name="Text 37"/>
          <p:cNvSpPr/>
          <p:nvPr/>
        </p:nvSpPr>
        <p:spPr>
          <a:xfrm>
            <a:off x="2311488" y="4093904"/>
            <a:ext cx="747556" cy="241818"/>
          </a:xfrm>
          <a:prstGeom prst="rect">
            <a:avLst/>
          </a:prstGeom>
          <a:noFill/>
          <a:ln/>
        </p:spPr>
        <p:txBody>
          <a:bodyPr wrap="none" lIns="90763" tIns="45381" rIns="90763" bIns="45381" rtlCol="0" anchor="ctr">
            <a:spAutoFit/>
          </a:bodyPr>
          <a:lstStyle/>
          <a:p>
            <a:r>
              <a:rPr lang="en-US" sz="976" b="1" dirty="0">
                <a:solidFill>
                  <a:srgbClr val="63B3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Retrieval</a:t>
            </a:r>
            <a:endParaRPr lang="en-US" sz="976" dirty="0"/>
          </a:p>
        </p:txBody>
      </p:sp>
      <p:sp>
        <p:nvSpPr>
          <p:cNvPr id="41" name="Text 38"/>
          <p:cNvSpPr/>
          <p:nvPr/>
        </p:nvSpPr>
        <p:spPr>
          <a:xfrm>
            <a:off x="3321510" y="3924300"/>
            <a:ext cx="2478137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Combine vector and keyword search</a:t>
            </a:r>
            <a:endParaRPr lang="en-US" sz="1256" dirty="0"/>
          </a:p>
        </p:txBody>
      </p:sp>
      <p:sp>
        <p:nvSpPr>
          <p:cNvPr id="42" name="Text 39"/>
          <p:cNvSpPr/>
          <p:nvPr/>
        </p:nvSpPr>
        <p:spPr>
          <a:xfrm>
            <a:off x="5799646" y="3924300"/>
            <a:ext cx="2242281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Queries with specific keywords/IDs</a:t>
            </a:r>
            <a:endParaRPr lang="en-US" sz="1256" dirty="0"/>
          </a:p>
        </p:txBody>
      </p:sp>
      <p:sp>
        <p:nvSpPr>
          <p:cNvPr id="43" name="Text 40"/>
          <p:cNvSpPr/>
          <p:nvPr/>
        </p:nvSpPr>
        <p:spPr>
          <a:xfrm>
            <a:off x="8041928" y="3924300"/>
            <a:ext cx="1917688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Best-of-both-worlds relevance</a:t>
            </a:r>
            <a:endParaRPr lang="en-US" sz="1256" dirty="0"/>
          </a:p>
        </p:txBody>
      </p:sp>
      <p:sp>
        <p:nvSpPr>
          <p:cNvPr id="44" name="Text 41"/>
          <p:cNvSpPr/>
          <p:nvPr/>
        </p:nvSpPr>
        <p:spPr>
          <a:xfrm>
            <a:off x="9959616" y="3924300"/>
            <a:ext cx="1851385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Requires two search systems</a:t>
            </a:r>
            <a:endParaRPr lang="en-US" sz="1256" dirty="0"/>
          </a:p>
        </p:txBody>
      </p:sp>
      <p:sp>
        <p:nvSpPr>
          <p:cNvPr id="45" name="Text 42"/>
          <p:cNvSpPr/>
          <p:nvPr/>
        </p:nvSpPr>
        <p:spPr>
          <a:xfrm>
            <a:off x="381001" y="4676775"/>
            <a:ext cx="1787612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Re-Ranking</a:t>
            </a:r>
            <a:endParaRPr lang="en-US" sz="1256" dirty="0"/>
          </a:p>
        </p:txBody>
      </p:sp>
      <p:sp>
        <p:nvSpPr>
          <p:cNvPr id="46" name="Shape 43"/>
          <p:cNvSpPr/>
          <p:nvPr/>
        </p:nvSpPr>
        <p:spPr>
          <a:xfrm>
            <a:off x="2311487" y="4829175"/>
            <a:ext cx="867147" cy="476251"/>
          </a:xfrm>
          <a:prstGeom prst="rect">
            <a:avLst/>
          </a:prstGeom>
          <a:solidFill>
            <a:srgbClr val="9F7AEA">
              <a:alpha val="2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47" name="Text 44"/>
          <p:cNvSpPr/>
          <p:nvPr/>
        </p:nvSpPr>
        <p:spPr>
          <a:xfrm>
            <a:off x="2311487" y="4871308"/>
            <a:ext cx="867147" cy="391987"/>
          </a:xfrm>
          <a:prstGeom prst="rect">
            <a:avLst/>
          </a:prstGeom>
          <a:noFill/>
          <a:ln/>
        </p:spPr>
        <p:txBody>
          <a:bodyPr wrap="square" lIns="90763" tIns="45381" rIns="90763" bIns="45381" rtlCol="0" anchor="ctr">
            <a:spAutoFit/>
          </a:bodyPr>
          <a:lstStyle/>
          <a:p>
            <a:r>
              <a:rPr lang="en-US" sz="976" b="1" dirty="0">
                <a:solidFill>
                  <a:srgbClr val="B794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Post-Retrieval</a:t>
            </a:r>
            <a:endParaRPr lang="en-US" sz="976" dirty="0"/>
          </a:p>
        </p:txBody>
      </p:sp>
      <p:sp>
        <p:nvSpPr>
          <p:cNvPr id="48" name="Text 45"/>
          <p:cNvSpPr/>
          <p:nvPr/>
        </p:nvSpPr>
        <p:spPr>
          <a:xfrm>
            <a:off x="3321510" y="4676775"/>
            <a:ext cx="2478137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a second model to re-order initial results</a:t>
            </a:r>
            <a:endParaRPr lang="en-US" sz="1256" dirty="0"/>
          </a:p>
        </p:txBody>
      </p:sp>
      <p:sp>
        <p:nvSpPr>
          <p:cNvPr id="49" name="Text 46"/>
          <p:cNvSpPr/>
          <p:nvPr/>
        </p:nvSpPr>
        <p:spPr>
          <a:xfrm>
            <a:off x="5799646" y="4676775"/>
            <a:ext cx="2242281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precision is critical</a:t>
            </a:r>
            <a:endParaRPr lang="en-US" sz="1256" dirty="0"/>
          </a:p>
        </p:txBody>
      </p:sp>
      <p:sp>
        <p:nvSpPr>
          <p:cNvPr id="50" name="Text 47"/>
          <p:cNvSpPr/>
          <p:nvPr/>
        </p:nvSpPr>
        <p:spPr>
          <a:xfrm>
            <a:off x="8041928" y="4676775"/>
            <a:ext cx="1917688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Improves context quality</a:t>
            </a:r>
            <a:endParaRPr lang="en-US" sz="1256" dirty="0"/>
          </a:p>
        </p:txBody>
      </p:sp>
      <p:sp>
        <p:nvSpPr>
          <p:cNvPr id="51" name="Text 48"/>
          <p:cNvSpPr/>
          <p:nvPr/>
        </p:nvSpPr>
        <p:spPr>
          <a:xfrm>
            <a:off x="9959616" y="4676775"/>
            <a:ext cx="1851385" cy="468205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Adds latency</a:t>
            </a:r>
            <a:endParaRPr lang="en-US" sz="1256" dirty="0"/>
          </a:p>
        </p:txBody>
      </p:sp>
      <p:sp>
        <p:nvSpPr>
          <p:cNvPr id="52" name="Shape 49"/>
          <p:cNvSpPr/>
          <p:nvPr/>
        </p:nvSpPr>
        <p:spPr>
          <a:xfrm>
            <a:off x="381000" y="5429251"/>
            <a:ext cx="11430000" cy="7524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3" name="Text 50"/>
          <p:cNvSpPr/>
          <p:nvPr/>
        </p:nvSpPr>
        <p:spPr>
          <a:xfrm>
            <a:off x="381001" y="5429251"/>
            <a:ext cx="1787612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Hierarchical Retrieval</a:t>
            </a:r>
            <a:endParaRPr lang="en-US" sz="1256" dirty="0"/>
          </a:p>
        </p:txBody>
      </p:sp>
      <p:sp>
        <p:nvSpPr>
          <p:cNvPr id="54" name="Shape 51"/>
          <p:cNvSpPr/>
          <p:nvPr/>
        </p:nvSpPr>
        <p:spPr>
          <a:xfrm>
            <a:off x="2311488" y="5581652"/>
            <a:ext cx="713705" cy="276225"/>
          </a:xfrm>
          <a:prstGeom prst="rect">
            <a:avLst/>
          </a:prstGeom>
          <a:solidFill>
            <a:srgbClr val="4299E1">
              <a:alpha val="2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5" name="Text 52"/>
          <p:cNvSpPr/>
          <p:nvPr/>
        </p:nvSpPr>
        <p:spPr>
          <a:xfrm>
            <a:off x="2311488" y="5598855"/>
            <a:ext cx="747556" cy="241818"/>
          </a:xfrm>
          <a:prstGeom prst="rect">
            <a:avLst/>
          </a:prstGeom>
          <a:noFill/>
          <a:ln/>
        </p:spPr>
        <p:txBody>
          <a:bodyPr wrap="none" lIns="90763" tIns="45381" rIns="90763" bIns="45381" rtlCol="0" anchor="ctr">
            <a:spAutoFit/>
          </a:bodyPr>
          <a:lstStyle/>
          <a:p>
            <a:r>
              <a:rPr lang="en-US" sz="976" b="1" dirty="0">
                <a:solidFill>
                  <a:srgbClr val="63B3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Retrieval</a:t>
            </a:r>
            <a:endParaRPr lang="en-US" sz="976" dirty="0"/>
          </a:p>
        </p:txBody>
      </p:sp>
      <p:sp>
        <p:nvSpPr>
          <p:cNvPr id="56" name="Text 53"/>
          <p:cNvSpPr/>
          <p:nvPr/>
        </p:nvSpPr>
        <p:spPr>
          <a:xfrm>
            <a:off x="3321510" y="5429251"/>
            <a:ext cx="2478137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Document-level then chunk-level search</a:t>
            </a:r>
            <a:endParaRPr lang="en-US" sz="1256" dirty="0"/>
          </a:p>
        </p:txBody>
      </p:sp>
      <p:sp>
        <p:nvSpPr>
          <p:cNvPr id="57" name="Text 54"/>
          <p:cNvSpPr/>
          <p:nvPr/>
        </p:nvSpPr>
        <p:spPr>
          <a:xfrm>
            <a:off x="5799646" y="5429251"/>
            <a:ext cx="2242281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Very large document collections</a:t>
            </a:r>
            <a:endParaRPr lang="en-US" sz="1256" dirty="0"/>
          </a:p>
        </p:txBody>
      </p:sp>
      <p:sp>
        <p:nvSpPr>
          <p:cNvPr id="58" name="Text 55"/>
          <p:cNvSpPr/>
          <p:nvPr/>
        </p:nvSpPr>
        <p:spPr>
          <a:xfrm>
            <a:off x="8041928" y="5429251"/>
            <a:ext cx="1917688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Balances speed and precision</a:t>
            </a:r>
            <a:endParaRPr lang="en-US" sz="1256" dirty="0"/>
          </a:p>
        </p:txBody>
      </p:sp>
      <p:sp>
        <p:nvSpPr>
          <p:cNvPr id="59" name="Text 56"/>
          <p:cNvSpPr/>
          <p:nvPr/>
        </p:nvSpPr>
        <p:spPr>
          <a:xfrm>
            <a:off x="9959616" y="5429251"/>
            <a:ext cx="1851385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Increased complexity</a:t>
            </a:r>
            <a:endParaRPr lang="en-US" sz="1256" dirty="0"/>
          </a:p>
        </p:txBody>
      </p:sp>
      <p:sp>
        <p:nvSpPr>
          <p:cNvPr id="60" name="Text 57"/>
          <p:cNvSpPr/>
          <p:nvPr/>
        </p:nvSpPr>
        <p:spPr>
          <a:xfrm>
            <a:off x="381001" y="6181726"/>
            <a:ext cx="1787612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Iterative/Self-RAG</a:t>
            </a:r>
            <a:endParaRPr lang="en-US" sz="1256" dirty="0"/>
          </a:p>
        </p:txBody>
      </p:sp>
      <p:sp>
        <p:nvSpPr>
          <p:cNvPr id="61" name="Shape 58"/>
          <p:cNvSpPr/>
          <p:nvPr/>
        </p:nvSpPr>
        <p:spPr>
          <a:xfrm>
            <a:off x="2311487" y="6334125"/>
            <a:ext cx="867147" cy="476251"/>
          </a:xfrm>
          <a:prstGeom prst="rect">
            <a:avLst/>
          </a:prstGeom>
          <a:solidFill>
            <a:srgbClr val="ED64A6">
              <a:alpha val="20000"/>
            </a:srgbClr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2" name="Text 59"/>
          <p:cNvSpPr/>
          <p:nvPr/>
        </p:nvSpPr>
        <p:spPr>
          <a:xfrm>
            <a:off x="2311487" y="6376258"/>
            <a:ext cx="867147" cy="391987"/>
          </a:xfrm>
          <a:prstGeom prst="rect">
            <a:avLst/>
          </a:prstGeom>
          <a:noFill/>
          <a:ln/>
        </p:spPr>
        <p:txBody>
          <a:bodyPr wrap="square" lIns="90763" tIns="45381" rIns="90763" bIns="45381" rtlCol="0" anchor="ctr">
            <a:spAutoFit/>
          </a:bodyPr>
          <a:lstStyle/>
          <a:p>
            <a:r>
              <a:rPr lang="en-US" sz="976" b="1" dirty="0">
                <a:solidFill>
                  <a:srgbClr val="F687B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Meta-Pattern</a:t>
            </a:r>
            <a:endParaRPr lang="en-US" sz="976" dirty="0"/>
          </a:p>
        </p:txBody>
      </p:sp>
      <p:sp>
        <p:nvSpPr>
          <p:cNvPr id="63" name="Text 60"/>
          <p:cNvSpPr/>
          <p:nvPr/>
        </p:nvSpPr>
        <p:spPr>
          <a:xfrm>
            <a:off x="3321510" y="6181725"/>
            <a:ext cx="2478137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Loop of retrieve-assess-generate-critique</a:t>
            </a:r>
            <a:endParaRPr lang="en-US" sz="1256" dirty="0"/>
          </a:p>
        </p:txBody>
      </p:sp>
      <p:sp>
        <p:nvSpPr>
          <p:cNvPr id="64" name="Text 61"/>
          <p:cNvSpPr/>
          <p:nvPr/>
        </p:nvSpPr>
        <p:spPr>
          <a:xfrm>
            <a:off x="5799646" y="6181726"/>
            <a:ext cx="2242281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Mission-critical applications</a:t>
            </a:r>
            <a:endParaRPr lang="en-US" sz="1256" dirty="0"/>
          </a:p>
        </p:txBody>
      </p:sp>
      <p:sp>
        <p:nvSpPr>
          <p:cNvPr id="65" name="Text 62"/>
          <p:cNvSpPr/>
          <p:nvPr/>
        </p:nvSpPr>
        <p:spPr>
          <a:xfrm>
            <a:off x="8041928" y="6181725"/>
            <a:ext cx="1917688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Extremely robust and adaptive</a:t>
            </a:r>
            <a:endParaRPr lang="en-US" sz="1256" dirty="0"/>
          </a:p>
        </p:txBody>
      </p:sp>
      <p:sp>
        <p:nvSpPr>
          <p:cNvPr id="66" name="Text 63"/>
          <p:cNvSpPr/>
          <p:nvPr/>
        </p:nvSpPr>
        <p:spPr>
          <a:xfrm>
            <a:off x="9959616" y="6181726"/>
            <a:ext cx="1851385" cy="661463"/>
          </a:xfrm>
          <a:prstGeom prst="rect">
            <a:avLst/>
          </a:prstGeom>
          <a:noFill/>
          <a:ln/>
        </p:spPr>
        <p:txBody>
          <a:bodyPr wrap="square" lIns="170011" tIns="136144" rIns="170011" bIns="136144" rtlCol="0" anchor="t">
            <a:spAutoFit/>
          </a:bodyPr>
          <a:lstStyle/>
          <a:p>
            <a:r>
              <a:rPr lang="en-US" sz="1256" dirty="0">
                <a:solidFill>
                  <a:srgbClr val="F0F4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Very complex and slow</a:t>
            </a:r>
            <a:endParaRPr lang="en-US" sz="125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1B1308ADA65B47B2CAA3BFCD7924C7" ma:contentTypeVersion="3" ma:contentTypeDescription="Create a new document." ma:contentTypeScope="" ma:versionID="5618f611890d4008e6ef443bebe6c6c8">
  <xsd:schema xmlns:xsd="http://www.w3.org/2001/XMLSchema" xmlns:xs="http://www.w3.org/2001/XMLSchema" xmlns:p="http://schemas.microsoft.com/office/2006/metadata/properties" xmlns:ns2="4c641a64-ddd2-41bf-9241-ecb96a7c2642" targetNamespace="http://schemas.microsoft.com/office/2006/metadata/properties" ma:root="true" ma:fieldsID="ddaf9591d96e96ee8f3121ffe8ee13f2" ns2:_="">
    <xsd:import namespace="4c641a64-ddd2-41bf-9241-ecb96a7c26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641a64-ddd2-41bf-9241-ecb96a7c26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8B1431-BD83-4712-8494-8672D0CE0B65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4c641a64-ddd2-41bf-9241-ecb96a7c2642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55C9701-326C-479B-9753-75A90D3F1E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641a64-ddd2-41bf-9241-ecb96a7c26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2084E8-CE92-4168-8A14-AE207556A9A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d2a6053-e113-42e7-9169-f5cbed7a941f}" enabled="0" method="" siteId="{0d2a6053-e113-42e7-9169-f5cbed7a94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3214</TotalTime>
  <Words>3961</Words>
  <Application>Microsoft Office PowerPoint</Application>
  <PresentationFormat>Widescreen</PresentationFormat>
  <Paragraphs>586</Paragraphs>
  <Slides>40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Microsoft JhengHei</vt:lpstr>
      <vt:lpstr>Aptos</vt:lpstr>
      <vt:lpstr>Arial</vt:lpstr>
      <vt:lpstr>Calibri</vt:lpstr>
      <vt:lpstr>Calibri (Headings)</vt:lpstr>
      <vt:lpstr>Calibri Light</vt:lpstr>
      <vt:lpstr>Nokia Pure Headline Light</vt:lpstr>
      <vt:lpstr>Nokia Pure Text Light</vt:lpstr>
      <vt:lpstr>Noto Sans</vt:lpstr>
      <vt:lpstr>Office Theme</vt:lpstr>
      <vt:lpstr>Generative AI Architect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Taksh Beladiya</dc:creator>
  <cp:lastModifiedBy>Anshu Pandey</cp:lastModifiedBy>
  <cp:revision>21</cp:revision>
  <dcterms:created xsi:type="dcterms:W3CDTF">2025-04-30T09:25:22Z</dcterms:created>
  <dcterms:modified xsi:type="dcterms:W3CDTF">2025-11-27T08:01:17Z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0x010100381B1308ADA65B47B2CAA3BFCD7924C7</vt:lpwstr>
  </property>
</Properties>
</file>