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notesMasterIdLst>
    <p:notesMasterId r:id="rId10"/>
  </p:notesMasterIdLst>
  <p:sldIdLst>
    <p:sldId id="256" r:id="rId3"/>
    <p:sldId id="2147475887" r:id="rId4"/>
    <p:sldId id="3558" r:id="rId5"/>
    <p:sldId id="2147475894" r:id="rId6"/>
    <p:sldId id="2147475896" r:id="rId7"/>
    <p:sldId id="2147475897" r:id="rId8"/>
    <p:sldId id="21474758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9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0812A2-BD6D-47A9-A557-A31302FF10AC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C13F248-A827-407A-AFB8-7C10833B57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Large Language Models (LLMs) with Planning</a:t>
          </a:r>
          <a:endParaRPr lang="en-US" dirty="0"/>
        </a:p>
      </dgm:t>
    </dgm:pt>
    <dgm:pt modelId="{6A3A440E-CEB5-45B2-8361-C50CD3F05BD7}" type="parTrans" cxnId="{B8E418AC-9814-4BA6-9122-3EB43E61D61C}">
      <dgm:prSet/>
      <dgm:spPr/>
      <dgm:t>
        <a:bodyPr/>
        <a:lstStyle/>
        <a:p>
          <a:endParaRPr lang="en-US"/>
        </a:p>
      </dgm:t>
    </dgm:pt>
    <dgm:pt modelId="{C18A39EB-431A-4A1B-9AB7-CF51FC6F02D1}" type="sibTrans" cxnId="{B8E418AC-9814-4BA6-9122-3EB43E61D61C}">
      <dgm:prSet/>
      <dgm:spPr/>
      <dgm:t>
        <a:bodyPr/>
        <a:lstStyle/>
        <a:p>
          <a:endParaRPr lang="en-US"/>
        </a:p>
      </dgm:t>
    </dgm:pt>
    <dgm:pt modelId="{FF76553F-297B-47FB-AEF9-D6CB1A7C08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Extensions like LangChain and AutoGen embed planning modules on top of transformer backbones, enabling multi-step reasoning and tool orchestration.</a:t>
          </a:r>
          <a:endParaRPr lang="en-US"/>
        </a:p>
      </dgm:t>
    </dgm:pt>
    <dgm:pt modelId="{8C0F7AA3-5B98-40DD-8561-EA8A4ADEE1A8}" type="parTrans" cxnId="{60159643-8DE7-4901-A114-8220B08CB634}">
      <dgm:prSet/>
      <dgm:spPr/>
      <dgm:t>
        <a:bodyPr/>
        <a:lstStyle/>
        <a:p>
          <a:endParaRPr lang="en-US"/>
        </a:p>
      </dgm:t>
    </dgm:pt>
    <dgm:pt modelId="{EF438C48-2BF4-425E-944D-52E5B54D40EF}" type="sibTrans" cxnId="{60159643-8DE7-4901-A114-8220B08CB634}">
      <dgm:prSet/>
      <dgm:spPr/>
      <dgm:t>
        <a:bodyPr/>
        <a:lstStyle/>
        <a:p>
          <a:endParaRPr lang="en-US"/>
        </a:p>
      </dgm:t>
    </dgm:pt>
    <dgm:pt modelId="{581953A2-63AA-476C-91F1-D71FC4C0AE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Reinforcement Learning (RL) &amp; Offline RL</a:t>
          </a:r>
          <a:endParaRPr lang="en-US"/>
        </a:p>
      </dgm:t>
    </dgm:pt>
    <dgm:pt modelId="{9A60384A-21F1-4232-AB5C-FCA4CAFDCE47}" type="parTrans" cxnId="{2BEFC45A-81D1-4447-A518-AD622F636518}">
      <dgm:prSet/>
      <dgm:spPr/>
      <dgm:t>
        <a:bodyPr/>
        <a:lstStyle/>
        <a:p>
          <a:endParaRPr lang="en-US"/>
        </a:p>
      </dgm:t>
    </dgm:pt>
    <dgm:pt modelId="{F159E7D6-FAE1-4DC8-BDAC-CC4E0925C565}" type="sibTrans" cxnId="{2BEFC45A-81D1-4447-A518-AD622F636518}">
      <dgm:prSet/>
      <dgm:spPr/>
      <dgm:t>
        <a:bodyPr/>
        <a:lstStyle/>
        <a:p>
          <a:endParaRPr lang="en-US"/>
        </a:p>
      </dgm:t>
    </dgm:pt>
    <dgm:pt modelId="{842A3424-92D6-4EDC-B6D5-A26DFA77D0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Combining RL with pre-trained models accelerates policy learning in sparse-reward environments (e.g., robotics or game playing).</a:t>
          </a:r>
          <a:endParaRPr lang="en-US"/>
        </a:p>
      </dgm:t>
    </dgm:pt>
    <dgm:pt modelId="{51461D94-576C-47DE-95BD-32E27CD88525}" type="parTrans" cxnId="{F78F911A-9AEC-4281-9011-355CA2EE07A7}">
      <dgm:prSet/>
      <dgm:spPr/>
      <dgm:t>
        <a:bodyPr/>
        <a:lstStyle/>
        <a:p>
          <a:endParaRPr lang="en-US"/>
        </a:p>
      </dgm:t>
    </dgm:pt>
    <dgm:pt modelId="{78196373-300B-4387-8077-2F80B5FB8B01}" type="sibTrans" cxnId="{F78F911A-9AEC-4281-9011-355CA2EE07A7}">
      <dgm:prSet/>
      <dgm:spPr/>
      <dgm:t>
        <a:bodyPr/>
        <a:lstStyle/>
        <a:p>
          <a:endParaRPr lang="en-US"/>
        </a:p>
      </dgm:t>
    </dgm:pt>
    <dgm:pt modelId="{BDAA7906-B8F5-4CC4-9E6F-033E36E046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Multi-Modal Perception</a:t>
          </a:r>
          <a:endParaRPr lang="en-US"/>
        </a:p>
      </dgm:t>
    </dgm:pt>
    <dgm:pt modelId="{9845B052-79C5-440E-BA3B-E16ADB594035}" type="parTrans" cxnId="{8FC0CC5D-2D80-4764-9401-5C62D89A7CED}">
      <dgm:prSet/>
      <dgm:spPr/>
      <dgm:t>
        <a:bodyPr/>
        <a:lstStyle/>
        <a:p>
          <a:endParaRPr lang="en-US"/>
        </a:p>
      </dgm:t>
    </dgm:pt>
    <dgm:pt modelId="{5C43A57F-547F-4051-99AA-B0F02C4287FC}" type="sibTrans" cxnId="{8FC0CC5D-2D80-4764-9401-5C62D89A7CED}">
      <dgm:prSet/>
      <dgm:spPr/>
      <dgm:t>
        <a:bodyPr/>
        <a:lstStyle/>
        <a:p>
          <a:endParaRPr lang="en-US"/>
        </a:p>
      </dgm:t>
    </dgm:pt>
    <dgm:pt modelId="{6F9292C8-6324-4A8D-84E6-E17B5608B6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Vision-language models (e.g., CLIP, Flamingo) and sensor fusion techniques provide situational awareness for physical agents and digital assistants.</a:t>
          </a:r>
          <a:endParaRPr lang="en-US"/>
        </a:p>
      </dgm:t>
    </dgm:pt>
    <dgm:pt modelId="{67E227B0-CCB1-4E16-8C22-16CA3650F6A7}" type="parTrans" cxnId="{65A7F6AD-15D0-40F9-8A1B-144BCC1B0FD7}">
      <dgm:prSet/>
      <dgm:spPr/>
      <dgm:t>
        <a:bodyPr/>
        <a:lstStyle/>
        <a:p>
          <a:endParaRPr lang="en-US"/>
        </a:p>
      </dgm:t>
    </dgm:pt>
    <dgm:pt modelId="{0CF61766-2934-4616-B881-B316DDC21AED}" type="sibTrans" cxnId="{65A7F6AD-15D0-40F9-8A1B-144BCC1B0FD7}">
      <dgm:prSet/>
      <dgm:spPr/>
      <dgm:t>
        <a:bodyPr/>
        <a:lstStyle/>
        <a:p>
          <a:endParaRPr lang="en-US"/>
        </a:p>
      </dgm:t>
    </dgm:pt>
    <dgm:pt modelId="{C913154B-5D0F-43A0-8019-1E0F2A5027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Hierarchical &amp; Goal-Oriented Architectures</a:t>
          </a:r>
          <a:endParaRPr lang="en-US"/>
        </a:p>
      </dgm:t>
    </dgm:pt>
    <dgm:pt modelId="{2B785DE7-DD3A-45C1-A740-8C61649B68C6}" type="parTrans" cxnId="{DD735C30-ABC1-47B3-B60E-4C34F83D450B}">
      <dgm:prSet/>
      <dgm:spPr/>
      <dgm:t>
        <a:bodyPr/>
        <a:lstStyle/>
        <a:p>
          <a:endParaRPr lang="en-US"/>
        </a:p>
      </dgm:t>
    </dgm:pt>
    <dgm:pt modelId="{C2C69956-7B54-41C5-8082-6307FD805438}" type="sibTrans" cxnId="{DD735C30-ABC1-47B3-B60E-4C34F83D450B}">
      <dgm:prSet/>
      <dgm:spPr/>
      <dgm:t>
        <a:bodyPr/>
        <a:lstStyle/>
        <a:p>
          <a:endParaRPr lang="en-US"/>
        </a:p>
      </dgm:t>
    </dgm:pt>
    <dgm:pt modelId="{7EFE7924-3E79-4185-B316-C107FDC6AF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Hierarchical planners break complex objectives into sub-goals, improving scalability and interpretability.</a:t>
          </a:r>
          <a:endParaRPr lang="en-US"/>
        </a:p>
      </dgm:t>
    </dgm:pt>
    <dgm:pt modelId="{359C1ECD-2BB2-4CDC-B744-FD5C288CEA27}" type="parTrans" cxnId="{FF494A2A-CE24-41AB-B80B-7B3276C6122C}">
      <dgm:prSet/>
      <dgm:spPr/>
      <dgm:t>
        <a:bodyPr/>
        <a:lstStyle/>
        <a:p>
          <a:endParaRPr lang="en-US"/>
        </a:p>
      </dgm:t>
    </dgm:pt>
    <dgm:pt modelId="{4ED253BA-487F-44E1-BCFD-06CBD7EE3720}" type="sibTrans" cxnId="{FF494A2A-CE24-41AB-B80B-7B3276C6122C}">
      <dgm:prSet/>
      <dgm:spPr/>
      <dgm:t>
        <a:bodyPr/>
        <a:lstStyle/>
        <a:p>
          <a:endParaRPr lang="en-US"/>
        </a:p>
      </dgm:t>
    </dgm:pt>
    <dgm:pt modelId="{B1FB112A-9C73-4D64-B37C-A74DFD0FAD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Simulation &amp; Digital Twins</a:t>
          </a:r>
          <a:endParaRPr lang="en-US"/>
        </a:p>
      </dgm:t>
    </dgm:pt>
    <dgm:pt modelId="{61DCD3CD-AC22-487F-9FF8-8A29E944925C}" type="parTrans" cxnId="{B9A99A62-4461-4879-B502-732AEFEDCBDC}">
      <dgm:prSet/>
      <dgm:spPr/>
      <dgm:t>
        <a:bodyPr/>
        <a:lstStyle/>
        <a:p>
          <a:endParaRPr lang="en-US"/>
        </a:p>
      </dgm:t>
    </dgm:pt>
    <dgm:pt modelId="{92C572E3-C2B4-4A8C-AEFD-B7515C5A1964}" type="sibTrans" cxnId="{B9A99A62-4461-4879-B502-732AEFEDCBDC}">
      <dgm:prSet/>
      <dgm:spPr/>
      <dgm:t>
        <a:bodyPr/>
        <a:lstStyle/>
        <a:p>
          <a:endParaRPr lang="en-US"/>
        </a:p>
      </dgm:t>
    </dgm:pt>
    <dgm:pt modelId="{0509477E-7D87-4A97-88C8-27694A71AF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Synthetic environments for safe training and rapid iteration before real-world deployment.</a:t>
          </a:r>
          <a:endParaRPr lang="en-US"/>
        </a:p>
      </dgm:t>
    </dgm:pt>
    <dgm:pt modelId="{05359E8A-BFBD-4BDE-AFFF-AD5C94E9F3EE}" type="parTrans" cxnId="{6943492F-620A-4148-9BE2-CA8C19E8857D}">
      <dgm:prSet/>
      <dgm:spPr/>
      <dgm:t>
        <a:bodyPr/>
        <a:lstStyle/>
        <a:p>
          <a:endParaRPr lang="en-US"/>
        </a:p>
      </dgm:t>
    </dgm:pt>
    <dgm:pt modelId="{5C06BCFB-C1F6-468B-9286-40BB5489CFA7}" type="sibTrans" cxnId="{6943492F-620A-4148-9BE2-CA8C19E8857D}">
      <dgm:prSet/>
      <dgm:spPr/>
      <dgm:t>
        <a:bodyPr/>
        <a:lstStyle/>
        <a:p>
          <a:endParaRPr lang="en-US"/>
        </a:p>
      </dgm:t>
    </dgm:pt>
    <dgm:pt modelId="{3FF47F55-8D4A-423A-9D1A-0E7C4E5570A6}" type="pres">
      <dgm:prSet presAssocID="{7F0812A2-BD6D-47A9-A557-A31302FF10AC}" presName="root" presStyleCnt="0">
        <dgm:presLayoutVars>
          <dgm:dir/>
          <dgm:resizeHandles val="exact"/>
        </dgm:presLayoutVars>
      </dgm:prSet>
      <dgm:spPr/>
    </dgm:pt>
    <dgm:pt modelId="{ECBF7AA0-DEF2-4C80-853B-3871F32F6B23}" type="pres">
      <dgm:prSet presAssocID="{BC13F248-A827-407A-AFB8-7C10833B57E5}" presName="compNode" presStyleCnt="0"/>
      <dgm:spPr/>
    </dgm:pt>
    <dgm:pt modelId="{2C92E300-BE39-4E81-9937-40E4B02BAC45}" type="pres">
      <dgm:prSet presAssocID="{BC13F248-A827-407A-AFB8-7C10833B57E5}" presName="bgRect" presStyleLbl="bgShp" presStyleIdx="0" presStyleCnt="5"/>
      <dgm:spPr/>
    </dgm:pt>
    <dgm:pt modelId="{C7EABCE8-F71E-4836-BE07-03516B191D56}" type="pres">
      <dgm:prSet presAssocID="{BC13F248-A827-407A-AFB8-7C10833B57E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82538F7-BA79-4091-8D2B-589F70DDE394}" type="pres">
      <dgm:prSet presAssocID="{BC13F248-A827-407A-AFB8-7C10833B57E5}" presName="spaceRect" presStyleCnt="0"/>
      <dgm:spPr/>
    </dgm:pt>
    <dgm:pt modelId="{7EA52249-992B-4A1C-A4B7-F037F4974ECE}" type="pres">
      <dgm:prSet presAssocID="{BC13F248-A827-407A-AFB8-7C10833B57E5}" presName="parTx" presStyleLbl="revTx" presStyleIdx="0" presStyleCnt="10">
        <dgm:presLayoutVars>
          <dgm:chMax val="0"/>
          <dgm:chPref val="0"/>
        </dgm:presLayoutVars>
      </dgm:prSet>
      <dgm:spPr/>
    </dgm:pt>
    <dgm:pt modelId="{E563491B-9B76-432A-BD7E-4C20D2B9611A}" type="pres">
      <dgm:prSet presAssocID="{BC13F248-A827-407A-AFB8-7C10833B57E5}" presName="desTx" presStyleLbl="revTx" presStyleIdx="1" presStyleCnt="10">
        <dgm:presLayoutVars/>
      </dgm:prSet>
      <dgm:spPr/>
    </dgm:pt>
    <dgm:pt modelId="{5D507373-5F7C-43C6-8C87-A449FB2DA0C1}" type="pres">
      <dgm:prSet presAssocID="{C18A39EB-431A-4A1B-9AB7-CF51FC6F02D1}" presName="sibTrans" presStyleCnt="0"/>
      <dgm:spPr/>
    </dgm:pt>
    <dgm:pt modelId="{8BA2C383-0E8B-47B9-B637-24B0BE6C9D87}" type="pres">
      <dgm:prSet presAssocID="{581953A2-63AA-476C-91F1-D71FC4C0AE92}" presName="compNode" presStyleCnt="0"/>
      <dgm:spPr/>
    </dgm:pt>
    <dgm:pt modelId="{4297BF79-1F72-45F0-927E-B6FC46305E8B}" type="pres">
      <dgm:prSet presAssocID="{581953A2-63AA-476C-91F1-D71FC4C0AE92}" presName="bgRect" presStyleLbl="bgShp" presStyleIdx="1" presStyleCnt="5"/>
      <dgm:spPr/>
    </dgm:pt>
    <dgm:pt modelId="{8B4D7041-F6FD-4405-9053-83BB7C2C08AA}" type="pres">
      <dgm:prSet presAssocID="{581953A2-63AA-476C-91F1-D71FC4C0AE9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7506A6F1-0B53-4381-802D-4FCCB91BDE21}" type="pres">
      <dgm:prSet presAssocID="{581953A2-63AA-476C-91F1-D71FC4C0AE92}" presName="spaceRect" presStyleCnt="0"/>
      <dgm:spPr/>
    </dgm:pt>
    <dgm:pt modelId="{688EB154-88E6-4F38-9755-63128EEF3D7A}" type="pres">
      <dgm:prSet presAssocID="{581953A2-63AA-476C-91F1-D71FC4C0AE92}" presName="parTx" presStyleLbl="revTx" presStyleIdx="2" presStyleCnt="10">
        <dgm:presLayoutVars>
          <dgm:chMax val="0"/>
          <dgm:chPref val="0"/>
        </dgm:presLayoutVars>
      </dgm:prSet>
      <dgm:spPr/>
    </dgm:pt>
    <dgm:pt modelId="{BB3AAA50-6ED0-41E2-AD58-D4FD5486135B}" type="pres">
      <dgm:prSet presAssocID="{581953A2-63AA-476C-91F1-D71FC4C0AE92}" presName="desTx" presStyleLbl="revTx" presStyleIdx="3" presStyleCnt="10">
        <dgm:presLayoutVars/>
      </dgm:prSet>
      <dgm:spPr/>
    </dgm:pt>
    <dgm:pt modelId="{67EAEFB9-DF0C-4D5B-968D-B22F6B9D05BE}" type="pres">
      <dgm:prSet presAssocID="{F159E7D6-FAE1-4DC8-BDAC-CC4E0925C565}" presName="sibTrans" presStyleCnt="0"/>
      <dgm:spPr/>
    </dgm:pt>
    <dgm:pt modelId="{E5510F32-40A1-4D6E-A963-30213C181A16}" type="pres">
      <dgm:prSet presAssocID="{BDAA7906-B8F5-4CC4-9E6F-033E36E0462C}" presName="compNode" presStyleCnt="0"/>
      <dgm:spPr/>
    </dgm:pt>
    <dgm:pt modelId="{0CA26325-0A9B-40E3-939F-58C85EE27D11}" type="pres">
      <dgm:prSet presAssocID="{BDAA7906-B8F5-4CC4-9E6F-033E36E0462C}" presName="bgRect" presStyleLbl="bgShp" presStyleIdx="2" presStyleCnt="5"/>
      <dgm:spPr/>
    </dgm:pt>
    <dgm:pt modelId="{27E752A6-E3C2-4FC3-A99C-03C2746B27B8}" type="pres">
      <dgm:prSet presAssocID="{BDAA7906-B8F5-4CC4-9E6F-033E36E0462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ap"/>
        </a:ext>
      </dgm:extLst>
    </dgm:pt>
    <dgm:pt modelId="{065F1BA0-E1DD-4950-A0D8-E1611D631B18}" type="pres">
      <dgm:prSet presAssocID="{BDAA7906-B8F5-4CC4-9E6F-033E36E0462C}" presName="spaceRect" presStyleCnt="0"/>
      <dgm:spPr/>
    </dgm:pt>
    <dgm:pt modelId="{AC48231A-0DD4-4503-8FDB-3902F76AEAF9}" type="pres">
      <dgm:prSet presAssocID="{BDAA7906-B8F5-4CC4-9E6F-033E36E0462C}" presName="parTx" presStyleLbl="revTx" presStyleIdx="4" presStyleCnt="10">
        <dgm:presLayoutVars>
          <dgm:chMax val="0"/>
          <dgm:chPref val="0"/>
        </dgm:presLayoutVars>
      </dgm:prSet>
      <dgm:spPr/>
    </dgm:pt>
    <dgm:pt modelId="{E3EF784C-E6A0-40A9-95BC-97B67DF7B029}" type="pres">
      <dgm:prSet presAssocID="{BDAA7906-B8F5-4CC4-9E6F-033E36E0462C}" presName="desTx" presStyleLbl="revTx" presStyleIdx="5" presStyleCnt="10">
        <dgm:presLayoutVars/>
      </dgm:prSet>
      <dgm:spPr/>
    </dgm:pt>
    <dgm:pt modelId="{A89F79D9-8240-4775-A63F-4DE0306AE124}" type="pres">
      <dgm:prSet presAssocID="{5C43A57F-547F-4051-99AA-B0F02C4287FC}" presName="sibTrans" presStyleCnt="0"/>
      <dgm:spPr/>
    </dgm:pt>
    <dgm:pt modelId="{4F29B919-7A51-4B83-BF03-61061754B95B}" type="pres">
      <dgm:prSet presAssocID="{C913154B-5D0F-43A0-8019-1E0F2A502787}" presName="compNode" presStyleCnt="0"/>
      <dgm:spPr/>
    </dgm:pt>
    <dgm:pt modelId="{ACDC6F5A-E44B-45DE-8530-F89C12F80AD6}" type="pres">
      <dgm:prSet presAssocID="{C913154B-5D0F-43A0-8019-1E0F2A502787}" presName="bgRect" presStyleLbl="bgShp" presStyleIdx="3" presStyleCnt="5"/>
      <dgm:spPr/>
    </dgm:pt>
    <dgm:pt modelId="{36A16BE9-2B41-43B2-8F10-620376078B26}" type="pres">
      <dgm:prSet presAssocID="{C913154B-5D0F-43A0-8019-1E0F2A50278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DE7B1E5-CD34-4AF8-9A46-D75B7769EB5B}" type="pres">
      <dgm:prSet presAssocID="{C913154B-5D0F-43A0-8019-1E0F2A502787}" presName="spaceRect" presStyleCnt="0"/>
      <dgm:spPr/>
    </dgm:pt>
    <dgm:pt modelId="{CC935860-020F-43C9-99C7-1351B9DF9235}" type="pres">
      <dgm:prSet presAssocID="{C913154B-5D0F-43A0-8019-1E0F2A502787}" presName="parTx" presStyleLbl="revTx" presStyleIdx="6" presStyleCnt="10">
        <dgm:presLayoutVars>
          <dgm:chMax val="0"/>
          <dgm:chPref val="0"/>
        </dgm:presLayoutVars>
      </dgm:prSet>
      <dgm:spPr/>
    </dgm:pt>
    <dgm:pt modelId="{BD1E408D-309A-4A61-8DB1-B435C465A1CF}" type="pres">
      <dgm:prSet presAssocID="{C913154B-5D0F-43A0-8019-1E0F2A502787}" presName="desTx" presStyleLbl="revTx" presStyleIdx="7" presStyleCnt="10">
        <dgm:presLayoutVars/>
      </dgm:prSet>
      <dgm:spPr/>
    </dgm:pt>
    <dgm:pt modelId="{3885E99D-94D5-43AF-A775-E10BEDE2F329}" type="pres">
      <dgm:prSet presAssocID="{C2C69956-7B54-41C5-8082-6307FD805438}" presName="sibTrans" presStyleCnt="0"/>
      <dgm:spPr/>
    </dgm:pt>
    <dgm:pt modelId="{293018A5-F60A-43E7-9660-9DB5D4965B25}" type="pres">
      <dgm:prSet presAssocID="{B1FB112A-9C73-4D64-B37C-A74DFD0FADCB}" presName="compNode" presStyleCnt="0"/>
      <dgm:spPr/>
    </dgm:pt>
    <dgm:pt modelId="{F00F4132-97EE-4816-8A07-89523783CF63}" type="pres">
      <dgm:prSet presAssocID="{B1FB112A-9C73-4D64-B37C-A74DFD0FADCB}" presName="bgRect" presStyleLbl="bgShp" presStyleIdx="4" presStyleCnt="5"/>
      <dgm:spPr/>
    </dgm:pt>
    <dgm:pt modelId="{141E42D2-EB1A-43B2-9E76-1C37FEDDCBA3}" type="pres">
      <dgm:prSet presAssocID="{B1FB112A-9C73-4D64-B37C-A74DFD0FADC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5C79879-B70A-4737-B9B6-27945ACAAD4E}" type="pres">
      <dgm:prSet presAssocID="{B1FB112A-9C73-4D64-B37C-A74DFD0FADCB}" presName="spaceRect" presStyleCnt="0"/>
      <dgm:spPr/>
    </dgm:pt>
    <dgm:pt modelId="{A46AB404-13C2-4CD1-B81B-A820F9FFEE68}" type="pres">
      <dgm:prSet presAssocID="{B1FB112A-9C73-4D64-B37C-A74DFD0FADCB}" presName="parTx" presStyleLbl="revTx" presStyleIdx="8" presStyleCnt="10">
        <dgm:presLayoutVars>
          <dgm:chMax val="0"/>
          <dgm:chPref val="0"/>
        </dgm:presLayoutVars>
      </dgm:prSet>
      <dgm:spPr/>
    </dgm:pt>
    <dgm:pt modelId="{92D76A6E-91F3-48D4-AC74-F226E869C94E}" type="pres">
      <dgm:prSet presAssocID="{B1FB112A-9C73-4D64-B37C-A74DFD0FADCB}" presName="desTx" presStyleLbl="revTx" presStyleIdx="9" presStyleCnt="10">
        <dgm:presLayoutVars/>
      </dgm:prSet>
      <dgm:spPr/>
    </dgm:pt>
  </dgm:ptLst>
  <dgm:cxnLst>
    <dgm:cxn modelId="{F78F911A-9AEC-4281-9011-355CA2EE07A7}" srcId="{581953A2-63AA-476C-91F1-D71FC4C0AE92}" destId="{842A3424-92D6-4EDC-B6D5-A26DFA77D0DE}" srcOrd="0" destOrd="0" parTransId="{51461D94-576C-47DE-95BD-32E27CD88525}" sibTransId="{78196373-300B-4387-8077-2F80B5FB8B01}"/>
    <dgm:cxn modelId="{FF494A2A-CE24-41AB-B80B-7B3276C6122C}" srcId="{C913154B-5D0F-43A0-8019-1E0F2A502787}" destId="{7EFE7924-3E79-4185-B316-C107FDC6AF4F}" srcOrd="0" destOrd="0" parTransId="{359C1ECD-2BB2-4CDC-B744-FD5C288CEA27}" sibTransId="{4ED253BA-487F-44E1-BCFD-06CBD7EE3720}"/>
    <dgm:cxn modelId="{6943492F-620A-4148-9BE2-CA8C19E8857D}" srcId="{B1FB112A-9C73-4D64-B37C-A74DFD0FADCB}" destId="{0509477E-7D87-4A97-88C8-27694A71AF69}" srcOrd="0" destOrd="0" parTransId="{05359E8A-BFBD-4BDE-AFFF-AD5C94E9F3EE}" sibTransId="{5C06BCFB-C1F6-468B-9286-40BB5489CFA7}"/>
    <dgm:cxn modelId="{DD735C30-ABC1-47B3-B60E-4C34F83D450B}" srcId="{7F0812A2-BD6D-47A9-A557-A31302FF10AC}" destId="{C913154B-5D0F-43A0-8019-1E0F2A502787}" srcOrd="3" destOrd="0" parTransId="{2B785DE7-DD3A-45C1-A740-8C61649B68C6}" sibTransId="{C2C69956-7B54-41C5-8082-6307FD805438}"/>
    <dgm:cxn modelId="{8FC0CC5D-2D80-4764-9401-5C62D89A7CED}" srcId="{7F0812A2-BD6D-47A9-A557-A31302FF10AC}" destId="{BDAA7906-B8F5-4CC4-9E6F-033E36E0462C}" srcOrd="2" destOrd="0" parTransId="{9845B052-79C5-440E-BA3B-E16ADB594035}" sibTransId="{5C43A57F-547F-4051-99AA-B0F02C4287FC}"/>
    <dgm:cxn modelId="{B9A99A62-4461-4879-B502-732AEFEDCBDC}" srcId="{7F0812A2-BD6D-47A9-A557-A31302FF10AC}" destId="{B1FB112A-9C73-4D64-B37C-A74DFD0FADCB}" srcOrd="4" destOrd="0" parTransId="{61DCD3CD-AC22-487F-9FF8-8A29E944925C}" sibTransId="{92C572E3-C2B4-4A8C-AEFD-B7515C5A1964}"/>
    <dgm:cxn modelId="{60159643-8DE7-4901-A114-8220B08CB634}" srcId="{BC13F248-A827-407A-AFB8-7C10833B57E5}" destId="{FF76553F-297B-47FB-AEF9-D6CB1A7C088C}" srcOrd="0" destOrd="0" parTransId="{8C0F7AA3-5B98-40DD-8561-EA8A4ADEE1A8}" sibTransId="{EF438C48-2BF4-425E-944D-52E5B54D40EF}"/>
    <dgm:cxn modelId="{B1CDA170-4166-4EB8-B8ED-B9771F7F9948}" type="presOf" srcId="{C913154B-5D0F-43A0-8019-1E0F2A502787}" destId="{CC935860-020F-43C9-99C7-1351B9DF9235}" srcOrd="0" destOrd="0" presId="urn:microsoft.com/office/officeart/2018/2/layout/IconVerticalSolidList"/>
    <dgm:cxn modelId="{2BEFC45A-81D1-4447-A518-AD622F636518}" srcId="{7F0812A2-BD6D-47A9-A557-A31302FF10AC}" destId="{581953A2-63AA-476C-91F1-D71FC4C0AE92}" srcOrd="1" destOrd="0" parTransId="{9A60384A-21F1-4232-AB5C-FCA4CAFDCE47}" sibTransId="{F159E7D6-FAE1-4DC8-BDAC-CC4E0925C565}"/>
    <dgm:cxn modelId="{77FD7A81-CD2E-4D2F-A57D-BF63CE707088}" type="presOf" srcId="{0509477E-7D87-4A97-88C8-27694A71AF69}" destId="{92D76A6E-91F3-48D4-AC74-F226E869C94E}" srcOrd="0" destOrd="0" presId="urn:microsoft.com/office/officeart/2018/2/layout/IconVerticalSolidList"/>
    <dgm:cxn modelId="{8C2BBB82-3F5A-471B-AAB1-9238BA26D040}" type="presOf" srcId="{581953A2-63AA-476C-91F1-D71FC4C0AE92}" destId="{688EB154-88E6-4F38-9755-63128EEF3D7A}" srcOrd="0" destOrd="0" presId="urn:microsoft.com/office/officeart/2018/2/layout/IconVerticalSolidList"/>
    <dgm:cxn modelId="{99FD5283-BF8B-4A75-909B-8DD8160D0418}" type="presOf" srcId="{BC13F248-A827-407A-AFB8-7C10833B57E5}" destId="{7EA52249-992B-4A1C-A4B7-F037F4974ECE}" srcOrd="0" destOrd="0" presId="urn:microsoft.com/office/officeart/2018/2/layout/IconVerticalSolidList"/>
    <dgm:cxn modelId="{74754295-DDE6-4D9E-B3BD-C266BCDFB56E}" type="presOf" srcId="{B1FB112A-9C73-4D64-B37C-A74DFD0FADCB}" destId="{A46AB404-13C2-4CD1-B81B-A820F9FFEE68}" srcOrd="0" destOrd="0" presId="urn:microsoft.com/office/officeart/2018/2/layout/IconVerticalSolidList"/>
    <dgm:cxn modelId="{D1978C97-B8E0-43EF-B760-2C157B33C4A6}" type="presOf" srcId="{FF76553F-297B-47FB-AEF9-D6CB1A7C088C}" destId="{E563491B-9B76-432A-BD7E-4C20D2B9611A}" srcOrd="0" destOrd="0" presId="urn:microsoft.com/office/officeart/2018/2/layout/IconVerticalSolidList"/>
    <dgm:cxn modelId="{B78A3C9B-0186-40FA-8362-98EF3A5F4D0B}" type="presOf" srcId="{BDAA7906-B8F5-4CC4-9E6F-033E36E0462C}" destId="{AC48231A-0DD4-4503-8FDB-3902F76AEAF9}" srcOrd="0" destOrd="0" presId="urn:microsoft.com/office/officeart/2018/2/layout/IconVerticalSolidList"/>
    <dgm:cxn modelId="{B8E418AC-9814-4BA6-9122-3EB43E61D61C}" srcId="{7F0812A2-BD6D-47A9-A557-A31302FF10AC}" destId="{BC13F248-A827-407A-AFB8-7C10833B57E5}" srcOrd="0" destOrd="0" parTransId="{6A3A440E-CEB5-45B2-8361-C50CD3F05BD7}" sibTransId="{C18A39EB-431A-4A1B-9AB7-CF51FC6F02D1}"/>
    <dgm:cxn modelId="{65A7F6AD-15D0-40F9-8A1B-144BCC1B0FD7}" srcId="{BDAA7906-B8F5-4CC4-9E6F-033E36E0462C}" destId="{6F9292C8-6324-4A8D-84E6-E17B5608B6CF}" srcOrd="0" destOrd="0" parTransId="{67E227B0-CCB1-4E16-8C22-16CA3650F6A7}" sibTransId="{0CF61766-2934-4616-B881-B316DDC21AED}"/>
    <dgm:cxn modelId="{3BE4D8C4-0EBB-439C-B93F-4E2AB876C37B}" type="presOf" srcId="{842A3424-92D6-4EDC-B6D5-A26DFA77D0DE}" destId="{BB3AAA50-6ED0-41E2-AD58-D4FD5486135B}" srcOrd="0" destOrd="0" presId="urn:microsoft.com/office/officeart/2018/2/layout/IconVerticalSolidList"/>
    <dgm:cxn modelId="{81D1B1D8-880F-4A30-81D2-CB7330D91DBD}" type="presOf" srcId="{6F9292C8-6324-4A8D-84E6-E17B5608B6CF}" destId="{E3EF784C-E6A0-40A9-95BC-97B67DF7B029}" srcOrd="0" destOrd="0" presId="urn:microsoft.com/office/officeart/2018/2/layout/IconVerticalSolidList"/>
    <dgm:cxn modelId="{FF3FE4F8-1053-4AB5-9539-416826F0F203}" type="presOf" srcId="{7EFE7924-3E79-4185-B316-C107FDC6AF4F}" destId="{BD1E408D-309A-4A61-8DB1-B435C465A1CF}" srcOrd="0" destOrd="0" presId="urn:microsoft.com/office/officeart/2018/2/layout/IconVerticalSolidList"/>
    <dgm:cxn modelId="{CFA760F9-AFA7-46C1-A4ED-55C1B5C52686}" type="presOf" srcId="{7F0812A2-BD6D-47A9-A557-A31302FF10AC}" destId="{3FF47F55-8D4A-423A-9D1A-0E7C4E5570A6}" srcOrd="0" destOrd="0" presId="urn:microsoft.com/office/officeart/2018/2/layout/IconVerticalSolidList"/>
    <dgm:cxn modelId="{F9F18706-07B7-466C-8596-E49374946E1D}" type="presParOf" srcId="{3FF47F55-8D4A-423A-9D1A-0E7C4E5570A6}" destId="{ECBF7AA0-DEF2-4C80-853B-3871F32F6B23}" srcOrd="0" destOrd="0" presId="urn:microsoft.com/office/officeart/2018/2/layout/IconVerticalSolidList"/>
    <dgm:cxn modelId="{E7822869-7174-48F8-BB60-AFCAD500C785}" type="presParOf" srcId="{ECBF7AA0-DEF2-4C80-853B-3871F32F6B23}" destId="{2C92E300-BE39-4E81-9937-40E4B02BAC45}" srcOrd="0" destOrd="0" presId="urn:microsoft.com/office/officeart/2018/2/layout/IconVerticalSolidList"/>
    <dgm:cxn modelId="{1020381A-EFD9-4704-8C8D-EEF62BED6234}" type="presParOf" srcId="{ECBF7AA0-DEF2-4C80-853B-3871F32F6B23}" destId="{C7EABCE8-F71E-4836-BE07-03516B191D56}" srcOrd="1" destOrd="0" presId="urn:microsoft.com/office/officeart/2018/2/layout/IconVerticalSolidList"/>
    <dgm:cxn modelId="{D67B9E3D-9A0E-4B99-920E-D5D08547733B}" type="presParOf" srcId="{ECBF7AA0-DEF2-4C80-853B-3871F32F6B23}" destId="{682538F7-BA79-4091-8D2B-589F70DDE394}" srcOrd="2" destOrd="0" presId="urn:microsoft.com/office/officeart/2018/2/layout/IconVerticalSolidList"/>
    <dgm:cxn modelId="{22DE2B3D-4AD6-486B-A7E7-39C00A02CACB}" type="presParOf" srcId="{ECBF7AA0-DEF2-4C80-853B-3871F32F6B23}" destId="{7EA52249-992B-4A1C-A4B7-F037F4974ECE}" srcOrd="3" destOrd="0" presId="urn:microsoft.com/office/officeart/2018/2/layout/IconVerticalSolidList"/>
    <dgm:cxn modelId="{AA390608-0523-438A-8A2C-8A055040A9EA}" type="presParOf" srcId="{ECBF7AA0-DEF2-4C80-853B-3871F32F6B23}" destId="{E563491B-9B76-432A-BD7E-4C20D2B9611A}" srcOrd="4" destOrd="0" presId="urn:microsoft.com/office/officeart/2018/2/layout/IconVerticalSolidList"/>
    <dgm:cxn modelId="{359536F2-3342-4DF1-8C82-BC95B4F831C9}" type="presParOf" srcId="{3FF47F55-8D4A-423A-9D1A-0E7C4E5570A6}" destId="{5D507373-5F7C-43C6-8C87-A449FB2DA0C1}" srcOrd="1" destOrd="0" presId="urn:microsoft.com/office/officeart/2018/2/layout/IconVerticalSolidList"/>
    <dgm:cxn modelId="{52A1D7A3-AFEC-4A1E-ADA0-9FD1B27C8C33}" type="presParOf" srcId="{3FF47F55-8D4A-423A-9D1A-0E7C4E5570A6}" destId="{8BA2C383-0E8B-47B9-B637-24B0BE6C9D87}" srcOrd="2" destOrd="0" presId="urn:microsoft.com/office/officeart/2018/2/layout/IconVerticalSolidList"/>
    <dgm:cxn modelId="{3089DC88-9C59-4249-AE77-04EEB7D50F92}" type="presParOf" srcId="{8BA2C383-0E8B-47B9-B637-24B0BE6C9D87}" destId="{4297BF79-1F72-45F0-927E-B6FC46305E8B}" srcOrd="0" destOrd="0" presId="urn:microsoft.com/office/officeart/2018/2/layout/IconVerticalSolidList"/>
    <dgm:cxn modelId="{29F2A948-C0D3-4BDA-B85E-9E73901EEEBA}" type="presParOf" srcId="{8BA2C383-0E8B-47B9-B637-24B0BE6C9D87}" destId="{8B4D7041-F6FD-4405-9053-83BB7C2C08AA}" srcOrd="1" destOrd="0" presId="urn:microsoft.com/office/officeart/2018/2/layout/IconVerticalSolidList"/>
    <dgm:cxn modelId="{C928B1DB-C84A-49DE-808F-21A968CCF537}" type="presParOf" srcId="{8BA2C383-0E8B-47B9-B637-24B0BE6C9D87}" destId="{7506A6F1-0B53-4381-802D-4FCCB91BDE21}" srcOrd="2" destOrd="0" presId="urn:microsoft.com/office/officeart/2018/2/layout/IconVerticalSolidList"/>
    <dgm:cxn modelId="{E07C3DED-D484-425F-AC8C-35486EA791D7}" type="presParOf" srcId="{8BA2C383-0E8B-47B9-B637-24B0BE6C9D87}" destId="{688EB154-88E6-4F38-9755-63128EEF3D7A}" srcOrd="3" destOrd="0" presId="urn:microsoft.com/office/officeart/2018/2/layout/IconVerticalSolidList"/>
    <dgm:cxn modelId="{E50D43C9-9494-4C33-AD9C-A09B0FA32B03}" type="presParOf" srcId="{8BA2C383-0E8B-47B9-B637-24B0BE6C9D87}" destId="{BB3AAA50-6ED0-41E2-AD58-D4FD5486135B}" srcOrd="4" destOrd="0" presId="urn:microsoft.com/office/officeart/2018/2/layout/IconVerticalSolidList"/>
    <dgm:cxn modelId="{09444BDE-D548-41C7-90DD-C77668BCEEBB}" type="presParOf" srcId="{3FF47F55-8D4A-423A-9D1A-0E7C4E5570A6}" destId="{67EAEFB9-DF0C-4D5B-968D-B22F6B9D05BE}" srcOrd="3" destOrd="0" presId="urn:microsoft.com/office/officeart/2018/2/layout/IconVerticalSolidList"/>
    <dgm:cxn modelId="{C169A0AA-772F-4F5F-A91D-24A45F25F361}" type="presParOf" srcId="{3FF47F55-8D4A-423A-9D1A-0E7C4E5570A6}" destId="{E5510F32-40A1-4D6E-A963-30213C181A16}" srcOrd="4" destOrd="0" presId="urn:microsoft.com/office/officeart/2018/2/layout/IconVerticalSolidList"/>
    <dgm:cxn modelId="{5BAB193F-DFB1-40AE-97C6-7393BC4237C4}" type="presParOf" srcId="{E5510F32-40A1-4D6E-A963-30213C181A16}" destId="{0CA26325-0A9B-40E3-939F-58C85EE27D11}" srcOrd="0" destOrd="0" presId="urn:microsoft.com/office/officeart/2018/2/layout/IconVerticalSolidList"/>
    <dgm:cxn modelId="{25FF8D7C-EB67-41C1-8C96-0B49F4F012D6}" type="presParOf" srcId="{E5510F32-40A1-4D6E-A963-30213C181A16}" destId="{27E752A6-E3C2-4FC3-A99C-03C2746B27B8}" srcOrd="1" destOrd="0" presId="urn:microsoft.com/office/officeart/2018/2/layout/IconVerticalSolidList"/>
    <dgm:cxn modelId="{AB329D53-1B0E-4F48-BF3D-1D2A88F94E5C}" type="presParOf" srcId="{E5510F32-40A1-4D6E-A963-30213C181A16}" destId="{065F1BA0-E1DD-4950-A0D8-E1611D631B18}" srcOrd="2" destOrd="0" presId="urn:microsoft.com/office/officeart/2018/2/layout/IconVerticalSolidList"/>
    <dgm:cxn modelId="{5E2F2DCE-FE10-437B-AB12-6A56E17740F9}" type="presParOf" srcId="{E5510F32-40A1-4D6E-A963-30213C181A16}" destId="{AC48231A-0DD4-4503-8FDB-3902F76AEAF9}" srcOrd="3" destOrd="0" presId="urn:microsoft.com/office/officeart/2018/2/layout/IconVerticalSolidList"/>
    <dgm:cxn modelId="{E918AEB8-AE89-4B12-8FFC-8129FFE34B08}" type="presParOf" srcId="{E5510F32-40A1-4D6E-A963-30213C181A16}" destId="{E3EF784C-E6A0-40A9-95BC-97B67DF7B029}" srcOrd="4" destOrd="0" presId="urn:microsoft.com/office/officeart/2018/2/layout/IconVerticalSolidList"/>
    <dgm:cxn modelId="{9471C895-60A9-47D6-ACF8-FE9A39846D20}" type="presParOf" srcId="{3FF47F55-8D4A-423A-9D1A-0E7C4E5570A6}" destId="{A89F79D9-8240-4775-A63F-4DE0306AE124}" srcOrd="5" destOrd="0" presId="urn:microsoft.com/office/officeart/2018/2/layout/IconVerticalSolidList"/>
    <dgm:cxn modelId="{541E80ED-DF98-4FD1-99CC-5BBEE88CC8D7}" type="presParOf" srcId="{3FF47F55-8D4A-423A-9D1A-0E7C4E5570A6}" destId="{4F29B919-7A51-4B83-BF03-61061754B95B}" srcOrd="6" destOrd="0" presId="urn:microsoft.com/office/officeart/2018/2/layout/IconVerticalSolidList"/>
    <dgm:cxn modelId="{8EE2C6C1-0E74-4FCD-A57A-1864F5B4DD6E}" type="presParOf" srcId="{4F29B919-7A51-4B83-BF03-61061754B95B}" destId="{ACDC6F5A-E44B-45DE-8530-F89C12F80AD6}" srcOrd="0" destOrd="0" presId="urn:microsoft.com/office/officeart/2018/2/layout/IconVerticalSolidList"/>
    <dgm:cxn modelId="{88421DED-1868-49AB-8B19-0F2E3D565F1A}" type="presParOf" srcId="{4F29B919-7A51-4B83-BF03-61061754B95B}" destId="{36A16BE9-2B41-43B2-8F10-620376078B26}" srcOrd="1" destOrd="0" presId="urn:microsoft.com/office/officeart/2018/2/layout/IconVerticalSolidList"/>
    <dgm:cxn modelId="{1E61C578-BD4E-4BCD-A253-8B17D8E88C09}" type="presParOf" srcId="{4F29B919-7A51-4B83-BF03-61061754B95B}" destId="{5DE7B1E5-CD34-4AF8-9A46-D75B7769EB5B}" srcOrd="2" destOrd="0" presId="urn:microsoft.com/office/officeart/2018/2/layout/IconVerticalSolidList"/>
    <dgm:cxn modelId="{04DCDE7B-3F27-42F6-AE0D-3C1E213009DA}" type="presParOf" srcId="{4F29B919-7A51-4B83-BF03-61061754B95B}" destId="{CC935860-020F-43C9-99C7-1351B9DF9235}" srcOrd="3" destOrd="0" presId="urn:microsoft.com/office/officeart/2018/2/layout/IconVerticalSolidList"/>
    <dgm:cxn modelId="{2C0D2E38-1226-4FEC-86ED-3550F3E84827}" type="presParOf" srcId="{4F29B919-7A51-4B83-BF03-61061754B95B}" destId="{BD1E408D-309A-4A61-8DB1-B435C465A1CF}" srcOrd="4" destOrd="0" presId="urn:microsoft.com/office/officeart/2018/2/layout/IconVerticalSolidList"/>
    <dgm:cxn modelId="{D98CF4D1-5650-4E17-81F2-D5D9AAB79113}" type="presParOf" srcId="{3FF47F55-8D4A-423A-9D1A-0E7C4E5570A6}" destId="{3885E99D-94D5-43AF-A775-E10BEDE2F329}" srcOrd="7" destOrd="0" presId="urn:microsoft.com/office/officeart/2018/2/layout/IconVerticalSolidList"/>
    <dgm:cxn modelId="{CE1C9168-7CC6-49D0-BB97-90287A837A60}" type="presParOf" srcId="{3FF47F55-8D4A-423A-9D1A-0E7C4E5570A6}" destId="{293018A5-F60A-43E7-9660-9DB5D4965B25}" srcOrd="8" destOrd="0" presId="urn:microsoft.com/office/officeart/2018/2/layout/IconVerticalSolidList"/>
    <dgm:cxn modelId="{89EC1B0C-B512-4B73-810C-BBAA012EE915}" type="presParOf" srcId="{293018A5-F60A-43E7-9660-9DB5D4965B25}" destId="{F00F4132-97EE-4816-8A07-89523783CF63}" srcOrd="0" destOrd="0" presId="urn:microsoft.com/office/officeart/2018/2/layout/IconVerticalSolidList"/>
    <dgm:cxn modelId="{D3406B3F-6B86-45CB-8371-7BC7D3B0D73D}" type="presParOf" srcId="{293018A5-F60A-43E7-9660-9DB5D4965B25}" destId="{141E42D2-EB1A-43B2-9E76-1C37FEDDCBA3}" srcOrd="1" destOrd="0" presId="urn:microsoft.com/office/officeart/2018/2/layout/IconVerticalSolidList"/>
    <dgm:cxn modelId="{D2161417-E75E-4328-BDC0-350D4EAA6828}" type="presParOf" srcId="{293018A5-F60A-43E7-9660-9DB5D4965B25}" destId="{E5C79879-B70A-4737-B9B6-27945ACAAD4E}" srcOrd="2" destOrd="0" presId="urn:microsoft.com/office/officeart/2018/2/layout/IconVerticalSolidList"/>
    <dgm:cxn modelId="{5CCAB5C7-41B8-459C-922F-015D3AFC9FDC}" type="presParOf" srcId="{293018A5-F60A-43E7-9660-9DB5D4965B25}" destId="{A46AB404-13C2-4CD1-B81B-A820F9FFEE68}" srcOrd="3" destOrd="0" presId="urn:microsoft.com/office/officeart/2018/2/layout/IconVerticalSolidList"/>
    <dgm:cxn modelId="{47BFE2CE-465D-47FD-B56A-467698651E41}" type="presParOf" srcId="{293018A5-F60A-43E7-9660-9DB5D4965B25}" destId="{92D76A6E-91F3-48D4-AC74-F226E869C94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2E300-BE39-4E81-9937-40E4B02BAC45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ABCE8-F71E-4836-BE07-03516B191D56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52249-992B-4A1C-A4B7-F037F4974ECE}">
      <dsp:nvSpPr>
        <dsp:cNvPr id="0" name=""/>
        <dsp:cNvSpPr/>
      </dsp:nvSpPr>
      <dsp:spPr>
        <a:xfrm>
          <a:off x="836323" y="3399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Large Language Models (LLMs) with Planning</a:t>
          </a:r>
          <a:endParaRPr lang="en-US" sz="1800" kern="1200" dirty="0"/>
        </a:p>
      </dsp:txBody>
      <dsp:txXfrm>
        <a:off x="836323" y="3399"/>
        <a:ext cx="4732020" cy="724089"/>
      </dsp:txXfrm>
    </dsp:sp>
    <dsp:sp modelId="{E563491B-9B76-432A-BD7E-4C20D2B9611A}">
      <dsp:nvSpPr>
        <dsp:cNvPr id="0" name=""/>
        <dsp:cNvSpPr/>
      </dsp:nvSpPr>
      <dsp:spPr>
        <a:xfrm>
          <a:off x="5568343" y="3399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Extensions like LangChain and AutoGen embed planning modules on top of transformer backbones, enabling multi-step reasoning and tool orchestration.</a:t>
          </a:r>
          <a:endParaRPr lang="en-US" sz="1200" kern="1200"/>
        </a:p>
      </dsp:txBody>
      <dsp:txXfrm>
        <a:off x="5568343" y="3399"/>
        <a:ext cx="4947256" cy="724089"/>
      </dsp:txXfrm>
    </dsp:sp>
    <dsp:sp modelId="{4297BF79-1F72-45F0-927E-B6FC46305E8B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D7041-F6FD-4405-9053-83BB7C2C08AA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8EB154-88E6-4F38-9755-63128EEF3D7A}">
      <dsp:nvSpPr>
        <dsp:cNvPr id="0" name=""/>
        <dsp:cNvSpPr/>
      </dsp:nvSpPr>
      <dsp:spPr>
        <a:xfrm>
          <a:off x="836323" y="908511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Reinforcement Learning (RL) &amp; Offline RL</a:t>
          </a:r>
          <a:endParaRPr lang="en-US" sz="1800" kern="1200"/>
        </a:p>
      </dsp:txBody>
      <dsp:txXfrm>
        <a:off x="836323" y="908511"/>
        <a:ext cx="4732020" cy="724089"/>
      </dsp:txXfrm>
    </dsp:sp>
    <dsp:sp modelId="{BB3AAA50-6ED0-41E2-AD58-D4FD5486135B}">
      <dsp:nvSpPr>
        <dsp:cNvPr id="0" name=""/>
        <dsp:cNvSpPr/>
      </dsp:nvSpPr>
      <dsp:spPr>
        <a:xfrm>
          <a:off x="5568343" y="908511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Combining RL with pre-trained models accelerates policy learning in sparse-reward environments (e.g., robotics or game playing).</a:t>
          </a:r>
          <a:endParaRPr lang="en-US" sz="1200" kern="1200"/>
        </a:p>
      </dsp:txBody>
      <dsp:txXfrm>
        <a:off x="5568343" y="908511"/>
        <a:ext cx="4947256" cy="724089"/>
      </dsp:txXfrm>
    </dsp:sp>
    <dsp:sp modelId="{0CA26325-0A9B-40E3-939F-58C85EE27D11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E752A6-E3C2-4FC3-A99C-03C2746B27B8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8231A-0DD4-4503-8FDB-3902F76AEAF9}">
      <dsp:nvSpPr>
        <dsp:cNvPr id="0" name=""/>
        <dsp:cNvSpPr/>
      </dsp:nvSpPr>
      <dsp:spPr>
        <a:xfrm>
          <a:off x="836323" y="1813624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Multi-Modal Perception</a:t>
          </a:r>
          <a:endParaRPr lang="en-US" sz="1800" kern="1200"/>
        </a:p>
      </dsp:txBody>
      <dsp:txXfrm>
        <a:off x="836323" y="1813624"/>
        <a:ext cx="4732020" cy="724089"/>
      </dsp:txXfrm>
    </dsp:sp>
    <dsp:sp modelId="{E3EF784C-E6A0-40A9-95BC-97B67DF7B029}">
      <dsp:nvSpPr>
        <dsp:cNvPr id="0" name=""/>
        <dsp:cNvSpPr/>
      </dsp:nvSpPr>
      <dsp:spPr>
        <a:xfrm>
          <a:off x="5568343" y="1813624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Vision-language models (e.g., CLIP, Flamingo) and sensor fusion techniques provide situational awareness for physical agents and digital assistants.</a:t>
          </a:r>
          <a:endParaRPr lang="en-US" sz="1200" kern="1200"/>
        </a:p>
      </dsp:txBody>
      <dsp:txXfrm>
        <a:off x="5568343" y="1813624"/>
        <a:ext cx="4947256" cy="724089"/>
      </dsp:txXfrm>
    </dsp:sp>
    <dsp:sp modelId="{ACDC6F5A-E44B-45DE-8530-F89C12F80AD6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16BE9-2B41-43B2-8F10-620376078B26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35860-020F-43C9-99C7-1351B9DF9235}">
      <dsp:nvSpPr>
        <dsp:cNvPr id="0" name=""/>
        <dsp:cNvSpPr/>
      </dsp:nvSpPr>
      <dsp:spPr>
        <a:xfrm>
          <a:off x="836323" y="2718736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Hierarchical &amp; Goal-Oriented Architectures</a:t>
          </a:r>
          <a:endParaRPr lang="en-US" sz="1800" kern="1200"/>
        </a:p>
      </dsp:txBody>
      <dsp:txXfrm>
        <a:off x="836323" y="2718736"/>
        <a:ext cx="4732020" cy="724089"/>
      </dsp:txXfrm>
    </dsp:sp>
    <dsp:sp modelId="{BD1E408D-309A-4A61-8DB1-B435C465A1CF}">
      <dsp:nvSpPr>
        <dsp:cNvPr id="0" name=""/>
        <dsp:cNvSpPr/>
      </dsp:nvSpPr>
      <dsp:spPr>
        <a:xfrm>
          <a:off x="5568343" y="2718736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Hierarchical planners break complex objectives into sub-goals, improving scalability and interpretability.</a:t>
          </a:r>
          <a:endParaRPr lang="en-US" sz="1200" kern="1200"/>
        </a:p>
      </dsp:txBody>
      <dsp:txXfrm>
        <a:off x="5568343" y="2718736"/>
        <a:ext cx="4947256" cy="724089"/>
      </dsp:txXfrm>
    </dsp:sp>
    <dsp:sp modelId="{F00F4132-97EE-4816-8A07-89523783CF63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E42D2-EB1A-43B2-9E76-1C37FEDDCBA3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AB404-13C2-4CD1-B81B-A820F9FFEE68}">
      <dsp:nvSpPr>
        <dsp:cNvPr id="0" name=""/>
        <dsp:cNvSpPr/>
      </dsp:nvSpPr>
      <dsp:spPr>
        <a:xfrm>
          <a:off x="836323" y="3623848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Simulation &amp; Digital Twins</a:t>
          </a:r>
          <a:endParaRPr lang="en-US" sz="1800" kern="1200"/>
        </a:p>
      </dsp:txBody>
      <dsp:txXfrm>
        <a:off x="836323" y="3623848"/>
        <a:ext cx="4732020" cy="724089"/>
      </dsp:txXfrm>
    </dsp:sp>
    <dsp:sp modelId="{92D76A6E-91F3-48D4-AC74-F226E869C94E}">
      <dsp:nvSpPr>
        <dsp:cNvPr id="0" name=""/>
        <dsp:cNvSpPr/>
      </dsp:nvSpPr>
      <dsp:spPr>
        <a:xfrm>
          <a:off x="5568343" y="3623848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Synthetic environments for safe training and rapid iteration before real-world deployment.</a:t>
          </a:r>
          <a:endParaRPr lang="en-US" sz="1200" kern="1200"/>
        </a:p>
      </dsp:txBody>
      <dsp:txXfrm>
        <a:off x="5568343" y="3623848"/>
        <a:ext cx="494725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05F2D-FF6E-4FE7-B24E-D169D734AFD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FAF08-969C-4280-AAFC-066EE9961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68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/>
              <a:t>These “agents” differ from traditional generative AI models (like pure LLMs) by embedding decision-making loops: perception → planning → action → feedback → revision. This cyclical architecture unlocks truly autonomous behaviours across software and robotic domains.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27915A-275A-415A-9486-940497D4974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268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0E829-7806-1AC2-72C8-48FEB14A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CC0FE-9B14-E4BE-EC1E-60FD345C7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BAD54-640E-77B6-ADBF-8AD27B43D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“Think of a support agent who can check your bill, flag an issue, raise a ticket, suggest a better plan, and remember what you asked last month. That’s Agentic AI — a full-on digital co-worker.”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17071-BF04-AE19-0BC9-240E12CB6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27915A-275A-415A-9486-940497D4974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233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27915A-275A-415A-9486-940497D4974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9098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1A50-0F01-6242-2474-DEC0EFB76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62E8F-506C-56A6-6B34-D2CF6D3C4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80160-3D64-6A98-403E-6269250B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7B44F-3557-4049-A27B-E4830A543F1B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4C851-2619-48C5-9599-03A9286A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D9A5E-E9FB-5268-B7D5-3A5A20F6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85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E171-2467-4B13-C140-ADF8DC63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E334C-80A8-4928-4825-807B8A287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DB96D-8913-C568-FB3C-0E34D772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84C5-B6C1-445C-81C0-28EFFFB9562F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F2A07-B537-90F8-FE9C-785C7E99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44498-0AE2-BEBB-8317-7248D822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86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BFC0-39F7-D455-172E-BDA900F2C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38D09-B2A2-7910-1E7A-2B8A60317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11AA9-85C8-5EB2-CE2F-C83554A4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AC96-7C13-4D04-933B-210C8007773A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C88B0-3072-2E57-2D6C-146734F9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563F1-7F93-18D5-D44F-E5012A7C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478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EAA9-29D4-75CB-5265-738FD5A68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D3AD6-5D7F-AD0C-FD2E-0EAAEDE66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EE0D3-7E3B-5DF2-4494-A9B526A8A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D0829-D4A0-265C-6247-B7CFAA89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0331-491F-4BA7-B1D0-AB712E09D639}" type="datetime1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1A58A-17C2-3972-D869-1E9F63004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149C8-17D6-DAC5-A648-694C6CAC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941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D531-A22A-1E45-3697-3CF1D2862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9DC9E-1426-8C57-3B09-453054FBF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9BC14-97C2-82F4-55E8-37BB9F1D0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ED1172-F680-797C-00C9-832E72E60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4783C-C7DE-C4CC-7EF7-06CF0742C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2D019-ED8F-9DDF-D0A4-1A9C7534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7448-A0C5-4954-BA48-58C9E20CA389}" type="datetime1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EC804-760A-A8FB-18C4-32B7FC98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E6946-84CD-A1AB-D9F0-F6826E19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6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E5A0-944A-6C95-388C-DB068510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F7AB1-D14E-1F60-BA5F-CAD199F8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DF22-B90F-4FB0-8558-1271887A8CB9}" type="datetime1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13E75-C5FB-2BE3-55D8-D69349E02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E2356-8160-E806-75E9-BB059A41B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055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868247-DAF2-F331-DBC6-2EF623CEE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7B01-9AE7-4A49-93BE-9001A5F7947E}" type="datetime1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D101DB-498E-85FD-FF12-5EBE1958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1699A-C671-6D7F-E407-10D314AB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359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262FD-C0E2-3D73-CCA4-EEA4F768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695A-D16E-E6B7-B6CC-124A9A3B5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D48A3-BE74-9BEF-833C-D28E9CEB7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988FA-BCE6-CE9D-39EB-9D5C1E6DF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F6CA-FC23-45B9-960C-0283CDCF682F}" type="datetime1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3145A-35F0-6CAA-3240-915DE59D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1A8A8-2028-87CA-FCA2-8846A157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16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524A-F908-4057-019D-FA3A43A47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A4A3F8-8267-3D16-712B-6A9C6C359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1B833-DEC9-3F21-EB02-256D5E88F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C1A89-7305-F97B-0E9B-D0590FFE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7BA7A-8BAC-4CED-A919-C687AB8F2058}" type="datetime1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548E9-F6D1-2D4C-0154-C84E65583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9F2B1-038E-1F77-110E-13F006963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1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FAF0-C07A-D9CE-CEC5-3EFD5756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92FF1-8FB6-0CEF-F8F3-FC91901D0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A4E80-1007-D243-17CD-A31131355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3238-D576-4282-8EAC-C26B0C313646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77D3D-6D47-1F5B-D3DB-26A044A7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96D33-CFC3-17C6-EBE6-F530F912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13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E46A5-433E-50DC-629E-8CC6B82C4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57F2F-195F-701A-EDC1-EDF84886D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FA10E-5E62-6B97-D4DF-BA7A8D404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15BD-8B98-48BC-8797-B7CC8415A3BE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4A277-801B-55FB-4854-1AE6CC66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6F805-8C40-C02B-1D16-D69001ED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53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3986-F058-A74A-1E04-64CF8F486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7665E-A333-4C68-8098-F7DD6FF57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80C69-CBE4-EA8C-0A08-59D8F5DF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B1774-5B7E-4F87-B39A-BC22955FF958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410F8-381D-B087-DF6C-73D4AEDB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C2292-A8CC-09E6-206C-10D87AC3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671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649EA-5AD2-50A9-8E17-1E787ECD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83793-A9BA-8763-1A32-6716B5EC4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BD925-563F-E497-C26D-353BBB7C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D276-B352-4094-8841-FA5FF541F57C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46146-00C0-1959-B5B5-CE8CD067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7CF0A-0F4D-5DB8-644E-7205B1B9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71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7E27F-2EA4-8202-11B8-49AE0D640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F8C69-9538-4050-7EA8-75C651B6E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B6B29-15B3-4E05-4F44-3558BDF8B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60547-7BBA-459D-94F8-3211977D61EC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3EB14-665B-1F92-2F3F-EC6AA9A5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97540-E855-66A4-05CC-2FBDF932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792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192C9-8924-8D81-9844-F8C6E687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31788-63B4-AD4B-C4E1-723BB4099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5C293-7E15-BDBD-B485-F0690CD87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145AB-16B6-57CB-1238-94A3D5C4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A49A-3D07-42EE-893B-46208FD2B937}" type="datetime1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99E2C-B74F-648A-31A0-53689714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95D39-CDAD-C408-7981-1E69403E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817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CEBA-43EA-4BB7-757C-B470A40E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E0689-9E9D-5D67-F4E6-C0E500A60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FC339-95E5-AB9B-1B15-50390A893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425840-B2C9-3F04-A766-726739D55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5E4C2-B049-4B6C-51FB-FFE3124D1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B2BF35-1E01-8D5F-2AA9-3E7CCAB1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308A-2F1E-437C-AE6D-ED5B7F52ED60}" type="datetime1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77B52C-3B49-0F3D-1000-69C83B7B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6EFCA7-AF85-4724-E10B-37A8983E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128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EF00-CAE2-62B0-0E79-EA4C60F3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125E0D-EE11-B988-7385-F014E7576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499-1D1A-4280-8690-737332A85786}" type="datetime1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91562-017D-109F-295E-A23AF01B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3D96A-0841-765D-CBBE-A7F440B4A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5623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AD4BD3-1C19-6303-B7AB-EB97BDE3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390D4-0530-4B15-AD91-4196ACAF7A9F}" type="datetime1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A99A9-4D16-0206-0A20-4882298B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24B9F-DA80-517D-3E8F-9E7FB708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5592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5530B-5059-D76F-E4E9-562FD669C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B65-41BB-0A45-E444-B84719A9C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015F3-7339-E2D3-CE81-4D0FC2386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1D64F-E80A-9C5E-38DF-7F8576AA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F34D-3F14-4674-A5CF-111A2CA28ADC}" type="datetime1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32D48-724E-5B40-4B76-61D59F56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D5509-6F61-5F62-7F84-C7FDAA40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5040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2CFF-8F4C-95AA-97A9-6DDCF6E1E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3FE13-3EBC-DEAA-1317-599ACC2FF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EE9F4-123A-3C52-E959-8F66DA0FA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437B7-7562-9621-07DA-768BA47FF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683C-3450-47B0-A71C-5676A790BA90}" type="datetime1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773D5-A974-7ECD-1232-A9F2827D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927F8-63B9-027B-B5AF-8438E726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7291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32FD-78C2-31D5-3206-51BF4222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5207E-72F9-E323-7415-12B52C8B1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BA9C8-22A4-6B79-7E6B-B4535C87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1BA27-436D-4296-B513-18BC2D47173E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00404-6384-492D-9E5B-F97507EF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4E982-FEC6-A0B8-5135-954C0910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7910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8945AF-4171-E4D7-F50D-942076C51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F8C51-52DF-0048-E7BD-358ACB837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020EC-A642-15B8-84C4-E9985A10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DF2A6-2E99-4CCD-B7A0-F1CE848B310A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8103F-CEDC-9CFB-1614-BBB57198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87733-62C5-8A77-B631-2BF2FEF21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23F9-E16E-4741-A2B5-ADF1231A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41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082190-E1AF-A235-A10B-C2F1A9E8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45147-9756-E5A5-53E5-0914E64C9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013D4-ED6C-6766-7CDD-B6B69386F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F0F1E-00C4-426B-B064-5B5CCBE7B0E1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EF3E3-5FAF-4AFD-B230-A89F86143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DC842-C988-B559-C47F-11EF1DB0A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37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42E601-DD4D-47E5-3DE6-225BD5340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423F-00FB-C4D3-599D-03BF836B1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B467-CACD-9886-C775-969DC6F3E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439CD-10E3-4AEE-BC60-8C8720C7AB1A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9FFB6-BC5E-876D-1CDF-83C1FE713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2CF0-DB32-C40C-DFDE-8E5EDD11C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F1268-2840-47E1-BECB-71CC1815E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17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32FC-B568-10A7-B4FC-9CEB959551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BB86A-CD86-4C1E-76DF-46468327B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Anshu Pandey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23153-1883-F9C1-A851-59BF441C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133537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43F4-5278-40F2-DE43-C59D95FF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9800B-F980-B309-8A4A-DAAFA3E75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At its core, </a:t>
            </a:r>
            <a:r>
              <a:rPr lang="en-IN" sz="2000" b="1" dirty="0"/>
              <a:t>Agentic AI</a:t>
            </a:r>
            <a:r>
              <a:rPr lang="en-IN" sz="2000" dirty="0"/>
              <a:t> refers to intelligent systems endowed with three critical capabilities: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r>
              <a:rPr lang="en-IN" sz="2000" b="1" dirty="0"/>
              <a:t>Autonomy</a:t>
            </a:r>
            <a:r>
              <a:rPr lang="en-IN" sz="2000" dirty="0"/>
              <a:t>: The ability to set goals, plan multi-step actions, and execute tasks without step-by-step human guidance.</a:t>
            </a:r>
          </a:p>
          <a:p>
            <a:endParaRPr lang="en-IN" sz="2000" dirty="0"/>
          </a:p>
          <a:p>
            <a:r>
              <a:rPr lang="en-IN" sz="2000" b="1" dirty="0"/>
              <a:t>Perception &amp; Understanding</a:t>
            </a:r>
            <a:r>
              <a:rPr lang="en-IN" sz="2000" dirty="0"/>
              <a:t>: Interpreting complex, dynamic environments through multi-modal inputs—text, vision, audio, and sensor data.</a:t>
            </a:r>
          </a:p>
          <a:p>
            <a:endParaRPr lang="en-IN" sz="2000" b="1" dirty="0"/>
          </a:p>
          <a:p>
            <a:r>
              <a:rPr lang="en-IN" sz="2000" b="1" dirty="0"/>
              <a:t>Adaptation &amp; Learning</a:t>
            </a:r>
            <a:r>
              <a:rPr lang="en-IN" sz="2000" dirty="0"/>
              <a:t>: Continuously refining strategies via reinforcement learning (RL), online learning techniques, and experience-driven updates.</a:t>
            </a:r>
          </a:p>
          <a:p>
            <a:endParaRPr lang="en-IN" sz="2000" dirty="0"/>
          </a:p>
          <a:p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8F968-7BA7-CA8E-BB13-A1F54B1A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313427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B5F4-E4C7-1C1E-D9EE-CCC76AD0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34D0-6769-7F3F-3B20-4ECAC006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599" y="2166148"/>
            <a:ext cx="2798199" cy="733132"/>
          </a:xfrm>
          <a:ln>
            <a:noFill/>
          </a:ln>
        </p:spPr>
        <p:txBody>
          <a:bodyPr anchor="b">
            <a:normAutofit/>
          </a:bodyPr>
          <a:lstStyle/>
          <a:p>
            <a:pPr algn="ctr"/>
            <a:r>
              <a:rPr lang="en-IN" sz="4000" dirty="0"/>
              <a:t>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80BC-2212-168D-94C7-E044D724A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494" y="3371263"/>
            <a:ext cx="5830410" cy="1779972"/>
          </a:xfrm>
        </p:spPr>
        <p:txBody>
          <a:bodyPr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Agentic AI refers to artificial intelligence systems that act as autonomous agents — capable of setting goals, making decisions, and taking actions proactively, often in complex environments, without needing constant human input.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A46E5A-8DBB-DD57-ED01-273FCB8106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Anshu Pandey</a:t>
            </a:r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759675F4-DC6E-AE44-415F-898532AD7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3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71304-1CA9-4E1F-AFAE-4525047D3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AI</a:t>
            </a:r>
          </a:p>
        </p:txBody>
      </p:sp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46843A55-2693-2E18-C1E8-FDCD196BD9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14705" y="1825625"/>
            <a:ext cx="67625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0147F-CBEC-478A-F022-73A7A4D7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99D5A-0C95-45BA-9DAB-B850DB0D9A6F}"/>
              </a:ext>
            </a:extLst>
          </p:cNvPr>
          <p:cNvSpPr txBox="1"/>
          <p:nvPr/>
        </p:nvSpPr>
        <p:spPr>
          <a:xfrm>
            <a:off x="838200" y="2797214"/>
            <a:ext cx="33734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Public Sans"/>
              </a:rPr>
              <a:t>An </a:t>
            </a:r>
            <a:r>
              <a:rPr lang="en-US" b="0" i="1" dirty="0">
                <a:effectLst/>
                <a:latin typeface="Public Sans"/>
              </a:rPr>
              <a:t>agent</a:t>
            </a:r>
            <a:r>
              <a:rPr lang="en-US" b="0" i="0" dirty="0">
                <a:effectLst/>
                <a:latin typeface="Public Sans"/>
              </a:rPr>
              <a:t> consists of three components: a </a:t>
            </a:r>
            <a:r>
              <a:rPr lang="en-US" b="1" i="0" dirty="0">
                <a:effectLst/>
                <a:latin typeface="Public Sans"/>
              </a:rPr>
              <a:t>large language model (LLM)</a:t>
            </a:r>
            <a:r>
              <a:rPr lang="en-US" b="0" i="0" dirty="0">
                <a:effectLst/>
                <a:latin typeface="Public Sans"/>
              </a:rPr>
              <a:t>, a set of </a:t>
            </a:r>
            <a:r>
              <a:rPr lang="en-US" b="1" i="0" dirty="0">
                <a:effectLst/>
                <a:latin typeface="Public Sans"/>
              </a:rPr>
              <a:t>tools</a:t>
            </a:r>
            <a:r>
              <a:rPr lang="en-US" b="0" i="0" dirty="0">
                <a:effectLst/>
                <a:latin typeface="Public Sans"/>
              </a:rPr>
              <a:t> it can use, and a </a:t>
            </a:r>
            <a:r>
              <a:rPr lang="en-US" b="1" i="0" dirty="0">
                <a:effectLst/>
                <a:latin typeface="Public Sans"/>
              </a:rPr>
              <a:t>prompt</a:t>
            </a:r>
            <a:r>
              <a:rPr lang="en-US" b="0" i="0" dirty="0">
                <a:effectLst/>
                <a:latin typeface="Public Sans"/>
              </a:rPr>
              <a:t> that provides instructions.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422F0-AF43-9FE8-ABD8-033700581A44}"/>
              </a:ext>
            </a:extLst>
          </p:cNvPr>
          <p:cNvSpPr txBox="1"/>
          <p:nvPr/>
        </p:nvSpPr>
        <p:spPr>
          <a:xfrm>
            <a:off x="1195697" y="5594129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https://react-lm.github.io/</a:t>
            </a:r>
          </a:p>
        </p:txBody>
      </p:sp>
    </p:spTree>
    <p:extLst>
      <p:ext uri="{BB962C8B-B14F-4D97-AF65-F5344CB8AC3E}">
        <p14:creationId xmlns:p14="http://schemas.microsoft.com/office/powerpoint/2010/main" val="1640445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7306-8B54-2558-3D2D-5E14849A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React Prompting</a:t>
            </a:r>
          </a:p>
        </p:txBody>
      </p:sp>
      <p:pic>
        <p:nvPicPr>
          <p:cNvPr id="1026" name="Picture 2" descr="frames">
            <a:extLst>
              <a:ext uri="{FF2B5EF4-FFF2-40B4-BE49-F238E27FC236}">
                <a16:creationId xmlns:a16="http://schemas.microsoft.com/office/drawing/2014/main" id="{4D54C484-622F-5182-B33A-8D2AEE7031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583229"/>
            <a:ext cx="10515600" cy="2836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DF12D-262A-A8E9-D6EC-C0C48E9E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2970-EA52-2F04-1502-E4633CF6A366}"/>
              </a:ext>
            </a:extLst>
          </p:cNvPr>
          <p:cNvSpPr txBox="1"/>
          <p:nvPr/>
        </p:nvSpPr>
        <p:spPr>
          <a:xfrm>
            <a:off x="1296706" y="6030064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https://react-lm.github.io/</a:t>
            </a:r>
          </a:p>
        </p:txBody>
      </p:sp>
    </p:spTree>
    <p:extLst>
      <p:ext uri="{BB962C8B-B14F-4D97-AF65-F5344CB8AC3E}">
        <p14:creationId xmlns:p14="http://schemas.microsoft.com/office/powerpoint/2010/main" val="3038778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4EF32-4B89-7D12-4B31-20A04A2C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React Prompting</a:t>
            </a:r>
          </a:p>
        </p:txBody>
      </p:sp>
      <p:pic>
        <p:nvPicPr>
          <p:cNvPr id="2050" name="Picture 2" descr="frames">
            <a:extLst>
              <a:ext uri="{FF2B5EF4-FFF2-40B4-BE49-F238E27FC236}">
                <a16:creationId xmlns:a16="http://schemas.microsoft.com/office/drawing/2014/main" id="{DCDFD32B-340E-08D7-256A-931C459D81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056943"/>
            <a:ext cx="10515600" cy="388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9F27D-EDC3-2CD6-A480-0590AD63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1192894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BD8C7D5D-F7FF-CE5A-3B80-62AD975B5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enabling Agentic AI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549E43A1-B529-E526-4E3C-94D01E0F0D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21DE3-330D-0CDA-E920-03111676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813489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</TotalTime>
  <Words>400</Words>
  <Application>Microsoft Office PowerPoint</Application>
  <PresentationFormat>Widescreen</PresentationFormat>
  <Paragraphs>42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Microsoft JhengHei</vt:lpstr>
      <vt:lpstr>Aptos</vt:lpstr>
      <vt:lpstr>Aptos Display</vt:lpstr>
      <vt:lpstr>Arial</vt:lpstr>
      <vt:lpstr>Public Sans</vt:lpstr>
      <vt:lpstr>Office Theme</vt:lpstr>
      <vt:lpstr>1_Office Theme</vt:lpstr>
      <vt:lpstr>Agentic AI</vt:lpstr>
      <vt:lpstr>Agentic AI</vt:lpstr>
      <vt:lpstr>Agentic AI</vt:lpstr>
      <vt:lpstr>Agentic AI</vt:lpstr>
      <vt:lpstr>React Prompting</vt:lpstr>
      <vt:lpstr>React Prompting</vt:lpstr>
      <vt:lpstr>Technologies enabling Agentic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 Pandey</dc:creator>
  <cp:lastModifiedBy>Anshu Pandey</cp:lastModifiedBy>
  <cp:revision>9</cp:revision>
  <dcterms:created xsi:type="dcterms:W3CDTF">2025-05-28T04:24:57Z</dcterms:created>
  <dcterms:modified xsi:type="dcterms:W3CDTF">2025-11-27T06:51:41Z</dcterms:modified>
</cp:coreProperties>
</file>